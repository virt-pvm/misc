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1"/>
  </p:sldMasterIdLst>
  <p:notesMasterIdLst>
    <p:notesMasterId r:id="rId31"/>
  </p:notesMasterIdLst>
  <p:handoutMasterIdLst>
    <p:handoutMasterId r:id="rId32"/>
  </p:handoutMasterIdLst>
  <p:sldIdLst>
    <p:sldId id="256" r:id="rId2"/>
    <p:sldId id="379" r:id="rId3"/>
    <p:sldId id="347" r:id="rId4"/>
    <p:sldId id="361" r:id="rId5"/>
    <p:sldId id="362" r:id="rId6"/>
    <p:sldId id="363" r:id="rId7"/>
    <p:sldId id="364" r:id="rId8"/>
    <p:sldId id="380" r:id="rId9"/>
    <p:sldId id="366" r:id="rId10"/>
    <p:sldId id="369" r:id="rId11"/>
    <p:sldId id="383" r:id="rId12"/>
    <p:sldId id="370" r:id="rId13"/>
    <p:sldId id="371" r:id="rId14"/>
    <p:sldId id="372" r:id="rId15"/>
    <p:sldId id="373" r:id="rId16"/>
    <p:sldId id="384" r:id="rId17"/>
    <p:sldId id="376" r:id="rId18"/>
    <p:sldId id="377" r:id="rId19"/>
    <p:sldId id="282" r:id="rId20"/>
    <p:sldId id="274" r:id="rId21"/>
    <p:sldId id="378" r:id="rId22"/>
    <p:sldId id="381" r:id="rId23"/>
    <p:sldId id="385" r:id="rId24"/>
    <p:sldId id="257" r:id="rId25"/>
    <p:sldId id="258" r:id="rId26"/>
    <p:sldId id="367" r:id="rId27"/>
    <p:sldId id="368" r:id="rId28"/>
    <p:sldId id="374" r:id="rId29"/>
    <p:sldId id="375" r:id="rId30"/>
  </p:sldIdLst>
  <p:sldSz cx="12192000" cy="6858000"/>
  <p:notesSz cx="6858000" cy="9144000"/>
  <p:defaultTextStyle>
    <a:defPPr>
      <a:defRPr lang="en-US"/>
    </a:defPPr>
    <a:lvl1pPr marL="0" indent="0" algn="l" defTabSz="914400">
      <a:defRPr sz="1800" kern="1200">
        <a:solidFill>
          <a:schemeClr val="tx1"/>
        </a:solidFill>
      </a:defRPr>
    </a:lvl1pPr>
    <a:lvl2pPr marL="457200" indent="0" algn="l" defTabSz="914400">
      <a:defRPr sz="1800" kern="1200">
        <a:solidFill>
          <a:schemeClr val="tx1"/>
        </a:solidFill>
      </a:defRPr>
    </a:lvl2pPr>
    <a:lvl3pPr marL="914400" indent="0" algn="l" defTabSz="914400">
      <a:defRPr sz="1800" kern="1200">
        <a:solidFill>
          <a:schemeClr val="tx1"/>
        </a:solidFill>
      </a:defRPr>
    </a:lvl3pPr>
    <a:lvl4pPr marL="1371600" indent="0" algn="l" defTabSz="914400">
      <a:defRPr sz="1800" kern="1200">
        <a:solidFill>
          <a:schemeClr val="tx1"/>
        </a:solidFill>
      </a:defRPr>
    </a:lvl4pPr>
    <a:lvl5pPr marL="1828800" indent="0" algn="l" defTabSz="914400">
      <a:defRPr sz="1800" kern="1200">
        <a:solidFill>
          <a:schemeClr val="tx1"/>
        </a:solidFill>
      </a:defRPr>
    </a:lvl5pPr>
    <a:lvl6pPr marL="2286000" indent="0" algn="l" defTabSz="914400">
      <a:defRPr sz="1800" kern="1200">
        <a:solidFill>
          <a:schemeClr val="tx1"/>
        </a:solidFill>
      </a:defRPr>
    </a:lvl6pPr>
    <a:lvl7pPr marL="2743200" indent="0" algn="l" defTabSz="914400">
      <a:defRPr sz="1800" kern="1200">
        <a:solidFill>
          <a:schemeClr val="tx1"/>
        </a:solidFill>
      </a:defRPr>
    </a:lvl7pPr>
    <a:lvl8pPr marL="3200400" indent="0" algn="l" defTabSz="914400">
      <a:defRPr sz="1800" kern="1200">
        <a:solidFill>
          <a:schemeClr val="tx1"/>
        </a:solidFill>
      </a:defRPr>
    </a:lvl8pPr>
    <a:lvl9pPr marL="3657600" indent="0" algn="l" defTabSz="914400">
      <a:defRPr sz="1800" kern="1200">
        <a:solidFill>
          <a:schemeClr val="tx1"/>
        </a:solidFil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6CF7"/>
    <a:srgbClr val="FFD720"/>
    <a:srgbClr val="6F747A"/>
    <a:srgbClr val="5F6368"/>
    <a:srgbClr val="888A4D"/>
    <a:srgbClr val="F0EAAA"/>
    <a:srgbClr val="C171DE"/>
    <a:srgbClr val="B23A33"/>
    <a:srgbClr val="A40000"/>
    <a:srgbClr val="F3F4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356EE1-7A6A-3C46-A2FC-2DE86A043A82}" v="37" dt="2026-07-11T01:53:06.511"/>
    <p1510:client id="{EF9D53AE-1449-B74E-AF1A-EB7E512DAE9D}" v="593" dt="2026-07-11T01:43:39.7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23"/>
    <p:restoredTop sz="67766"/>
  </p:normalViewPr>
  <p:slideViewPr>
    <p:cSldViewPr snapToGrid="0">
      <p:cViewPr varScale="1">
        <p:scale>
          <a:sx n="76" d="100"/>
          <a:sy n="76" d="100"/>
        </p:scale>
        <p:origin x="1240" y="192"/>
      </p:cViewPr>
      <p:guideLst/>
    </p:cSldViewPr>
  </p:slideViewPr>
  <p:notesTextViewPr>
    <p:cViewPr>
      <p:scale>
        <a:sx n="1" d="1"/>
        <a:sy n="1" d="1"/>
      </p:scale>
      <p:origin x="0" y="0"/>
    </p:cViewPr>
  </p:notesTextViewPr>
  <p:notesViewPr>
    <p:cSldViewPr snapToGrid="0">
      <p:cViewPr varScale="1">
        <p:scale>
          <a:sx n="87" d="100"/>
          <a:sy n="87" d="100"/>
        </p:scale>
        <p:origin x="3904"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o, Jia" userId="20023150-97fb-4995-8cc2-bf7095f159d8" providerId="ADAL" clId="{A4E86045-AD58-521B-98FE-063427F00296}"/>
    <pc:docChg chg="undo custSel addSld delSld modSld">
      <pc:chgData name="Rao, Jia" userId="20023150-97fb-4995-8cc2-bf7095f159d8" providerId="ADAL" clId="{A4E86045-AD58-521B-98FE-063427F00296}" dt="2026-07-11T01:45:43.875" v="11402" actId="20577"/>
      <pc:docMkLst>
        <pc:docMk/>
      </pc:docMkLst>
      <pc:sldChg chg="modNotesTx">
        <pc:chgData name="Rao, Jia" userId="20023150-97fb-4995-8cc2-bf7095f159d8" providerId="ADAL" clId="{A4E86045-AD58-521B-98FE-063427F00296}" dt="2026-07-10T05:26:29.132" v="71" actId="20577"/>
        <pc:sldMkLst>
          <pc:docMk/>
          <pc:sldMk cId="911636503" sldId="256"/>
        </pc:sldMkLst>
      </pc:sldChg>
      <pc:sldChg chg="del">
        <pc:chgData name="Rao, Jia" userId="20023150-97fb-4995-8cc2-bf7095f159d8" providerId="ADAL" clId="{A4E86045-AD58-521B-98FE-063427F00296}" dt="2026-07-10T16:30:01.859" v="4567" actId="2696"/>
        <pc:sldMkLst>
          <pc:docMk/>
          <pc:sldMk cId="1799102376" sldId="257"/>
        </pc:sldMkLst>
      </pc:sldChg>
      <pc:sldChg chg="add">
        <pc:chgData name="Rao, Jia" userId="20023150-97fb-4995-8cc2-bf7095f159d8" providerId="ADAL" clId="{A4E86045-AD58-521B-98FE-063427F00296}" dt="2026-07-10T16:30:06.532" v="4568"/>
        <pc:sldMkLst>
          <pc:docMk/>
          <pc:sldMk cId="3351685848" sldId="257"/>
        </pc:sldMkLst>
      </pc:sldChg>
      <pc:sldChg chg="del">
        <pc:chgData name="Rao, Jia" userId="20023150-97fb-4995-8cc2-bf7095f159d8" providerId="ADAL" clId="{A4E86045-AD58-521B-98FE-063427F00296}" dt="2026-07-10T16:30:01.859" v="4567" actId="2696"/>
        <pc:sldMkLst>
          <pc:docMk/>
          <pc:sldMk cId="1051859273" sldId="258"/>
        </pc:sldMkLst>
      </pc:sldChg>
      <pc:sldChg chg="add">
        <pc:chgData name="Rao, Jia" userId="20023150-97fb-4995-8cc2-bf7095f159d8" providerId="ADAL" clId="{A4E86045-AD58-521B-98FE-063427F00296}" dt="2026-07-10T16:30:06.532" v="4568"/>
        <pc:sldMkLst>
          <pc:docMk/>
          <pc:sldMk cId="3711059611" sldId="258"/>
        </pc:sldMkLst>
      </pc:sldChg>
      <pc:sldChg chg="delSp mod modNotesTx">
        <pc:chgData name="Rao, Jia" userId="20023150-97fb-4995-8cc2-bf7095f159d8" providerId="ADAL" clId="{A4E86045-AD58-521B-98FE-063427F00296}" dt="2026-07-11T01:42:14.977" v="11289" actId="113"/>
        <pc:sldMkLst>
          <pc:docMk/>
          <pc:sldMk cId="2061265183" sldId="274"/>
        </pc:sldMkLst>
        <pc:spChg chg="del">
          <ac:chgData name="Rao, Jia" userId="20023150-97fb-4995-8cc2-bf7095f159d8" providerId="ADAL" clId="{A4E86045-AD58-521B-98FE-063427F00296}" dt="2026-07-11T01:39:56.966" v="11284" actId="478"/>
          <ac:spMkLst>
            <pc:docMk/>
            <pc:sldMk cId="2061265183" sldId="274"/>
            <ac:spMk id="121" creationId="{0FBF4939-B22F-922C-FF63-96F701E7094D}"/>
          </ac:spMkLst>
        </pc:spChg>
      </pc:sldChg>
      <pc:sldChg chg="modNotesTx">
        <pc:chgData name="Rao, Jia" userId="20023150-97fb-4995-8cc2-bf7095f159d8" providerId="ADAL" clId="{A4E86045-AD58-521B-98FE-063427F00296}" dt="2026-07-11T01:38:52.930" v="11269" actId="20577"/>
        <pc:sldMkLst>
          <pc:docMk/>
          <pc:sldMk cId="196641923" sldId="282"/>
        </pc:sldMkLst>
      </pc:sldChg>
      <pc:sldChg chg="modSp mod">
        <pc:chgData name="Rao, Jia" userId="20023150-97fb-4995-8cc2-bf7095f159d8" providerId="ADAL" clId="{A4E86045-AD58-521B-98FE-063427F00296}" dt="2026-07-10T13:26:29.766" v="1360" actId="255"/>
        <pc:sldMkLst>
          <pc:docMk/>
          <pc:sldMk cId="453994735" sldId="347"/>
        </pc:sldMkLst>
        <pc:spChg chg="mod">
          <ac:chgData name="Rao, Jia" userId="20023150-97fb-4995-8cc2-bf7095f159d8" providerId="ADAL" clId="{A4E86045-AD58-521B-98FE-063427F00296}" dt="2026-07-10T13:26:29.766" v="1360" actId="255"/>
          <ac:spMkLst>
            <pc:docMk/>
            <pc:sldMk cId="453994735" sldId="347"/>
            <ac:spMk id="25" creationId="{C901A7D8-6806-4D28-9F39-28B5EE9B0427}"/>
          </ac:spMkLst>
        </pc:spChg>
      </pc:sldChg>
      <pc:sldChg chg="addSp delSp modSp mod modNotesTx">
        <pc:chgData name="Rao, Jia" userId="20023150-97fb-4995-8cc2-bf7095f159d8" providerId="ADAL" clId="{A4E86045-AD58-521B-98FE-063427F00296}" dt="2026-07-10T13:26:15.113" v="1356" actId="255"/>
        <pc:sldMkLst>
          <pc:docMk/>
          <pc:sldMk cId="1978321029" sldId="361"/>
        </pc:sldMkLst>
        <pc:spChg chg="del">
          <ac:chgData name="Rao, Jia" userId="20023150-97fb-4995-8cc2-bf7095f159d8" providerId="ADAL" clId="{A4E86045-AD58-521B-98FE-063427F00296}" dt="2026-07-10T13:14:09.253" v="815" actId="478"/>
          <ac:spMkLst>
            <pc:docMk/>
            <pc:sldMk cId="1978321029" sldId="361"/>
            <ac:spMk id="2" creationId="{A61A3A89-4B84-45DB-8AD3-A86685955E3C}"/>
          </ac:spMkLst>
        </pc:spChg>
        <pc:spChg chg="add mod">
          <ac:chgData name="Rao, Jia" userId="20023150-97fb-4995-8cc2-bf7095f159d8" providerId="ADAL" clId="{A4E86045-AD58-521B-98FE-063427F00296}" dt="2026-07-10T12:58:36.299" v="572" actId="1037"/>
          <ac:spMkLst>
            <pc:docMk/>
            <pc:sldMk cId="1978321029" sldId="361"/>
            <ac:spMk id="3" creationId="{3208F504-AEE1-FB1C-04DD-01F399F84065}"/>
          </ac:spMkLst>
        </pc:spChg>
        <pc:spChg chg="mod">
          <ac:chgData name="Rao, Jia" userId="20023150-97fb-4995-8cc2-bf7095f159d8" providerId="ADAL" clId="{A4E86045-AD58-521B-98FE-063427F00296}" dt="2026-07-10T13:26:15.113" v="1356" actId="255"/>
          <ac:spMkLst>
            <pc:docMk/>
            <pc:sldMk cId="1978321029" sldId="361"/>
            <ac:spMk id="28" creationId="{03C41F15-D995-472D-B8D0-D3159F9DB876}"/>
          </ac:spMkLst>
        </pc:spChg>
        <pc:spChg chg="mod">
          <ac:chgData name="Rao, Jia" userId="20023150-97fb-4995-8cc2-bf7095f159d8" providerId="ADAL" clId="{A4E86045-AD58-521B-98FE-063427F00296}" dt="2026-07-10T12:58:19.031" v="528" actId="14100"/>
          <ac:spMkLst>
            <pc:docMk/>
            <pc:sldMk cId="1978321029" sldId="361"/>
            <ac:spMk id="68" creationId="{C0922E17-1659-FEC3-F14B-CBC5F30ACACC}"/>
          </ac:spMkLst>
        </pc:spChg>
        <pc:spChg chg="del">
          <ac:chgData name="Rao, Jia" userId="20023150-97fb-4995-8cc2-bf7095f159d8" providerId="ADAL" clId="{A4E86045-AD58-521B-98FE-063427F00296}" dt="2026-07-10T12:58:26.160" v="529" actId="478"/>
          <ac:spMkLst>
            <pc:docMk/>
            <pc:sldMk cId="1978321029" sldId="361"/>
            <ac:spMk id="71" creationId="{DC515B0C-D720-D73B-C0F3-0079E6CE0DD4}"/>
          </ac:spMkLst>
        </pc:spChg>
        <pc:spChg chg="del">
          <ac:chgData name="Rao, Jia" userId="20023150-97fb-4995-8cc2-bf7095f159d8" providerId="ADAL" clId="{A4E86045-AD58-521B-98FE-063427F00296}" dt="2026-07-10T13:08:05.824" v="796" actId="478"/>
          <ac:spMkLst>
            <pc:docMk/>
            <pc:sldMk cId="1978321029" sldId="361"/>
            <ac:spMk id="73" creationId="{0CF6FDCC-9630-9890-D09F-296CD5858930}"/>
          </ac:spMkLst>
        </pc:spChg>
        <pc:spChg chg="mod">
          <ac:chgData name="Rao, Jia" userId="20023150-97fb-4995-8cc2-bf7095f159d8" providerId="ADAL" clId="{A4E86045-AD58-521B-98FE-063427F00296}" dt="2026-07-10T12:59:03.920" v="574" actId="113"/>
          <ac:spMkLst>
            <pc:docMk/>
            <pc:sldMk cId="1978321029" sldId="361"/>
            <ac:spMk id="80" creationId="{45C97275-F22D-03DD-7CD3-F08098D808FB}"/>
          </ac:spMkLst>
        </pc:spChg>
        <pc:spChg chg="mod">
          <ac:chgData name="Rao, Jia" userId="20023150-97fb-4995-8cc2-bf7095f159d8" providerId="ADAL" clId="{A4E86045-AD58-521B-98FE-063427F00296}" dt="2026-07-10T12:59:11.724" v="576" actId="113"/>
          <ac:spMkLst>
            <pc:docMk/>
            <pc:sldMk cId="1978321029" sldId="361"/>
            <ac:spMk id="84" creationId="{0CCA8CCD-80D8-9587-E7E0-175967A8D484}"/>
          </ac:spMkLst>
        </pc:spChg>
        <pc:spChg chg="mod">
          <ac:chgData name="Rao, Jia" userId="20023150-97fb-4995-8cc2-bf7095f159d8" providerId="ADAL" clId="{A4E86045-AD58-521B-98FE-063427F00296}" dt="2026-07-10T05:32:08.899" v="496" actId="20577"/>
          <ac:spMkLst>
            <pc:docMk/>
            <pc:sldMk cId="1978321029" sldId="361"/>
            <ac:spMk id="85" creationId="{EB53F257-4F7E-B25E-D1FB-E8989212FE79}"/>
          </ac:spMkLst>
        </pc:spChg>
        <pc:spChg chg="mod">
          <ac:chgData name="Rao, Jia" userId="20023150-97fb-4995-8cc2-bf7095f159d8" providerId="ADAL" clId="{A4E86045-AD58-521B-98FE-063427F00296}" dt="2026-07-10T13:13:53.148" v="814" actId="113"/>
          <ac:spMkLst>
            <pc:docMk/>
            <pc:sldMk cId="1978321029" sldId="361"/>
            <ac:spMk id="86" creationId="{F8773E85-4031-D96D-E4F7-AC8EF95777BC}"/>
          </ac:spMkLst>
        </pc:spChg>
      </pc:sldChg>
      <pc:sldChg chg="addSp delSp modSp mod modNotesTx">
        <pc:chgData name="Rao, Jia" userId="20023150-97fb-4995-8cc2-bf7095f159d8" providerId="ADAL" clId="{A4E86045-AD58-521B-98FE-063427F00296}" dt="2026-07-10T13:33:12.871" v="1644" actId="20577"/>
        <pc:sldMkLst>
          <pc:docMk/>
          <pc:sldMk cId="1588402698" sldId="362"/>
        </pc:sldMkLst>
        <pc:spChg chg="del">
          <ac:chgData name="Rao, Jia" userId="20023150-97fb-4995-8cc2-bf7095f159d8" providerId="ADAL" clId="{A4E86045-AD58-521B-98FE-063427F00296}" dt="2026-07-10T13:15:50.805" v="829" actId="478"/>
          <ac:spMkLst>
            <pc:docMk/>
            <pc:sldMk cId="1588402698" sldId="362"/>
            <ac:spMk id="2" creationId="{EA2AB89D-5942-484A-B1C4-A0981550B41B}"/>
          </ac:spMkLst>
        </pc:spChg>
        <pc:spChg chg="mod">
          <ac:chgData name="Rao, Jia" userId="20023150-97fb-4995-8cc2-bf7095f159d8" providerId="ADAL" clId="{A4E86045-AD58-521B-98FE-063427F00296}" dt="2026-07-10T13:15:18.220" v="828" actId="2085"/>
          <ac:spMkLst>
            <pc:docMk/>
            <pc:sldMk cId="1588402698" sldId="362"/>
            <ac:spMk id="3" creationId="{D4D4089B-A7C4-420B-A40B-1DD73832AD88}"/>
          </ac:spMkLst>
        </pc:spChg>
        <pc:spChg chg="mod">
          <ac:chgData name="Rao, Jia" userId="20023150-97fb-4995-8cc2-bf7095f159d8" providerId="ADAL" clId="{A4E86045-AD58-521B-98FE-063427F00296}" dt="2026-07-10T13:28:29.905" v="1376" actId="2085"/>
          <ac:spMkLst>
            <pc:docMk/>
            <pc:sldMk cId="1588402698" sldId="362"/>
            <ac:spMk id="19" creationId="{AC699197-89CB-44AE-A97D-5E1283532104}"/>
          </ac:spMkLst>
        </pc:spChg>
        <pc:spChg chg="mod">
          <ac:chgData name="Rao, Jia" userId="20023150-97fb-4995-8cc2-bf7095f159d8" providerId="ADAL" clId="{A4E86045-AD58-521B-98FE-063427F00296}" dt="2026-07-10T13:29:21.478" v="1393" actId="20577"/>
          <ac:spMkLst>
            <pc:docMk/>
            <pc:sldMk cId="1588402698" sldId="362"/>
            <ac:spMk id="30" creationId="{FCE74176-772A-4ECD-ABDE-EF36398CF718}"/>
          </ac:spMkLst>
        </pc:spChg>
        <pc:spChg chg="mod">
          <ac:chgData name="Rao, Jia" userId="20023150-97fb-4995-8cc2-bf7095f159d8" providerId="ADAL" clId="{A4E86045-AD58-521B-98FE-063427F00296}" dt="2026-07-10T13:29:25.164" v="1395" actId="20577"/>
          <ac:spMkLst>
            <pc:docMk/>
            <pc:sldMk cId="1588402698" sldId="362"/>
            <ac:spMk id="31" creationId="{C0683391-A1CD-4F9B-B511-5C6C720238D8}"/>
          </ac:spMkLst>
        </pc:spChg>
        <pc:spChg chg="del">
          <ac:chgData name="Rao, Jia" userId="20023150-97fb-4995-8cc2-bf7095f159d8" providerId="ADAL" clId="{A4E86045-AD58-521B-98FE-063427F00296}" dt="2026-07-10T13:28:45.448" v="1388" actId="478"/>
          <ac:spMkLst>
            <pc:docMk/>
            <pc:sldMk cId="1588402698" sldId="362"/>
            <ac:spMk id="32" creationId="{37A0A6DD-772F-40A6-A037-F0819C07174C}"/>
          </ac:spMkLst>
        </pc:spChg>
        <pc:spChg chg="mod">
          <ac:chgData name="Rao, Jia" userId="20023150-97fb-4995-8cc2-bf7095f159d8" providerId="ADAL" clId="{A4E86045-AD58-521B-98FE-063427F00296}" dt="2026-07-10T13:28:53.155" v="1389" actId="166"/>
          <ac:spMkLst>
            <pc:docMk/>
            <pc:sldMk cId="1588402698" sldId="362"/>
            <ac:spMk id="33" creationId="{83F52A7A-CFED-4061-85CA-73745576B96D}"/>
          </ac:spMkLst>
        </pc:spChg>
        <pc:spChg chg="mod">
          <ac:chgData name="Rao, Jia" userId="20023150-97fb-4995-8cc2-bf7095f159d8" providerId="ADAL" clId="{A4E86045-AD58-521B-98FE-063427F00296}" dt="2026-07-10T13:28:26.747" v="1375" actId="2085"/>
          <ac:spMkLst>
            <pc:docMk/>
            <pc:sldMk cId="1588402698" sldId="362"/>
            <ac:spMk id="34" creationId="{F0EFE6EE-C3EF-48FF-985C-E4B06C5326F6}"/>
          </ac:spMkLst>
        </pc:spChg>
        <pc:spChg chg="mod">
          <ac:chgData name="Rao, Jia" userId="20023150-97fb-4995-8cc2-bf7095f159d8" providerId="ADAL" clId="{A4E86045-AD58-521B-98FE-063427F00296}" dt="2026-07-10T13:30:54.081" v="1500" actId="1035"/>
          <ac:spMkLst>
            <pc:docMk/>
            <pc:sldMk cId="1588402698" sldId="362"/>
            <ac:spMk id="46" creationId="{436499C9-5DF3-4980-B990-395E42CB2890}"/>
          </ac:spMkLst>
        </pc:spChg>
        <pc:spChg chg="mod">
          <ac:chgData name="Rao, Jia" userId="20023150-97fb-4995-8cc2-bf7095f159d8" providerId="ADAL" clId="{A4E86045-AD58-521B-98FE-063427F00296}" dt="2026-07-10T13:30:58.915" v="1513" actId="20577"/>
          <ac:spMkLst>
            <pc:docMk/>
            <pc:sldMk cId="1588402698" sldId="362"/>
            <ac:spMk id="47" creationId="{9741AB33-69F8-4395-AD60-10B9F19EBD19}"/>
          </ac:spMkLst>
        </pc:spChg>
        <pc:spChg chg="mod">
          <ac:chgData name="Rao, Jia" userId="20023150-97fb-4995-8cc2-bf7095f159d8" providerId="ADAL" clId="{A4E86045-AD58-521B-98FE-063427F00296}" dt="2026-07-10T13:26:08.350" v="1355" actId="255"/>
          <ac:spMkLst>
            <pc:docMk/>
            <pc:sldMk cId="1588402698" sldId="362"/>
            <ac:spMk id="49" creationId="{C70F00A8-9AED-47A4-B1DB-82A9654AD713}"/>
          </ac:spMkLst>
        </pc:spChg>
        <pc:spChg chg="add mod">
          <ac:chgData name="Rao, Jia" userId="20023150-97fb-4995-8cc2-bf7095f159d8" providerId="ADAL" clId="{A4E86045-AD58-521B-98FE-063427F00296}" dt="2026-07-10T13:31:28.958" v="1538" actId="1076"/>
          <ac:spMkLst>
            <pc:docMk/>
            <pc:sldMk cId="1588402698" sldId="362"/>
            <ac:spMk id="50" creationId="{C21821ED-99E9-9E45-3696-74EAF95DCE8D}"/>
          </ac:spMkLst>
        </pc:spChg>
      </pc:sldChg>
      <pc:sldChg chg="delSp modSp mod delAnim modNotesTx">
        <pc:chgData name="Rao, Jia" userId="20023150-97fb-4995-8cc2-bf7095f159d8" providerId="ADAL" clId="{A4E86045-AD58-521B-98FE-063427F00296}" dt="2026-07-10T14:46:15.777" v="2165" actId="20577"/>
        <pc:sldMkLst>
          <pc:docMk/>
          <pc:sldMk cId="381586861" sldId="363"/>
        </pc:sldMkLst>
        <pc:spChg chg="del">
          <ac:chgData name="Rao, Jia" userId="20023150-97fb-4995-8cc2-bf7095f159d8" providerId="ADAL" clId="{A4E86045-AD58-521B-98FE-063427F00296}" dt="2026-07-10T13:40:51.790" v="1922" actId="478"/>
          <ac:spMkLst>
            <pc:docMk/>
            <pc:sldMk cId="381586861" sldId="363"/>
            <ac:spMk id="2" creationId="{2BA1026A-AEAA-4091-A066-E4BB33996322}"/>
          </ac:spMkLst>
        </pc:spChg>
        <pc:spChg chg="mod">
          <ac:chgData name="Rao, Jia" userId="20023150-97fb-4995-8cc2-bf7095f159d8" providerId="ADAL" clId="{A4E86045-AD58-521B-98FE-063427F00296}" dt="2026-07-10T14:45:39.326" v="2162" actId="207"/>
          <ac:spMkLst>
            <pc:docMk/>
            <pc:sldMk cId="381586861" sldId="363"/>
            <ac:spMk id="17" creationId="{3A91F08B-B696-4B25-8FC3-116619B75B61}"/>
          </ac:spMkLst>
        </pc:spChg>
        <pc:spChg chg="mod">
          <ac:chgData name="Rao, Jia" userId="20023150-97fb-4995-8cc2-bf7095f159d8" providerId="ADAL" clId="{A4E86045-AD58-521B-98FE-063427F00296}" dt="2026-07-10T14:45:43.323" v="2163" actId="207"/>
          <ac:spMkLst>
            <pc:docMk/>
            <pc:sldMk cId="381586861" sldId="363"/>
            <ac:spMk id="29" creationId="{1701098A-DB03-4BC0-B15C-F23449C73C2B}"/>
          </ac:spMkLst>
        </pc:spChg>
        <pc:spChg chg="del">
          <ac:chgData name="Rao, Jia" userId="20023150-97fb-4995-8cc2-bf7095f159d8" providerId="ADAL" clId="{A4E86045-AD58-521B-98FE-063427F00296}" dt="2026-07-10T14:45:55.957" v="2164" actId="478"/>
          <ac:spMkLst>
            <pc:docMk/>
            <pc:sldMk cId="381586861" sldId="363"/>
            <ac:spMk id="33" creationId="{5AB1C3C3-E7C6-474F-85E7-80B85F816B78}"/>
          </ac:spMkLst>
        </pc:spChg>
        <pc:spChg chg="mod">
          <ac:chgData name="Rao, Jia" userId="20023150-97fb-4995-8cc2-bf7095f159d8" providerId="ADAL" clId="{A4E86045-AD58-521B-98FE-063427F00296}" dt="2026-07-10T13:40:44.348" v="1921" actId="255"/>
          <ac:spMkLst>
            <pc:docMk/>
            <pc:sldMk cId="381586861" sldId="363"/>
            <ac:spMk id="35" creationId="{923AA34E-7536-4429-BE9E-8999D70FBB85}"/>
          </ac:spMkLst>
        </pc:spChg>
      </pc:sldChg>
      <pc:sldChg chg="delSp modSp mod modNotesTx">
        <pc:chgData name="Rao, Jia" userId="20023150-97fb-4995-8cc2-bf7095f159d8" providerId="ADAL" clId="{A4E86045-AD58-521B-98FE-063427F00296}" dt="2026-07-10T15:10:10.799" v="2912" actId="20577"/>
        <pc:sldMkLst>
          <pc:docMk/>
          <pc:sldMk cId="1639439153" sldId="364"/>
        </pc:sldMkLst>
        <pc:spChg chg="del">
          <ac:chgData name="Rao, Jia" userId="20023150-97fb-4995-8cc2-bf7095f159d8" providerId="ADAL" clId="{A4E86045-AD58-521B-98FE-063427F00296}" dt="2026-07-10T14:47:16.976" v="2217" actId="478"/>
          <ac:spMkLst>
            <pc:docMk/>
            <pc:sldMk cId="1639439153" sldId="364"/>
            <ac:spMk id="2" creationId="{B9316586-E042-4100-9ABF-4B2C54D2A9D4}"/>
          </ac:spMkLst>
        </pc:spChg>
        <pc:spChg chg="mod">
          <ac:chgData name="Rao, Jia" userId="20023150-97fb-4995-8cc2-bf7095f159d8" providerId="ADAL" clId="{A4E86045-AD58-521B-98FE-063427F00296}" dt="2026-07-10T14:47:03.942" v="2216" actId="255"/>
          <ac:spMkLst>
            <pc:docMk/>
            <pc:sldMk cId="1639439153" sldId="364"/>
            <ac:spMk id="20" creationId="{CB89D2EB-F1C5-42D1-A5B3-28B1AE4FC151}"/>
          </ac:spMkLst>
        </pc:spChg>
      </pc:sldChg>
      <pc:sldChg chg="addSp delSp modSp del mod modNotesTx">
        <pc:chgData name="Rao, Jia" userId="20023150-97fb-4995-8cc2-bf7095f159d8" providerId="ADAL" clId="{A4E86045-AD58-521B-98FE-063427F00296}" dt="2026-07-10T16:29:20.555" v="4566" actId="2696"/>
        <pc:sldMkLst>
          <pc:docMk/>
          <pc:sldMk cId="1890618731" sldId="365"/>
        </pc:sldMkLst>
        <pc:spChg chg="mod">
          <ac:chgData name="Rao, Jia" userId="20023150-97fb-4995-8cc2-bf7095f159d8" providerId="ADAL" clId="{A4E86045-AD58-521B-98FE-063427F00296}" dt="2026-07-10T15:16:51.563" v="3010" actId="1036"/>
          <ac:spMkLst>
            <pc:docMk/>
            <pc:sldMk cId="1890618731" sldId="365"/>
            <ac:spMk id="4" creationId="{6E001ED1-732F-41F7-80AF-527F4479DD47}"/>
          </ac:spMkLst>
        </pc:spChg>
        <pc:spChg chg="mod">
          <ac:chgData name="Rao, Jia" userId="20023150-97fb-4995-8cc2-bf7095f159d8" providerId="ADAL" clId="{A4E86045-AD58-521B-98FE-063427F00296}" dt="2026-07-10T16:14:51.953" v="3891" actId="113"/>
          <ac:spMkLst>
            <pc:docMk/>
            <pc:sldMk cId="1890618731" sldId="365"/>
            <ac:spMk id="7" creationId="{E18A116E-3294-47C5-915F-3D3288CAFA5C}"/>
          </ac:spMkLst>
        </pc:spChg>
        <pc:spChg chg="mod">
          <ac:chgData name="Rao, Jia" userId="20023150-97fb-4995-8cc2-bf7095f159d8" providerId="ADAL" clId="{A4E86045-AD58-521B-98FE-063427F00296}" dt="2026-07-10T16:15:09.899" v="3904" actId="207"/>
          <ac:spMkLst>
            <pc:docMk/>
            <pc:sldMk cId="1890618731" sldId="365"/>
            <ac:spMk id="10" creationId="{1E48731C-22F9-4B26-A406-9A747E0AF511}"/>
          </ac:spMkLst>
        </pc:spChg>
        <pc:spChg chg="mod">
          <ac:chgData name="Rao, Jia" userId="20023150-97fb-4995-8cc2-bf7095f159d8" providerId="ADAL" clId="{A4E86045-AD58-521B-98FE-063427F00296}" dt="2026-07-10T16:13:52.563" v="3871" actId="113"/>
          <ac:spMkLst>
            <pc:docMk/>
            <pc:sldMk cId="1890618731" sldId="365"/>
            <ac:spMk id="13" creationId="{7DB43A33-642F-42AB-988A-211C7F2BEECC}"/>
          </ac:spMkLst>
        </pc:spChg>
        <pc:spChg chg="mod">
          <ac:chgData name="Rao, Jia" userId="20023150-97fb-4995-8cc2-bf7095f159d8" providerId="ADAL" clId="{A4E86045-AD58-521B-98FE-063427F00296}" dt="2026-07-10T16:13:37.854" v="3869" actId="1076"/>
          <ac:spMkLst>
            <pc:docMk/>
            <pc:sldMk cId="1890618731" sldId="365"/>
            <ac:spMk id="27" creationId="{14945F66-9A31-43DD-BDA8-056FBC0E505E}"/>
          </ac:spMkLst>
        </pc:spChg>
        <pc:spChg chg="mod">
          <ac:chgData name="Rao, Jia" userId="20023150-97fb-4995-8cc2-bf7095f159d8" providerId="ADAL" clId="{A4E86045-AD58-521B-98FE-063427F00296}" dt="2026-07-10T16:13:35.246" v="3868" actId="1076"/>
          <ac:spMkLst>
            <pc:docMk/>
            <pc:sldMk cId="1890618731" sldId="365"/>
            <ac:spMk id="28" creationId="{5296F168-9764-47E1-919E-A54010FBFB23}"/>
          </ac:spMkLst>
        </pc:spChg>
        <pc:spChg chg="add del mod">
          <ac:chgData name="Rao, Jia" userId="20023150-97fb-4995-8cc2-bf7095f159d8" providerId="ADAL" clId="{A4E86045-AD58-521B-98FE-063427F00296}" dt="2026-07-10T16:13:17.994" v="3862"/>
          <ac:spMkLst>
            <pc:docMk/>
            <pc:sldMk cId="1890618731" sldId="365"/>
            <ac:spMk id="29" creationId="{FAE7D512-0900-FB42-D8BF-A0F633C525E5}"/>
          </ac:spMkLst>
        </pc:spChg>
        <pc:spChg chg="mod">
          <ac:chgData name="Rao, Jia" userId="20023150-97fb-4995-8cc2-bf7095f159d8" providerId="ADAL" clId="{A4E86045-AD58-521B-98FE-063427F00296}" dt="2026-07-10T16:12:15.499" v="3836" actId="1076"/>
          <ac:spMkLst>
            <pc:docMk/>
            <pc:sldMk cId="1890618731" sldId="365"/>
            <ac:spMk id="39" creationId="{C3718AC5-60ED-421B-A24D-59A0C95D27CA}"/>
          </ac:spMkLst>
        </pc:spChg>
        <pc:spChg chg="mod">
          <ac:chgData name="Rao, Jia" userId="20023150-97fb-4995-8cc2-bf7095f159d8" providerId="ADAL" clId="{A4E86045-AD58-521B-98FE-063427F00296}" dt="2026-07-10T15:16:02.410" v="2969" actId="255"/>
          <ac:spMkLst>
            <pc:docMk/>
            <pc:sldMk cId="1890618731" sldId="365"/>
            <ac:spMk id="41" creationId="{DAE28069-A231-4B65-9E31-30796F6BF720}"/>
          </ac:spMkLst>
        </pc:spChg>
        <pc:spChg chg="add del mod">
          <ac:chgData name="Rao, Jia" userId="20023150-97fb-4995-8cc2-bf7095f159d8" providerId="ADAL" clId="{A4E86045-AD58-521B-98FE-063427F00296}" dt="2026-07-10T16:13:17.088" v="3860"/>
          <ac:spMkLst>
            <pc:docMk/>
            <pc:sldMk cId="1890618731" sldId="365"/>
            <ac:spMk id="42" creationId="{0FD7A998-9F34-181D-9D8D-E8A4FB2B97ED}"/>
          </ac:spMkLst>
        </pc:spChg>
      </pc:sldChg>
      <pc:sldChg chg="addSp delSp modSp mod modNotesTx">
        <pc:chgData name="Rao, Jia" userId="20023150-97fb-4995-8cc2-bf7095f159d8" providerId="ADAL" clId="{A4E86045-AD58-521B-98FE-063427F00296}" dt="2026-07-10T18:11:44.061" v="6067" actId="1076"/>
        <pc:sldMkLst>
          <pc:docMk/>
          <pc:sldMk cId="2103240386" sldId="366"/>
        </pc:sldMkLst>
        <pc:spChg chg="add del mod">
          <ac:chgData name="Rao, Jia" userId="20023150-97fb-4995-8cc2-bf7095f159d8" providerId="ADAL" clId="{A4E86045-AD58-521B-98FE-063427F00296}" dt="2026-07-10T17:53:43.362" v="5771"/>
          <ac:spMkLst>
            <pc:docMk/>
            <pc:sldMk cId="2103240386" sldId="366"/>
            <ac:spMk id="3" creationId="{B10E0BA5-FB8A-500F-B87C-267D44FF6944}"/>
          </ac:spMkLst>
        </pc:spChg>
        <pc:spChg chg="mod">
          <ac:chgData name="Rao, Jia" userId="20023150-97fb-4995-8cc2-bf7095f159d8" providerId="ADAL" clId="{A4E86045-AD58-521B-98FE-063427F00296}" dt="2026-07-10T16:47:03.173" v="4627" actId="255"/>
          <ac:spMkLst>
            <pc:docMk/>
            <pc:sldMk cId="2103240386" sldId="366"/>
            <ac:spMk id="9" creationId="{1D02010F-E9AF-40CB-BF3A-4238C0CEF3B4}"/>
          </ac:spMkLst>
        </pc:spChg>
        <pc:spChg chg="mod">
          <ac:chgData name="Rao, Jia" userId="20023150-97fb-4995-8cc2-bf7095f159d8" providerId="ADAL" clId="{A4E86045-AD58-521B-98FE-063427F00296}" dt="2026-07-10T16:47:11.451" v="4628" actId="255"/>
          <ac:spMkLst>
            <pc:docMk/>
            <pc:sldMk cId="2103240386" sldId="366"/>
            <ac:spMk id="10" creationId="{124E9439-506A-46BC-A73A-C73B2C82A63A}"/>
          </ac:spMkLst>
        </pc:spChg>
        <pc:spChg chg="mod">
          <ac:chgData name="Rao, Jia" userId="20023150-97fb-4995-8cc2-bf7095f159d8" providerId="ADAL" clId="{A4E86045-AD58-521B-98FE-063427F00296}" dt="2026-07-10T16:47:20.885" v="4630" actId="255"/>
          <ac:spMkLst>
            <pc:docMk/>
            <pc:sldMk cId="2103240386" sldId="366"/>
            <ac:spMk id="11" creationId="{81C6E7D7-8A7F-4CE9-8EA9-BB91C47305A2}"/>
          </ac:spMkLst>
        </pc:spChg>
        <pc:spChg chg="mod">
          <ac:chgData name="Rao, Jia" userId="20023150-97fb-4995-8cc2-bf7095f159d8" providerId="ADAL" clId="{A4E86045-AD58-521B-98FE-063427F00296}" dt="2026-07-10T16:47:31.341" v="4634" actId="255"/>
          <ac:spMkLst>
            <pc:docMk/>
            <pc:sldMk cId="2103240386" sldId="366"/>
            <ac:spMk id="12" creationId="{D7123066-7CBA-4749-A40F-98BAF59AB97B}"/>
          </ac:spMkLst>
        </pc:spChg>
        <pc:spChg chg="mod">
          <ac:chgData name="Rao, Jia" userId="20023150-97fb-4995-8cc2-bf7095f159d8" providerId="ADAL" clId="{A4E86045-AD58-521B-98FE-063427F00296}" dt="2026-07-10T16:47:47.687" v="4640" actId="20577"/>
          <ac:spMkLst>
            <pc:docMk/>
            <pc:sldMk cId="2103240386" sldId="366"/>
            <ac:spMk id="13" creationId="{89A62DE9-E894-4EBE-ACD9-6D90E57B9E12}"/>
          </ac:spMkLst>
        </pc:spChg>
        <pc:spChg chg="mod">
          <ac:chgData name="Rao, Jia" userId="20023150-97fb-4995-8cc2-bf7095f159d8" providerId="ADAL" clId="{A4E86045-AD58-521B-98FE-063427F00296}" dt="2026-07-10T17:57:56.989" v="5772" actId="207"/>
          <ac:spMkLst>
            <pc:docMk/>
            <pc:sldMk cId="2103240386" sldId="366"/>
            <ac:spMk id="17" creationId="{3D9DC802-A837-485C-84AF-D1C6B9AC1D3A}"/>
          </ac:spMkLst>
        </pc:spChg>
        <pc:spChg chg="mod">
          <ac:chgData name="Rao, Jia" userId="20023150-97fb-4995-8cc2-bf7095f159d8" providerId="ADAL" clId="{A4E86045-AD58-521B-98FE-063427F00296}" dt="2026-07-10T16:47:51.529" v="4646" actId="20577"/>
          <ac:spMkLst>
            <pc:docMk/>
            <pc:sldMk cId="2103240386" sldId="366"/>
            <ac:spMk id="19" creationId="{2C7EFD75-90E8-4F18-B4CE-8BEBC7EC8EAC}"/>
          </ac:spMkLst>
        </pc:spChg>
        <pc:spChg chg="mod">
          <ac:chgData name="Rao, Jia" userId="20023150-97fb-4995-8cc2-bf7095f159d8" providerId="ADAL" clId="{A4E86045-AD58-521B-98FE-063427F00296}" dt="2026-07-10T17:58:23.900" v="5775" actId="207"/>
          <ac:spMkLst>
            <pc:docMk/>
            <pc:sldMk cId="2103240386" sldId="366"/>
            <ac:spMk id="21" creationId="{9536BEC8-F8F7-4272-A95E-A152DE864A70}"/>
          </ac:spMkLst>
        </pc:spChg>
        <pc:spChg chg="mod">
          <ac:chgData name="Rao, Jia" userId="20023150-97fb-4995-8cc2-bf7095f159d8" providerId="ADAL" clId="{A4E86045-AD58-521B-98FE-063427F00296}" dt="2026-07-10T16:47:55.069" v="4652" actId="20577"/>
          <ac:spMkLst>
            <pc:docMk/>
            <pc:sldMk cId="2103240386" sldId="366"/>
            <ac:spMk id="25" creationId="{2E9F85CD-4EF2-4A1E-A09B-4BB0506A302C}"/>
          </ac:spMkLst>
        </pc:spChg>
        <pc:spChg chg="mod">
          <ac:chgData name="Rao, Jia" userId="20023150-97fb-4995-8cc2-bf7095f159d8" providerId="ADAL" clId="{A4E86045-AD58-521B-98FE-063427F00296}" dt="2026-07-10T17:58:04.394" v="5773" actId="207"/>
          <ac:spMkLst>
            <pc:docMk/>
            <pc:sldMk cId="2103240386" sldId="366"/>
            <ac:spMk id="29" creationId="{BA779BF8-4EC1-4713-86A9-5C09905DE802}"/>
          </ac:spMkLst>
        </pc:spChg>
        <pc:spChg chg="mod">
          <ac:chgData name="Rao, Jia" userId="20023150-97fb-4995-8cc2-bf7095f159d8" providerId="ADAL" clId="{A4E86045-AD58-521B-98FE-063427F00296}" dt="2026-07-10T16:47:58.128" v="4658" actId="20577"/>
          <ac:spMkLst>
            <pc:docMk/>
            <pc:sldMk cId="2103240386" sldId="366"/>
            <ac:spMk id="31" creationId="{2EEFB2F0-6CC7-4AE1-A5FD-E213A75C511B}"/>
          </ac:spMkLst>
        </pc:spChg>
        <pc:spChg chg="mod">
          <ac:chgData name="Rao, Jia" userId="20023150-97fb-4995-8cc2-bf7095f159d8" providerId="ADAL" clId="{A4E86045-AD58-521B-98FE-063427F00296}" dt="2026-07-10T17:58:34.676" v="5776" actId="207"/>
          <ac:spMkLst>
            <pc:docMk/>
            <pc:sldMk cId="2103240386" sldId="366"/>
            <ac:spMk id="33" creationId="{68B2D61B-C533-4444-BC8F-6B1A273A13E7}"/>
          </ac:spMkLst>
        </pc:spChg>
        <pc:spChg chg="mod">
          <ac:chgData name="Rao, Jia" userId="20023150-97fb-4995-8cc2-bf7095f159d8" providerId="ADAL" clId="{A4E86045-AD58-521B-98FE-063427F00296}" dt="2026-07-10T18:11:44.061" v="6067" actId="1076"/>
          <ac:spMkLst>
            <pc:docMk/>
            <pc:sldMk cId="2103240386" sldId="366"/>
            <ac:spMk id="37" creationId="{5DD2E560-BD79-4196-ABD8-5DFECA98DFA2}"/>
          </ac:spMkLst>
        </pc:spChg>
        <pc:spChg chg="mod">
          <ac:chgData name="Rao, Jia" userId="20023150-97fb-4995-8cc2-bf7095f159d8" providerId="ADAL" clId="{A4E86045-AD58-521B-98FE-063427F00296}" dt="2026-07-10T18:04:08.167" v="5822" actId="20577"/>
          <ac:spMkLst>
            <pc:docMk/>
            <pc:sldMk cId="2103240386" sldId="366"/>
            <ac:spMk id="39" creationId="{8E0B2D18-1492-4532-98FB-135EA26960DA}"/>
          </ac:spMkLst>
        </pc:spChg>
      </pc:sldChg>
      <pc:sldChg chg="modSp del mod modNotesTx">
        <pc:chgData name="Rao, Jia" userId="20023150-97fb-4995-8cc2-bf7095f159d8" providerId="ADAL" clId="{A4E86045-AD58-521B-98FE-063427F00296}" dt="2026-07-10T21:55:46.072" v="7030" actId="2696"/>
        <pc:sldMkLst>
          <pc:docMk/>
          <pc:sldMk cId="1849031916" sldId="367"/>
        </pc:sldMkLst>
        <pc:spChg chg="mod">
          <ac:chgData name="Rao, Jia" userId="20023150-97fb-4995-8cc2-bf7095f159d8" providerId="ADAL" clId="{A4E86045-AD58-521B-98FE-063427F00296}" dt="2026-07-10T18:32:24.623" v="6608" actId="255"/>
          <ac:spMkLst>
            <pc:docMk/>
            <pc:sldMk cId="1849031916" sldId="367"/>
            <ac:spMk id="24" creationId="{0577FDBF-1030-479E-834B-21B21D18AC97}"/>
          </ac:spMkLst>
        </pc:spChg>
      </pc:sldChg>
      <pc:sldChg chg="add">
        <pc:chgData name="Rao, Jia" userId="20023150-97fb-4995-8cc2-bf7095f159d8" providerId="ADAL" clId="{A4E86045-AD58-521B-98FE-063427F00296}" dt="2026-07-10T21:55:59.060" v="7031"/>
        <pc:sldMkLst>
          <pc:docMk/>
          <pc:sldMk cId="3332258467" sldId="367"/>
        </pc:sldMkLst>
      </pc:sldChg>
      <pc:sldChg chg="add">
        <pc:chgData name="Rao, Jia" userId="20023150-97fb-4995-8cc2-bf7095f159d8" providerId="ADAL" clId="{A4E86045-AD58-521B-98FE-063427F00296}" dt="2026-07-10T21:55:59.060" v="7031"/>
        <pc:sldMkLst>
          <pc:docMk/>
          <pc:sldMk cId="286832502" sldId="368"/>
        </pc:sldMkLst>
      </pc:sldChg>
      <pc:sldChg chg="del">
        <pc:chgData name="Rao, Jia" userId="20023150-97fb-4995-8cc2-bf7095f159d8" providerId="ADAL" clId="{A4E86045-AD58-521B-98FE-063427F00296}" dt="2026-07-10T21:55:46.072" v="7030" actId="2696"/>
        <pc:sldMkLst>
          <pc:docMk/>
          <pc:sldMk cId="713485710" sldId="368"/>
        </pc:sldMkLst>
      </pc:sldChg>
      <pc:sldChg chg="modSp mod modNotesTx">
        <pc:chgData name="Rao, Jia" userId="20023150-97fb-4995-8cc2-bf7095f159d8" providerId="ADAL" clId="{A4E86045-AD58-521B-98FE-063427F00296}" dt="2026-07-11T00:01:23.845" v="7990" actId="207"/>
        <pc:sldMkLst>
          <pc:docMk/>
          <pc:sldMk cId="1840246663" sldId="369"/>
        </pc:sldMkLst>
        <pc:spChg chg="mod">
          <ac:chgData name="Rao, Jia" userId="20023150-97fb-4995-8cc2-bf7095f159d8" providerId="ADAL" clId="{A4E86045-AD58-521B-98FE-063427F00296}" dt="2026-07-10T21:22:48.681" v="6928" actId="20577"/>
          <ac:spMkLst>
            <pc:docMk/>
            <pc:sldMk cId="1840246663" sldId="369"/>
            <ac:spMk id="2" creationId="{298594F9-9334-48E2-83B2-DCA191A87611}"/>
          </ac:spMkLst>
        </pc:spChg>
        <pc:spChg chg="mod">
          <ac:chgData name="Rao, Jia" userId="20023150-97fb-4995-8cc2-bf7095f159d8" providerId="ADAL" clId="{A4E86045-AD58-521B-98FE-063427F00296}" dt="2026-07-10T21:21:47.822" v="6920" actId="1035"/>
          <ac:spMkLst>
            <pc:docMk/>
            <pc:sldMk cId="1840246663" sldId="369"/>
            <ac:spMk id="5" creationId="{E6B08BF3-AD7F-41B7-9549-C6B47B5DCC0E}"/>
          </ac:spMkLst>
        </pc:spChg>
        <pc:spChg chg="mod">
          <ac:chgData name="Rao, Jia" userId="20023150-97fb-4995-8cc2-bf7095f159d8" providerId="ADAL" clId="{A4E86045-AD58-521B-98FE-063427F00296}" dt="2026-07-10T21:21:47.822" v="6920" actId="1035"/>
          <ac:spMkLst>
            <pc:docMk/>
            <pc:sldMk cId="1840246663" sldId="369"/>
            <ac:spMk id="7" creationId="{066B179D-9D6B-4B8D-9129-165E0B732D35}"/>
          </ac:spMkLst>
        </pc:spChg>
        <pc:spChg chg="mod">
          <ac:chgData name="Rao, Jia" userId="20023150-97fb-4995-8cc2-bf7095f159d8" providerId="ADAL" clId="{A4E86045-AD58-521B-98FE-063427F00296}" dt="2026-07-10T21:21:47.822" v="6920" actId="1035"/>
          <ac:spMkLst>
            <pc:docMk/>
            <pc:sldMk cId="1840246663" sldId="369"/>
            <ac:spMk id="10" creationId="{B08B83E8-EB5C-4E86-AD2A-BECAF7F18211}"/>
          </ac:spMkLst>
        </pc:spChg>
        <pc:spChg chg="mod">
          <ac:chgData name="Rao, Jia" userId="20023150-97fb-4995-8cc2-bf7095f159d8" providerId="ADAL" clId="{A4E86045-AD58-521B-98FE-063427F00296}" dt="2026-07-10T21:21:47.822" v="6920" actId="1035"/>
          <ac:spMkLst>
            <pc:docMk/>
            <pc:sldMk cId="1840246663" sldId="369"/>
            <ac:spMk id="19" creationId="{71232E8B-6BB9-41E3-AA66-C1FA023AC3A7}"/>
          </ac:spMkLst>
        </pc:spChg>
        <pc:spChg chg="mod">
          <ac:chgData name="Rao, Jia" userId="20023150-97fb-4995-8cc2-bf7095f159d8" providerId="ADAL" clId="{A4E86045-AD58-521B-98FE-063427F00296}" dt="2026-07-10T21:21:47.822" v="6920" actId="1035"/>
          <ac:spMkLst>
            <pc:docMk/>
            <pc:sldMk cId="1840246663" sldId="369"/>
            <ac:spMk id="20" creationId="{06F54A6F-45B8-485E-BCE1-6DB38210555C}"/>
          </ac:spMkLst>
        </pc:spChg>
        <pc:spChg chg="mod">
          <ac:chgData name="Rao, Jia" userId="20023150-97fb-4995-8cc2-bf7095f159d8" providerId="ADAL" clId="{A4E86045-AD58-521B-98FE-063427F00296}" dt="2026-07-11T00:01:15.416" v="7988" actId="207"/>
          <ac:spMkLst>
            <pc:docMk/>
            <pc:sldMk cId="1840246663" sldId="369"/>
            <ac:spMk id="32" creationId="{87EFA0E6-5BF1-4A98-AD3E-0770C970B7D8}"/>
          </ac:spMkLst>
        </pc:spChg>
        <pc:spChg chg="mod">
          <ac:chgData name="Rao, Jia" userId="20023150-97fb-4995-8cc2-bf7095f159d8" providerId="ADAL" clId="{A4E86045-AD58-521B-98FE-063427F00296}" dt="2026-07-10T21:21:47.822" v="6920" actId="1035"/>
          <ac:spMkLst>
            <pc:docMk/>
            <pc:sldMk cId="1840246663" sldId="369"/>
            <ac:spMk id="33" creationId="{D4D6450D-ECB5-4B21-9A32-DB919C8B2249}"/>
          </ac:spMkLst>
        </pc:spChg>
        <pc:spChg chg="mod">
          <ac:chgData name="Rao, Jia" userId="20023150-97fb-4995-8cc2-bf7095f159d8" providerId="ADAL" clId="{A4E86045-AD58-521B-98FE-063427F00296}" dt="2026-07-11T00:01:23.845" v="7990" actId="207"/>
          <ac:spMkLst>
            <pc:docMk/>
            <pc:sldMk cId="1840246663" sldId="369"/>
            <ac:spMk id="34" creationId="{DFEA1169-8AD3-4A2F-B2E0-85FB70D94DC1}"/>
          </ac:spMkLst>
        </pc:spChg>
        <pc:spChg chg="mod">
          <ac:chgData name="Rao, Jia" userId="20023150-97fb-4995-8cc2-bf7095f159d8" providerId="ADAL" clId="{A4E86045-AD58-521B-98FE-063427F00296}" dt="2026-07-10T21:21:47.822" v="6920" actId="1035"/>
          <ac:spMkLst>
            <pc:docMk/>
            <pc:sldMk cId="1840246663" sldId="369"/>
            <ac:spMk id="36" creationId="{E1E2B0CF-A1F5-4108-BE2D-FC4EAFEC2C2A}"/>
          </ac:spMkLst>
        </pc:spChg>
        <pc:spChg chg="mod">
          <ac:chgData name="Rao, Jia" userId="20023150-97fb-4995-8cc2-bf7095f159d8" providerId="ADAL" clId="{A4E86045-AD58-521B-98FE-063427F00296}" dt="2026-07-10T21:21:47.822" v="6920" actId="1035"/>
          <ac:spMkLst>
            <pc:docMk/>
            <pc:sldMk cId="1840246663" sldId="369"/>
            <ac:spMk id="39" creationId="{FC1AA4F5-5592-478A-AD07-B34A006ECDE4}"/>
          </ac:spMkLst>
        </pc:spChg>
        <pc:spChg chg="mod">
          <ac:chgData name="Rao, Jia" userId="20023150-97fb-4995-8cc2-bf7095f159d8" providerId="ADAL" clId="{A4E86045-AD58-521B-98FE-063427F00296}" dt="2026-07-10T21:59:56.560" v="7055" actId="20577"/>
          <ac:spMkLst>
            <pc:docMk/>
            <pc:sldMk cId="1840246663" sldId="369"/>
            <ac:spMk id="53" creationId="{A0845ABA-2E18-49B2-BC3F-8708733695CF}"/>
          </ac:spMkLst>
        </pc:spChg>
        <pc:spChg chg="mod">
          <ac:chgData name="Rao, Jia" userId="20023150-97fb-4995-8cc2-bf7095f159d8" providerId="ADAL" clId="{A4E86045-AD58-521B-98FE-063427F00296}" dt="2026-07-10T21:21:47.822" v="6920" actId="1035"/>
          <ac:spMkLst>
            <pc:docMk/>
            <pc:sldMk cId="1840246663" sldId="369"/>
            <ac:spMk id="55" creationId="{31A8BA47-985C-48B9-8301-67D8705B3386}"/>
          </ac:spMkLst>
        </pc:spChg>
        <pc:spChg chg="mod">
          <ac:chgData name="Rao, Jia" userId="20023150-97fb-4995-8cc2-bf7095f159d8" providerId="ADAL" clId="{A4E86045-AD58-521B-98FE-063427F00296}" dt="2026-07-10T22:01:29.354" v="7114" actId="20577"/>
          <ac:spMkLst>
            <pc:docMk/>
            <pc:sldMk cId="1840246663" sldId="369"/>
            <ac:spMk id="56" creationId="{5CA567D0-8F7A-4BD4-A4C0-62FAF74D3C3F}"/>
          </ac:spMkLst>
        </pc:spChg>
        <pc:spChg chg="mod">
          <ac:chgData name="Rao, Jia" userId="20023150-97fb-4995-8cc2-bf7095f159d8" providerId="ADAL" clId="{A4E86045-AD58-521B-98FE-063427F00296}" dt="2026-07-10T22:01:22.966" v="7100" actId="1036"/>
          <ac:spMkLst>
            <pc:docMk/>
            <pc:sldMk cId="1840246663" sldId="369"/>
            <ac:spMk id="57" creationId="{7FAF2CDD-C6A0-480E-BD8F-4609115971B3}"/>
          </ac:spMkLst>
        </pc:spChg>
        <pc:spChg chg="mod">
          <ac:chgData name="Rao, Jia" userId="20023150-97fb-4995-8cc2-bf7095f159d8" providerId="ADAL" clId="{A4E86045-AD58-521B-98FE-063427F00296}" dt="2026-07-10T21:43:11.664" v="6941"/>
          <ac:spMkLst>
            <pc:docMk/>
            <pc:sldMk cId="1840246663" sldId="369"/>
            <ac:spMk id="60" creationId="{0AE2B3D0-503F-43AA-81C3-ABDFF2C0AA9B}"/>
          </ac:spMkLst>
        </pc:spChg>
        <pc:spChg chg="mod">
          <ac:chgData name="Rao, Jia" userId="20023150-97fb-4995-8cc2-bf7095f159d8" providerId="ADAL" clId="{A4E86045-AD58-521B-98FE-063427F00296}" dt="2026-07-11T00:01:19.790" v="7989" actId="207"/>
          <ac:spMkLst>
            <pc:docMk/>
            <pc:sldMk cId="1840246663" sldId="369"/>
            <ac:spMk id="71" creationId="{439EF5FE-8E84-4002-0714-7F237B81147A}"/>
          </ac:spMkLst>
        </pc:spChg>
      </pc:sldChg>
      <pc:sldChg chg="delSp modSp mod modAnim modNotesTx">
        <pc:chgData name="Rao, Jia" userId="20023150-97fb-4995-8cc2-bf7095f159d8" providerId="ADAL" clId="{A4E86045-AD58-521B-98FE-063427F00296}" dt="2026-07-11T00:31:09.215" v="8735"/>
        <pc:sldMkLst>
          <pc:docMk/>
          <pc:sldMk cId="824561660" sldId="370"/>
        </pc:sldMkLst>
        <pc:spChg chg="del">
          <ac:chgData name="Rao, Jia" userId="20023150-97fb-4995-8cc2-bf7095f159d8" providerId="ADAL" clId="{A4E86045-AD58-521B-98FE-063427F00296}" dt="2026-07-11T00:30:18.250" v="8716" actId="478"/>
          <ac:spMkLst>
            <pc:docMk/>
            <pc:sldMk cId="824561660" sldId="370"/>
            <ac:spMk id="2" creationId="{7D3E3A52-7D23-458C-A3BD-B0928C5598FF}"/>
          </ac:spMkLst>
        </pc:spChg>
        <pc:spChg chg="mod">
          <ac:chgData name="Rao, Jia" userId="20023150-97fb-4995-8cc2-bf7095f159d8" providerId="ADAL" clId="{A4E86045-AD58-521B-98FE-063427F00296}" dt="2026-07-11T00:21:14.558" v="8678" actId="207"/>
          <ac:spMkLst>
            <pc:docMk/>
            <pc:sldMk cId="824561660" sldId="370"/>
            <ac:spMk id="9" creationId="{C020082E-3E9A-467C-8034-FF027C096000}"/>
          </ac:spMkLst>
        </pc:spChg>
        <pc:spChg chg="mod">
          <ac:chgData name="Rao, Jia" userId="20023150-97fb-4995-8cc2-bf7095f159d8" providerId="ADAL" clId="{A4E86045-AD58-521B-98FE-063427F00296}" dt="2026-07-11T00:21:18.555" v="8679" actId="207"/>
          <ac:spMkLst>
            <pc:docMk/>
            <pc:sldMk cId="824561660" sldId="370"/>
            <ac:spMk id="21" creationId="{784AF73A-4958-494F-A29D-8F5B332361BF}"/>
          </ac:spMkLst>
        </pc:spChg>
        <pc:spChg chg="mod">
          <ac:chgData name="Rao, Jia" userId="20023150-97fb-4995-8cc2-bf7095f159d8" providerId="ADAL" clId="{A4E86045-AD58-521B-98FE-063427F00296}" dt="2026-07-11T00:30:39.395" v="8734" actId="1076"/>
          <ac:spMkLst>
            <pc:docMk/>
            <pc:sldMk cId="824561660" sldId="370"/>
            <ac:spMk id="52" creationId="{65D0E3B2-21D1-4FBA-967E-8F9AB8AA059F}"/>
          </ac:spMkLst>
        </pc:spChg>
        <pc:spChg chg="mod">
          <ac:chgData name="Rao, Jia" userId="20023150-97fb-4995-8cc2-bf7095f159d8" providerId="ADAL" clId="{A4E86045-AD58-521B-98FE-063427F00296}" dt="2026-07-11T00:14:14.974" v="8395" actId="20577"/>
          <ac:spMkLst>
            <pc:docMk/>
            <pc:sldMk cId="824561660" sldId="370"/>
            <ac:spMk id="54" creationId="{BB7EFD3F-3C78-4960-A93A-2DDE34B4125C}"/>
          </ac:spMkLst>
        </pc:spChg>
      </pc:sldChg>
      <pc:sldChg chg="delSp modSp mod modAnim modNotesTx">
        <pc:chgData name="Rao, Jia" userId="20023150-97fb-4995-8cc2-bf7095f159d8" providerId="ADAL" clId="{A4E86045-AD58-521B-98FE-063427F00296}" dt="2026-07-11T00:57:02.350" v="8884"/>
        <pc:sldMkLst>
          <pc:docMk/>
          <pc:sldMk cId="1435351586" sldId="371"/>
        </pc:sldMkLst>
        <pc:spChg chg="del">
          <ac:chgData name="Rao, Jia" userId="20023150-97fb-4995-8cc2-bf7095f159d8" providerId="ADAL" clId="{A4E86045-AD58-521B-98FE-063427F00296}" dt="2026-07-11T00:38:20.544" v="8788" actId="478"/>
          <ac:spMkLst>
            <pc:docMk/>
            <pc:sldMk cId="1435351586" sldId="371"/>
            <ac:spMk id="2" creationId="{F6366A7D-597F-4DA3-8860-7A0482E41D93}"/>
          </ac:spMkLst>
        </pc:spChg>
        <pc:spChg chg="mod">
          <ac:chgData name="Rao, Jia" userId="20023150-97fb-4995-8cc2-bf7095f159d8" providerId="ADAL" clId="{A4E86045-AD58-521B-98FE-063427F00296}" dt="2026-07-11T00:45:41.522" v="8883" actId="207"/>
          <ac:spMkLst>
            <pc:docMk/>
            <pc:sldMk cId="1435351586" sldId="371"/>
            <ac:spMk id="43" creationId="{1D1AB20F-B316-46FC-A60C-F8C0FB6AD525}"/>
          </ac:spMkLst>
        </pc:spChg>
        <pc:spChg chg="mod">
          <ac:chgData name="Rao, Jia" userId="20023150-97fb-4995-8cc2-bf7095f159d8" providerId="ADAL" clId="{A4E86045-AD58-521B-98FE-063427F00296}" dt="2026-07-11T00:36:37.616" v="8784" actId="20577"/>
          <ac:spMkLst>
            <pc:docMk/>
            <pc:sldMk cId="1435351586" sldId="371"/>
            <ac:spMk id="84" creationId="{E40A2B33-1679-4F37-BA26-D0165EBDBE3C}"/>
          </ac:spMkLst>
        </pc:spChg>
      </pc:sldChg>
      <pc:sldChg chg="delSp modSp mod modAnim modNotesTx">
        <pc:chgData name="Rao, Jia" userId="20023150-97fb-4995-8cc2-bf7095f159d8" providerId="ADAL" clId="{A4E86045-AD58-521B-98FE-063427F00296}" dt="2026-07-11T01:03:33.863" v="8959" actId="478"/>
        <pc:sldMkLst>
          <pc:docMk/>
          <pc:sldMk cId="2032134515" sldId="372"/>
        </pc:sldMkLst>
        <pc:spChg chg="del">
          <ac:chgData name="Rao, Jia" userId="20023150-97fb-4995-8cc2-bf7095f159d8" providerId="ADAL" clId="{A4E86045-AD58-521B-98FE-063427F00296}" dt="2026-07-11T01:03:33.863" v="8959" actId="478"/>
          <ac:spMkLst>
            <pc:docMk/>
            <pc:sldMk cId="2032134515" sldId="372"/>
            <ac:spMk id="2" creationId="{43CC112D-EAB6-4A31-9536-96AEBCD54AB1}"/>
          </ac:spMkLst>
        </pc:spChg>
        <pc:spChg chg="mod">
          <ac:chgData name="Rao, Jia" userId="20023150-97fb-4995-8cc2-bf7095f159d8" providerId="ADAL" clId="{A4E86045-AD58-521B-98FE-063427F00296}" dt="2026-07-11T00:58:42.738" v="8931" actId="20577"/>
          <ac:spMkLst>
            <pc:docMk/>
            <pc:sldMk cId="2032134515" sldId="372"/>
            <ac:spMk id="74" creationId="{A961FAFC-3459-4203-9CD6-4B25749AF8AA}"/>
          </ac:spMkLst>
        </pc:spChg>
        <pc:spChg chg="mod">
          <ac:chgData name="Rao, Jia" userId="20023150-97fb-4995-8cc2-bf7095f159d8" providerId="ADAL" clId="{A4E86045-AD58-521B-98FE-063427F00296}" dt="2026-07-11T01:02:30.339" v="8958" actId="313"/>
          <ac:spMkLst>
            <pc:docMk/>
            <pc:sldMk cId="2032134515" sldId="372"/>
            <ac:spMk id="76" creationId="{3DB7A967-049A-4BDC-819A-CBB38EEC81F2}"/>
          </ac:spMkLst>
        </pc:spChg>
      </pc:sldChg>
      <pc:sldChg chg="modSp mod modNotesTx">
        <pc:chgData name="Rao, Jia" userId="20023150-97fb-4995-8cc2-bf7095f159d8" providerId="ADAL" clId="{A4E86045-AD58-521B-98FE-063427F00296}" dt="2026-07-11T01:20:33.486" v="10028" actId="20577"/>
        <pc:sldMkLst>
          <pc:docMk/>
          <pc:sldMk cId="86487300" sldId="373"/>
        </pc:sldMkLst>
        <pc:spChg chg="mod">
          <ac:chgData name="Rao, Jia" userId="20023150-97fb-4995-8cc2-bf7095f159d8" providerId="ADAL" clId="{A4E86045-AD58-521B-98FE-063427F00296}" dt="2026-07-11T00:57:36.351" v="8885" actId="207"/>
          <ac:spMkLst>
            <pc:docMk/>
            <pc:sldMk cId="86487300" sldId="373"/>
            <ac:spMk id="63" creationId="{731AE2E3-826A-40BA-840B-B439440F263B}"/>
          </ac:spMkLst>
        </pc:spChg>
        <pc:spChg chg="mod">
          <ac:chgData name="Rao, Jia" userId="20023150-97fb-4995-8cc2-bf7095f159d8" providerId="ADAL" clId="{A4E86045-AD58-521B-98FE-063427F00296}" dt="2026-07-11T00:57:40.091" v="8886" actId="207"/>
          <ac:spMkLst>
            <pc:docMk/>
            <pc:sldMk cId="86487300" sldId="373"/>
            <ac:spMk id="64" creationId="{937C2741-2B00-4349-A62E-E4BA5333EE95}"/>
          </ac:spMkLst>
        </pc:spChg>
        <pc:spChg chg="mod">
          <ac:chgData name="Rao, Jia" userId="20023150-97fb-4995-8cc2-bf7095f159d8" providerId="ADAL" clId="{A4E86045-AD58-521B-98FE-063427F00296}" dt="2026-07-11T00:57:43.397" v="8887" actId="207"/>
          <ac:spMkLst>
            <pc:docMk/>
            <pc:sldMk cId="86487300" sldId="373"/>
            <ac:spMk id="65" creationId="{8303DE93-079A-4D91-9E7C-E39B8A9367D2}"/>
          </ac:spMkLst>
        </pc:spChg>
        <pc:spChg chg="mod">
          <ac:chgData name="Rao, Jia" userId="20023150-97fb-4995-8cc2-bf7095f159d8" providerId="ADAL" clId="{A4E86045-AD58-521B-98FE-063427F00296}" dt="2026-07-11T01:04:24.885" v="9006" actId="20577"/>
          <ac:spMkLst>
            <pc:docMk/>
            <pc:sldMk cId="86487300" sldId="373"/>
            <ac:spMk id="68" creationId="{DAE2897D-ED61-4D46-B572-D7C6279BDF3A}"/>
          </ac:spMkLst>
        </pc:spChg>
      </pc:sldChg>
      <pc:sldChg chg="del">
        <pc:chgData name="Rao, Jia" userId="20023150-97fb-4995-8cc2-bf7095f159d8" providerId="ADAL" clId="{A4E86045-AD58-521B-98FE-063427F00296}" dt="2026-07-11T01:27:13.072" v="10242" actId="2696"/>
        <pc:sldMkLst>
          <pc:docMk/>
          <pc:sldMk cId="418241116" sldId="374"/>
        </pc:sldMkLst>
      </pc:sldChg>
      <pc:sldChg chg="add">
        <pc:chgData name="Rao, Jia" userId="20023150-97fb-4995-8cc2-bf7095f159d8" providerId="ADAL" clId="{A4E86045-AD58-521B-98FE-063427F00296}" dt="2026-07-11T01:27:18.215" v="10243"/>
        <pc:sldMkLst>
          <pc:docMk/>
          <pc:sldMk cId="1046446878" sldId="374"/>
        </pc:sldMkLst>
      </pc:sldChg>
      <pc:sldChg chg="del">
        <pc:chgData name="Rao, Jia" userId="20023150-97fb-4995-8cc2-bf7095f159d8" providerId="ADAL" clId="{A4E86045-AD58-521B-98FE-063427F00296}" dt="2026-07-11T01:27:13.072" v="10242" actId="2696"/>
        <pc:sldMkLst>
          <pc:docMk/>
          <pc:sldMk cId="427099904" sldId="375"/>
        </pc:sldMkLst>
      </pc:sldChg>
      <pc:sldChg chg="add">
        <pc:chgData name="Rao, Jia" userId="20023150-97fb-4995-8cc2-bf7095f159d8" providerId="ADAL" clId="{A4E86045-AD58-521B-98FE-063427F00296}" dt="2026-07-11T01:27:18.215" v="10243"/>
        <pc:sldMkLst>
          <pc:docMk/>
          <pc:sldMk cId="3346376354" sldId="375"/>
        </pc:sldMkLst>
      </pc:sldChg>
      <pc:sldChg chg="delSp modSp mod modNotesTx">
        <pc:chgData name="Rao, Jia" userId="20023150-97fb-4995-8cc2-bf7095f159d8" providerId="ADAL" clId="{A4E86045-AD58-521B-98FE-063427F00296}" dt="2026-07-11T01:35:35.365" v="11149" actId="20577"/>
        <pc:sldMkLst>
          <pc:docMk/>
          <pc:sldMk cId="1236661366" sldId="376"/>
        </pc:sldMkLst>
        <pc:spChg chg="del">
          <ac:chgData name="Rao, Jia" userId="20023150-97fb-4995-8cc2-bf7095f159d8" providerId="ADAL" clId="{A4E86045-AD58-521B-98FE-063427F00296}" dt="2026-07-11T01:27:47.739" v="10244" actId="478"/>
          <ac:spMkLst>
            <pc:docMk/>
            <pc:sldMk cId="1236661366" sldId="376"/>
            <ac:spMk id="2" creationId="{E1363DD5-B9F0-46DD-AAFB-5D5F7D74413D}"/>
          </ac:spMkLst>
        </pc:spChg>
        <pc:spChg chg="mod">
          <ac:chgData name="Rao, Jia" userId="20023150-97fb-4995-8cc2-bf7095f159d8" providerId="ADAL" clId="{A4E86045-AD58-521B-98FE-063427F00296}" dt="2026-07-11T01:28:24.196" v="10264" actId="20577"/>
          <ac:spMkLst>
            <pc:docMk/>
            <pc:sldMk cId="1236661366" sldId="376"/>
            <ac:spMk id="17" creationId="{8F9ADF7F-074B-4079-BA78-3F2BB703915E}"/>
          </ac:spMkLst>
        </pc:spChg>
        <pc:spChg chg="mod">
          <ac:chgData name="Rao, Jia" userId="20023150-97fb-4995-8cc2-bf7095f159d8" providerId="ADAL" clId="{A4E86045-AD58-521B-98FE-063427F00296}" dt="2026-07-11T01:28:47.212" v="10282" actId="1076"/>
          <ac:spMkLst>
            <pc:docMk/>
            <pc:sldMk cId="1236661366" sldId="376"/>
            <ac:spMk id="30" creationId="{F594F463-AF7D-4107-899F-848021EC7E4D}"/>
          </ac:spMkLst>
        </pc:spChg>
        <pc:spChg chg="mod">
          <ac:chgData name="Rao, Jia" userId="20023150-97fb-4995-8cc2-bf7095f159d8" providerId="ADAL" clId="{A4E86045-AD58-521B-98FE-063427F00296}" dt="2026-07-11T01:28:11.569" v="10251" actId="255"/>
          <ac:spMkLst>
            <pc:docMk/>
            <pc:sldMk cId="1236661366" sldId="376"/>
            <ac:spMk id="43" creationId="{82F7E6DE-9F84-48D6-8675-C5D89565DBAD}"/>
          </ac:spMkLst>
        </pc:spChg>
      </pc:sldChg>
      <pc:sldChg chg="modNotesTx">
        <pc:chgData name="Rao, Jia" userId="20023150-97fb-4995-8cc2-bf7095f159d8" providerId="ADAL" clId="{A4E86045-AD58-521B-98FE-063427F00296}" dt="2026-07-11T01:37:44.847" v="11221" actId="20577"/>
        <pc:sldMkLst>
          <pc:docMk/>
          <pc:sldMk cId="256422523" sldId="377"/>
        </pc:sldMkLst>
      </pc:sldChg>
      <pc:sldChg chg="delSp modSp mod">
        <pc:chgData name="Rao, Jia" userId="20023150-97fb-4995-8cc2-bf7095f159d8" providerId="ADAL" clId="{A4E86045-AD58-521B-98FE-063427F00296}" dt="2026-07-11T01:45:43.875" v="11402" actId="20577"/>
        <pc:sldMkLst>
          <pc:docMk/>
          <pc:sldMk cId="396545312" sldId="378"/>
        </pc:sldMkLst>
        <pc:spChg chg="del">
          <ac:chgData name="Rao, Jia" userId="20023150-97fb-4995-8cc2-bf7095f159d8" providerId="ADAL" clId="{A4E86045-AD58-521B-98FE-063427F00296}" dt="2026-07-11T01:44:18.266" v="11297" actId="478"/>
          <ac:spMkLst>
            <pc:docMk/>
            <pc:sldMk cId="396545312" sldId="378"/>
            <ac:spMk id="2" creationId="{0496B1D7-3B8C-4896-BEE6-8CD7FD6213D7}"/>
          </ac:spMkLst>
        </pc:spChg>
        <pc:spChg chg="mod">
          <ac:chgData name="Rao, Jia" userId="20023150-97fb-4995-8cc2-bf7095f159d8" providerId="ADAL" clId="{A4E86045-AD58-521B-98FE-063427F00296}" dt="2026-07-11T01:44:57.154" v="11318" actId="20577"/>
          <ac:spMkLst>
            <pc:docMk/>
            <pc:sldMk cId="396545312" sldId="378"/>
            <ac:spMk id="9" creationId="{D5D90784-BAE9-4683-AB5F-3AFCE0E8FF2D}"/>
          </ac:spMkLst>
        </pc:spChg>
        <pc:spChg chg="mod">
          <ac:chgData name="Rao, Jia" userId="20023150-97fb-4995-8cc2-bf7095f159d8" providerId="ADAL" clId="{A4E86045-AD58-521B-98FE-063427F00296}" dt="2026-07-11T01:45:43.875" v="11402" actId="20577"/>
          <ac:spMkLst>
            <pc:docMk/>
            <pc:sldMk cId="396545312" sldId="378"/>
            <ac:spMk id="10" creationId="{00FA5E70-071E-489B-BBDA-9442A195B24A}"/>
          </ac:spMkLst>
        </pc:spChg>
      </pc:sldChg>
      <pc:sldChg chg="modSp mod">
        <pc:chgData name="Rao, Jia" userId="20023150-97fb-4995-8cc2-bf7095f159d8" providerId="ADAL" clId="{A4E86045-AD58-521B-98FE-063427F00296}" dt="2026-07-10T13:26:37.255" v="1361" actId="255"/>
        <pc:sldMkLst>
          <pc:docMk/>
          <pc:sldMk cId="2087404084" sldId="379"/>
        </pc:sldMkLst>
        <pc:spChg chg="mod">
          <ac:chgData name="Rao, Jia" userId="20023150-97fb-4995-8cc2-bf7095f159d8" providerId="ADAL" clId="{A4E86045-AD58-521B-98FE-063427F00296}" dt="2026-07-10T13:26:37.255" v="1361" actId="255"/>
          <ac:spMkLst>
            <pc:docMk/>
            <pc:sldMk cId="2087404084" sldId="379"/>
            <ac:spMk id="15" creationId="{092908F9-C1A3-ACF0-A99E-9049A8082ABA}"/>
          </ac:spMkLst>
        </pc:spChg>
      </pc:sldChg>
      <pc:sldChg chg="addSp delSp modSp add mod delAnim modAnim modNotesTx">
        <pc:chgData name="Rao, Jia" userId="20023150-97fb-4995-8cc2-bf7095f159d8" providerId="ADAL" clId="{A4E86045-AD58-521B-98FE-063427F00296}" dt="2026-07-10T16:32:07.711" v="4620"/>
        <pc:sldMkLst>
          <pc:docMk/>
          <pc:sldMk cId="544948909" sldId="380"/>
        </pc:sldMkLst>
        <pc:spChg chg="del">
          <ac:chgData name="Rao, Jia" userId="20023150-97fb-4995-8cc2-bf7095f159d8" providerId="ADAL" clId="{A4E86045-AD58-521B-98FE-063427F00296}" dt="2026-07-10T16:31:23.505" v="4592" actId="478"/>
          <ac:spMkLst>
            <pc:docMk/>
            <pc:sldMk cId="544948909" sldId="380"/>
            <ac:spMk id="2" creationId="{296F7BBD-4788-4B85-E704-30A1CCA38928}"/>
          </ac:spMkLst>
        </pc:spChg>
        <pc:spChg chg="mod">
          <ac:chgData name="Rao, Jia" userId="20023150-97fb-4995-8cc2-bf7095f159d8" providerId="ADAL" clId="{A4E86045-AD58-521B-98FE-063427F00296}" dt="2026-07-10T16:18:16.723" v="4001" actId="207"/>
          <ac:spMkLst>
            <pc:docMk/>
            <pc:sldMk cId="544948909" sldId="380"/>
            <ac:spMk id="18" creationId="{E1DFCAD7-B1C9-6AED-3651-444425A39764}"/>
          </ac:spMkLst>
        </pc:spChg>
        <pc:spChg chg="mod">
          <ac:chgData name="Rao, Jia" userId="20023150-97fb-4995-8cc2-bf7095f159d8" providerId="ADAL" clId="{A4E86045-AD58-521B-98FE-063427F00296}" dt="2026-07-10T16:18:38.793" v="4016" actId="207"/>
          <ac:spMkLst>
            <pc:docMk/>
            <pc:sldMk cId="544948909" sldId="380"/>
            <ac:spMk id="21" creationId="{F2220947-494A-5ABF-60B6-0BC9CDCB6E4E}"/>
          </ac:spMkLst>
        </pc:spChg>
        <pc:spChg chg="mod">
          <ac:chgData name="Rao, Jia" userId="20023150-97fb-4995-8cc2-bf7095f159d8" providerId="ADAL" clId="{A4E86045-AD58-521B-98FE-063427F00296}" dt="2026-07-10T16:16:53.512" v="3982" actId="20577"/>
          <ac:spMkLst>
            <pc:docMk/>
            <pc:sldMk cId="544948909" sldId="380"/>
            <ac:spMk id="24" creationId="{1E21F0B6-DDBB-0C14-6050-446D18B62A05}"/>
          </ac:spMkLst>
        </pc:spChg>
        <pc:spChg chg="del">
          <ac:chgData name="Rao, Jia" userId="20023150-97fb-4995-8cc2-bf7095f159d8" providerId="ADAL" clId="{A4E86045-AD58-521B-98FE-063427F00296}" dt="2026-07-10T16:16:30.401" v="3968" actId="478"/>
          <ac:spMkLst>
            <pc:docMk/>
            <pc:sldMk cId="544948909" sldId="380"/>
            <ac:spMk id="27" creationId="{88EC93F6-BD70-C3FA-B9E5-04127B8A7613}"/>
          </ac:spMkLst>
        </pc:spChg>
        <pc:spChg chg="del">
          <ac:chgData name="Rao, Jia" userId="20023150-97fb-4995-8cc2-bf7095f159d8" providerId="ADAL" clId="{A4E86045-AD58-521B-98FE-063427F00296}" dt="2026-07-10T16:16:31.403" v="3969" actId="478"/>
          <ac:spMkLst>
            <pc:docMk/>
            <pc:sldMk cId="544948909" sldId="380"/>
            <ac:spMk id="28" creationId="{4AF51EDF-B370-8F74-74CB-9CA6E3F5DF6C}"/>
          </ac:spMkLst>
        </pc:spChg>
        <pc:spChg chg="add mod">
          <ac:chgData name="Rao, Jia" userId="20023150-97fb-4995-8cc2-bf7095f159d8" providerId="ADAL" clId="{A4E86045-AD58-521B-98FE-063427F00296}" dt="2026-07-10T16:20:12.139" v="4123" actId="20577"/>
          <ac:spMkLst>
            <pc:docMk/>
            <pc:sldMk cId="544948909" sldId="380"/>
            <ac:spMk id="29" creationId="{00F63385-4917-C537-FC5A-2AF97A9A09B8}"/>
          </ac:spMkLst>
        </pc:spChg>
        <pc:spChg chg="del">
          <ac:chgData name="Rao, Jia" userId="20023150-97fb-4995-8cc2-bf7095f159d8" providerId="ADAL" clId="{A4E86045-AD58-521B-98FE-063427F00296}" dt="2026-07-10T16:15:25.714" v="3906" actId="478"/>
          <ac:spMkLst>
            <pc:docMk/>
            <pc:sldMk cId="544948909" sldId="380"/>
            <ac:spMk id="31" creationId="{EBBC06FC-C62E-1619-7C39-4B90E820C9BD}"/>
          </ac:spMkLst>
        </pc:spChg>
        <pc:spChg chg="del">
          <ac:chgData name="Rao, Jia" userId="20023150-97fb-4995-8cc2-bf7095f159d8" providerId="ADAL" clId="{A4E86045-AD58-521B-98FE-063427F00296}" dt="2026-07-10T16:15:25.714" v="3906" actId="478"/>
          <ac:spMkLst>
            <pc:docMk/>
            <pc:sldMk cId="544948909" sldId="380"/>
            <ac:spMk id="32" creationId="{88AEB7E8-2391-FE4E-82F8-5E2484A8D038}"/>
          </ac:spMkLst>
        </pc:spChg>
        <pc:spChg chg="del">
          <ac:chgData name="Rao, Jia" userId="20023150-97fb-4995-8cc2-bf7095f159d8" providerId="ADAL" clId="{A4E86045-AD58-521B-98FE-063427F00296}" dt="2026-07-10T16:15:25.714" v="3906" actId="478"/>
          <ac:spMkLst>
            <pc:docMk/>
            <pc:sldMk cId="544948909" sldId="380"/>
            <ac:spMk id="33" creationId="{21FFFFA5-97EF-2808-F82C-D36305257E3E}"/>
          </ac:spMkLst>
        </pc:spChg>
        <pc:spChg chg="del">
          <ac:chgData name="Rao, Jia" userId="20023150-97fb-4995-8cc2-bf7095f159d8" providerId="ADAL" clId="{A4E86045-AD58-521B-98FE-063427F00296}" dt="2026-07-10T16:15:25.714" v="3906" actId="478"/>
          <ac:spMkLst>
            <pc:docMk/>
            <pc:sldMk cId="544948909" sldId="380"/>
            <ac:spMk id="34" creationId="{541083E4-927E-3289-3CBB-6E4E979E4C69}"/>
          </ac:spMkLst>
        </pc:spChg>
        <pc:spChg chg="del">
          <ac:chgData name="Rao, Jia" userId="20023150-97fb-4995-8cc2-bf7095f159d8" providerId="ADAL" clId="{A4E86045-AD58-521B-98FE-063427F00296}" dt="2026-07-10T16:18:43.449" v="4017" actId="478"/>
          <ac:spMkLst>
            <pc:docMk/>
            <pc:sldMk cId="544948909" sldId="380"/>
            <ac:spMk id="35" creationId="{28E65F5E-9F86-DA22-DBE2-039BB20655D4}"/>
          </ac:spMkLst>
        </pc:spChg>
        <pc:spChg chg="del">
          <ac:chgData name="Rao, Jia" userId="20023150-97fb-4995-8cc2-bf7095f159d8" providerId="ADAL" clId="{A4E86045-AD58-521B-98FE-063427F00296}" dt="2026-07-10T16:18:43.449" v="4017" actId="478"/>
          <ac:spMkLst>
            <pc:docMk/>
            <pc:sldMk cId="544948909" sldId="380"/>
            <ac:spMk id="36" creationId="{94BCFCA4-F514-523D-7B20-322330C234BC}"/>
          </ac:spMkLst>
        </pc:spChg>
        <pc:spChg chg="del">
          <ac:chgData name="Rao, Jia" userId="20023150-97fb-4995-8cc2-bf7095f159d8" providerId="ADAL" clId="{A4E86045-AD58-521B-98FE-063427F00296}" dt="2026-07-10T16:18:43.449" v="4017" actId="478"/>
          <ac:spMkLst>
            <pc:docMk/>
            <pc:sldMk cId="544948909" sldId="380"/>
            <ac:spMk id="37" creationId="{06BDA971-5CB9-401B-0C67-16CFFD97D614}"/>
          </ac:spMkLst>
        </pc:spChg>
        <pc:spChg chg="del">
          <ac:chgData name="Rao, Jia" userId="20023150-97fb-4995-8cc2-bf7095f159d8" providerId="ADAL" clId="{A4E86045-AD58-521B-98FE-063427F00296}" dt="2026-07-10T16:18:43.449" v="4017" actId="478"/>
          <ac:spMkLst>
            <pc:docMk/>
            <pc:sldMk cId="544948909" sldId="380"/>
            <ac:spMk id="38" creationId="{B28D1A1E-7B63-237D-6D45-930879562D31}"/>
          </ac:spMkLst>
        </pc:spChg>
        <pc:spChg chg="mod">
          <ac:chgData name="Rao, Jia" userId="20023150-97fb-4995-8cc2-bf7095f159d8" providerId="ADAL" clId="{A4E86045-AD58-521B-98FE-063427F00296}" dt="2026-07-10T16:16:13.967" v="3967" actId="207"/>
          <ac:spMkLst>
            <pc:docMk/>
            <pc:sldMk cId="544948909" sldId="380"/>
            <ac:spMk id="39" creationId="{CFEA61AB-C165-1F40-530E-05ABB1E7C50C}"/>
          </ac:spMkLst>
        </pc:spChg>
        <pc:spChg chg="add mod">
          <ac:chgData name="Rao, Jia" userId="20023150-97fb-4995-8cc2-bf7095f159d8" providerId="ADAL" clId="{A4E86045-AD58-521B-98FE-063427F00296}" dt="2026-07-10T16:28:24.444" v="4485" actId="207"/>
          <ac:spMkLst>
            <pc:docMk/>
            <pc:sldMk cId="544948909" sldId="380"/>
            <ac:spMk id="42" creationId="{2BEC1A76-DA0E-D7F9-0564-DDCE7287ECB8}"/>
          </ac:spMkLst>
        </pc:spChg>
        <pc:spChg chg="del">
          <ac:chgData name="Rao, Jia" userId="20023150-97fb-4995-8cc2-bf7095f159d8" providerId="ADAL" clId="{A4E86045-AD58-521B-98FE-063427F00296}" dt="2026-07-10T16:17:11.532" v="3983" actId="478"/>
          <ac:spMkLst>
            <pc:docMk/>
            <pc:sldMk cId="544948909" sldId="380"/>
            <ac:spMk id="43" creationId="{EC6A1639-4C81-B7FB-A4A3-28B3AE3D7FA0}"/>
          </ac:spMkLst>
        </pc:spChg>
      </pc:sldChg>
      <pc:sldChg chg="addSp delSp modSp new mod">
        <pc:chgData name="Rao, Jia" userId="20023150-97fb-4995-8cc2-bf7095f159d8" providerId="ADAL" clId="{A4E86045-AD58-521B-98FE-063427F00296}" dt="2026-07-11T01:43:25.589" v="11291" actId="22"/>
        <pc:sldMkLst>
          <pc:docMk/>
          <pc:sldMk cId="1215993606" sldId="381"/>
        </pc:sldMkLst>
        <pc:spChg chg="add mod">
          <ac:chgData name="Rao, Jia" userId="20023150-97fb-4995-8cc2-bf7095f159d8" providerId="ADAL" clId="{A4E86045-AD58-521B-98FE-063427F00296}" dt="2026-07-10T16:30:47.520" v="4591" actId="1076"/>
          <ac:spMkLst>
            <pc:docMk/>
            <pc:sldMk cId="1215993606" sldId="381"/>
            <ac:spMk id="2" creationId="{4521893A-D16C-A861-F832-AFB46DDEB651}"/>
          </ac:spMkLst>
        </pc:spChg>
        <pc:spChg chg="add del">
          <ac:chgData name="Rao, Jia" userId="20023150-97fb-4995-8cc2-bf7095f159d8" providerId="ADAL" clId="{A4E86045-AD58-521B-98FE-063427F00296}" dt="2026-07-11T01:43:25.589" v="11291" actId="22"/>
          <ac:spMkLst>
            <pc:docMk/>
            <pc:sldMk cId="1215993606" sldId="381"/>
            <ac:spMk id="4" creationId="{8B7FDB79-D36A-5862-1268-E823F0880D2C}"/>
          </ac:spMkLst>
        </pc:spChg>
      </pc:sldChg>
      <pc:sldChg chg="delSp modSp add del mod delAnim">
        <pc:chgData name="Rao, Jia" userId="20023150-97fb-4995-8cc2-bf7095f159d8" providerId="ADAL" clId="{A4E86045-AD58-521B-98FE-063427F00296}" dt="2026-07-11T00:13:55.604" v="8394" actId="2696"/>
        <pc:sldMkLst>
          <pc:docMk/>
          <pc:sldMk cId="141707948" sldId="382"/>
        </pc:sldMkLst>
        <pc:spChg chg="del">
          <ac:chgData name="Rao, Jia" userId="20023150-97fb-4995-8cc2-bf7095f159d8" providerId="ADAL" clId="{A4E86045-AD58-521B-98FE-063427F00296}" dt="2026-07-10T22:02:38.899" v="7158" actId="478"/>
          <ac:spMkLst>
            <pc:docMk/>
            <pc:sldMk cId="141707948" sldId="382"/>
            <ac:spMk id="5" creationId="{5E2314D9-1B05-25BF-21A5-E71B387CD398}"/>
          </ac:spMkLst>
        </pc:spChg>
        <pc:spChg chg="del">
          <ac:chgData name="Rao, Jia" userId="20023150-97fb-4995-8cc2-bf7095f159d8" providerId="ADAL" clId="{A4E86045-AD58-521B-98FE-063427F00296}" dt="2026-07-10T22:02:38.899" v="7158" actId="478"/>
          <ac:spMkLst>
            <pc:docMk/>
            <pc:sldMk cId="141707948" sldId="382"/>
            <ac:spMk id="14" creationId="{523E470C-E504-049F-4AB9-B3C93A7D74F7}"/>
          </ac:spMkLst>
        </pc:spChg>
        <pc:spChg chg="del">
          <ac:chgData name="Rao, Jia" userId="20023150-97fb-4995-8cc2-bf7095f159d8" providerId="ADAL" clId="{A4E86045-AD58-521B-98FE-063427F00296}" dt="2026-07-10T22:02:38.899" v="7158" actId="478"/>
          <ac:spMkLst>
            <pc:docMk/>
            <pc:sldMk cId="141707948" sldId="382"/>
            <ac:spMk id="17" creationId="{E7A63EB6-95D5-E209-8E4F-0E354D574DDA}"/>
          </ac:spMkLst>
        </pc:spChg>
        <pc:spChg chg="del">
          <ac:chgData name="Rao, Jia" userId="20023150-97fb-4995-8cc2-bf7095f159d8" providerId="ADAL" clId="{A4E86045-AD58-521B-98FE-063427F00296}" dt="2026-07-10T22:02:38.899" v="7158" actId="478"/>
          <ac:spMkLst>
            <pc:docMk/>
            <pc:sldMk cId="141707948" sldId="382"/>
            <ac:spMk id="31" creationId="{98369D74-6B0B-EFD4-5A14-6A8CE4E330C2}"/>
          </ac:spMkLst>
        </pc:spChg>
        <pc:spChg chg="del">
          <ac:chgData name="Rao, Jia" userId="20023150-97fb-4995-8cc2-bf7095f159d8" providerId="ADAL" clId="{A4E86045-AD58-521B-98FE-063427F00296}" dt="2026-07-10T22:02:38.899" v="7158" actId="478"/>
          <ac:spMkLst>
            <pc:docMk/>
            <pc:sldMk cId="141707948" sldId="382"/>
            <ac:spMk id="32" creationId="{74CD9F7A-0631-2A67-BE6B-F10A080D06F6}"/>
          </ac:spMkLst>
        </pc:spChg>
        <pc:spChg chg="del">
          <ac:chgData name="Rao, Jia" userId="20023150-97fb-4995-8cc2-bf7095f159d8" providerId="ADAL" clId="{A4E86045-AD58-521B-98FE-063427F00296}" dt="2026-07-10T22:02:38.899" v="7158" actId="478"/>
          <ac:spMkLst>
            <pc:docMk/>
            <pc:sldMk cId="141707948" sldId="382"/>
            <ac:spMk id="33" creationId="{1EDEBF4E-4B37-BA44-F0DD-DC791B8BE3B5}"/>
          </ac:spMkLst>
        </pc:spChg>
        <pc:spChg chg="del">
          <ac:chgData name="Rao, Jia" userId="20023150-97fb-4995-8cc2-bf7095f159d8" providerId="ADAL" clId="{A4E86045-AD58-521B-98FE-063427F00296}" dt="2026-07-10T22:02:38.899" v="7158" actId="478"/>
          <ac:spMkLst>
            <pc:docMk/>
            <pc:sldMk cId="141707948" sldId="382"/>
            <ac:spMk id="44" creationId="{9D7035F1-C589-5781-6EC7-BB0DFEF8F9BB}"/>
          </ac:spMkLst>
        </pc:spChg>
        <pc:spChg chg="del">
          <ac:chgData name="Rao, Jia" userId="20023150-97fb-4995-8cc2-bf7095f159d8" providerId="ADAL" clId="{A4E86045-AD58-521B-98FE-063427F00296}" dt="2026-07-10T22:02:38.899" v="7158" actId="478"/>
          <ac:spMkLst>
            <pc:docMk/>
            <pc:sldMk cId="141707948" sldId="382"/>
            <ac:spMk id="45" creationId="{49741CDE-699E-F5DC-2F1D-182BE9402B39}"/>
          </ac:spMkLst>
        </pc:spChg>
        <pc:spChg chg="del">
          <ac:chgData name="Rao, Jia" userId="20023150-97fb-4995-8cc2-bf7095f159d8" providerId="ADAL" clId="{A4E86045-AD58-521B-98FE-063427F00296}" dt="2026-07-10T22:02:38.899" v="7158" actId="478"/>
          <ac:spMkLst>
            <pc:docMk/>
            <pc:sldMk cId="141707948" sldId="382"/>
            <ac:spMk id="48" creationId="{FFC3A13D-1B6C-4978-8FA5-2BADC51A4CE0}"/>
          </ac:spMkLst>
        </pc:spChg>
        <pc:spChg chg="del">
          <ac:chgData name="Rao, Jia" userId="20023150-97fb-4995-8cc2-bf7095f159d8" providerId="ADAL" clId="{A4E86045-AD58-521B-98FE-063427F00296}" dt="2026-07-10T22:02:38.899" v="7158" actId="478"/>
          <ac:spMkLst>
            <pc:docMk/>
            <pc:sldMk cId="141707948" sldId="382"/>
            <ac:spMk id="52" creationId="{C0F9985A-6096-4696-5704-FA608D3C0572}"/>
          </ac:spMkLst>
        </pc:spChg>
        <pc:spChg chg="mod">
          <ac:chgData name="Rao, Jia" userId="20023150-97fb-4995-8cc2-bf7095f159d8" providerId="ADAL" clId="{A4E86045-AD58-521B-98FE-063427F00296}" dt="2026-07-10T22:02:26.499" v="7157" actId="20577"/>
          <ac:spMkLst>
            <pc:docMk/>
            <pc:sldMk cId="141707948" sldId="382"/>
            <ac:spMk id="60" creationId="{C805A127-1B3B-3C5A-36C5-480F2FF152D3}"/>
          </ac:spMkLst>
        </pc:spChg>
      </pc:sldChg>
      <pc:sldChg chg="new del">
        <pc:chgData name="Rao, Jia" userId="20023150-97fb-4995-8cc2-bf7095f159d8" providerId="ADAL" clId="{A4E86045-AD58-521B-98FE-063427F00296}" dt="2026-07-10T22:02:06.447" v="7116" actId="2696"/>
        <pc:sldMkLst>
          <pc:docMk/>
          <pc:sldMk cId="3448857969" sldId="382"/>
        </pc:sldMkLst>
      </pc:sldChg>
      <pc:sldChg chg="addSp delSp modSp add mod delAnim modAnim modNotesTx">
        <pc:chgData name="Rao, Jia" userId="20023150-97fb-4995-8cc2-bf7095f159d8" providerId="ADAL" clId="{A4E86045-AD58-521B-98FE-063427F00296}" dt="2026-07-11T00:20:53.544" v="8677" actId="20577"/>
        <pc:sldMkLst>
          <pc:docMk/>
          <pc:sldMk cId="2983244381" sldId="383"/>
        </pc:sldMkLst>
        <pc:spChg chg="add mod">
          <ac:chgData name="Rao, Jia" userId="20023150-97fb-4995-8cc2-bf7095f159d8" providerId="ADAL" clId="{A4E86045-AD58-521B-98FE-063427F00296}" dt="2026-07-11T00:20:44.824" v="8668" actId="14100"/>
          <ac:spMkLst>
            <pc:docMk/>
            <pc:sldMk cId="2983244381" sldId="383"/>
            <ac:spMk id="2" creationId="{DA44FC10-A2C2-5103-DE5B-B5EA1B447C0A}"/>
          </ac:spMkLst>
        </pc:spChg>
        <pc:spChg chg="add mod">
          <ac:chgData name="Rao, Jia" userId="20023150-97fb-4995-8cc2-bf7095f159d8" providerId="ADAL" clId="{A4E86045-AD58-521B-98FE-063427F00296}" dt="2026-07-11T00:20:41.496" v="8667" actId="14100"/>
          <ac:spMkLst>
            <pc:docMk/>
            <pc:sldMk cId="2983244381" sldId="383"/>
            <ac:spMk id="3" creationId="{D20C11EB-D03D-B2FA-A760-C29863548D3E}"/>
          </ac:spMkLst>
        </pc:spChg>
        <pc:spChg chg="del">
          <ac:chgData name="Rao, Jia" userId="20023150-97fb-4995-8cc2-bf7095f159d8" providerId="ADAL" clId="{A4E86045-AD58-521B-98FE-063427F00296}" dt="2026-07-10T23:18:17.575" v="7170" actId="478"/>
          <ac:spMkLst>
            <pc:docMk/>
            <pc:sldMk cId="2983244381" sldId="383"/>
            <ac:spMk id="4" creationId="{67D7FA44-25F9-C217-7F86-F80827068A76}"/>
          </ac:spMkLst>
        </pc:spChg>
        <pc:spChg chg="del">
          <ac:chgData name="Rao, Jia" userId="20023150-97fb-4995-8cc2-bf7095f159d8" providerId="ADAL" clId="{A4E86045-AD58-521B-98FE-063427F00296}" dt="2026-07-10T23:18:19.051" v="7171" actId="478"/>
          <ac:spMkLst>
            <pc:docMk/>
            <pc:sldMk cId="2983244381" sldId="383"/>
            <ac:spMk id="5" creationId="{C0FBB99A-65B8-FF0D-C0EE-CAD1D56C0C76}"/>
          </ac:spMkLst>
        </pc:spChg>
        <pc:spChg chg="del">
          <ac:chgData name="Rao, Jia" userId="20023150-97fb-4995-8cc2-bf7095f159d8" providerId="ADAL" clId="{A4E86045-AD58-521B-98FE-063427F00296}" dt="2026-07-10T23:18:20.248" v="7172" actId="478"/>
          <ac:spMkLst>
            <pc:docMk/>
            <pc:sldMk cId="2983244381" sldId="383"/>
            <ac:spMk id="6" creationId="{2B2E1315-7F0C-DF6F-2B02-C48A41785018}"/>
          </ac:spMkLst>
        </pc:spChg>
        <pc:spChg chg="add del mod">
          <ac:chgData name="Rao, Jia" userId="20023150-97fb-4995-8cc2-bf7095f159d8" providerId="ADAL" clId="{A4E86045-AD58-521B-98FE-063427F00296}" dt="2026-07-11T00:02:57.734" v="8046" actId="478"/>
          <ac:spMkLst>
            <pc:docMk/>
            <pc:sldMk cId="2983244381" sldId="383"/>
            <ac:spMk id="7" creationId="{F939E75A-38C4-9375-5643-D2F9F7235847}"/>
          </ac:spMkLst>
        </pc:spChg>
        <pc:spChg chg="add mod">
          <ac:chgData name="Rao, Jia" userId="20023150-97fb-4995-8cc2-bf7095f159d8" providerId="ADAL" clId="{A4E86045-AD58-521B-98FE-063427F00296}" dt="2026-07-11T00:01:53.797" v="8020" actId="1076"/>
          <ac:spMkLst>
            <pc:docMk/>
            <pc:sldMk cId="2983244381" sldId="383"/>
            <ac:spMk id="8" creationId="{826C472E-A524-E880-1030-CC084A49A754}"/>
          </ac:spMkLst>
        </pc:spChg>
        <pc:spChg chg="mod">
          <ac:chgData name="Rao, Jia" userId="20023150-97fb-4995-8cc2-bf7095f159d8" providerId="ADAL" clId="{A4E86045-AD58-521B-98FE-063427F00296}" dt="2026-07-10T23:16:41.658" v="7162" actId="255"/>
          <ac:spMkLst>
            <pc:docMk/>
            <pc:sldMk cId="2983244381" sldId="383"/>
            <ac:spMk id="13" creationId="{2A27BCE1-CD25-51EA-B92B-A1C257F634F5}"/>
          </ac:spMkLst>
        </pc:spChg>
        <pc:spChg chg="mod topLvl">
          <ac:chgData name="Rao, Jia" userId="20023150-97fb-4995-8cc2-bf7095f159d8" providerId="ADAL" clId="{A4E86045-AD58-521B-98FE-063427F00296}" dt="2026-07-10T23:17:11.672" v="7164" actId="207"/>
          <ac:spMkLst>
            <pc:docMk/>
            <pc:sldMk cId="2983244381" sldId="383"/>
            <ac:spMk id="90" creationId="{ECD09CE7-F964-0B89-FE43-E8148E6CFCB8}"/>
          </ac:spMkLst>
        </pc:spChg>
        <pc:spChg chg="mod topLvl">
          <ac:chgData name="Rao, Jia" userId="20023150-97fb-4995-8cc2-bf7095f159d8" providerId="ADAL" clId="{A4E86045-AD58-521B-98FE-063427F00296}" dt="2026-07-10T23:17:29.776" v="7165" actId="207"/>
          <ac:spMkLst>
            <pc:docMk/>
            <pc:sldMk cId="2983244381" sldId="383"/>
            <ac:spMk id="92" creationId="{106C398C-4EED-4E8B-12FE-752C489411DA}"/>
          </ac:spMkLst>
        </pc:spChg>
        <pc:spChg chg="mod topLvl">
          <ac:chgData name="Rao, Jia" userId="20023150-97fb-4995-8cc2-bf7095f159d8" providerId="ADAL" clId="{A4E86045-AD58-521B-98FE-063427F00296}" dt="2026-07-10T23:17:39.674" v="7167" actId="207"/>
          <ac:spMkLst>
            <pc:docMk/>
            <pc:sldMk cId="2983244381" sldId="383"/>
            <ac:spMk id="93" creationId="{F7C724C5-A822-B393-0AF5-40FB225E5573}"/>
          </ac:spMkLst>
        </pc:spChg>
        <pc:spChg chg="mod">
          <ac:chgData name="Rao, Jia" userId="20023150-97fb-4995-8cc2-bf7095f159d8" providerId="ADAL" clId="{A4E86045-AD58-521B-98FE-063427F00296}" dt="2026-07-10T23:38:41.093" v="7175" actId="207"/>
          <ac:spMkLst>
            <pc:docMk/>
            <pc:sldMk cId="2983244381" sldId="383"/>
            <ac:spMk id="97" creationId="{4EEA2BFB-D643-DCE7-720F-687091643832}"/>
          </ac:spMkLst>
        </pc:spChg>
        <pc:spChg chg="mod">
          <ac:chgData name="Rao, Jia" userId="20023150-97fb-4995-8cc2-bf7095f159d8" providerId="ADAL" clId="{A4E86045-AD58-521B-98FE-063427F00296}" dt="2026-07-10T23:38:27.829" v="7173" actId="207"/>
          <ac:spMkLst>
            <pc:docMk/>
            <pc:sldMk cId="2983244381" sldId="383"/>
            <ac:spMk id="98" creationId="{E67E8313-24DB-8F91-8435-2D75772AF411}"/>
          </ac:spMkLst>
        </pc:spChg>
        <pc:spChg chg="topLvl">
          <ac:chgData name="Rao, Jia" userId="20023150-97fb-4995-8cc2-bf7095f159d8" providerId="ADAL" clId="{A4E86045-AD58-521B-98FE-063427F00296}" dt="2026-07-10T23:16:32.566" v="7161" actId="165"/>
          <ac:spMkLst>
            <pc:docMk/>
            <pc:sldMk cId="2983244381" sldId="383"/>
            <ac:spMk id="105" creationId="{7C9435CB-4C16-52E3-E404-2C5481B9AFFA}"/>
          </ac:spMkLst>
        </pc:spChg>
        <pc:spChg chg="topLvl">
          <ac:chgData name="Rao, Jia" userId="20023150-97fb-4995-8cc2-bf7095f159d8" providerId="ADAL" clId="{A4E86045-AD58-521B-98FE-063427F00296}" dt="2026-07-10T23:16:32.566" v="7161" actId="165"/>
          <ac:spMkLst>
            <pc:docMk/>
            <pc:sldMk cId="2983244381" sldId="383"/>
            <ac:spMk id="108" creationId="{CCEF5480-A0A5-D7C2-71DF-DE2F9FAB4C72}"/>
          </ac:spMkLst>
        </pc:spChg>
        <pc:spChg chg="topLvl">
          <ac:chgData name="Rao, Jia" userId="20023150-97fb-4995-8cc2-bf7095f159d8" providerId="ADAL" clId="{A4E86045-AD58-521B-98FE-063427F00296}" dt="2026-07-10T23:16:32.566" v="7161" actId="165"/>
          <ac:spMkLst>
            <pc:docMk/>
            <pc:sldMk cId="2983244381" sldId="383"/>
            <ac:spMk id="109" creationId="{5B5EB708-99A0-31ED-9E69-FF58F41DC423}"/>
          </ac:spMkLst>
        </pc:spChg>
        <pc:spChg chg="mod topLvl">
          <ac:chgData name="Rao, Jia" userId="20023150-97fb-4995-8cc2-bf7095f159d8" providerId="ADAL" clId="{A4E86045-AD58-521B-98FE-063427F00296}" dt="2026-07-11T00:05:27.913" v="8073" actId="20577"/>
          <ac:spMkLst>
            <pc:docMk/>
            <pc:sldMk cId="2983244381" sldId="383"/>
            <ac:spMk id="110" creationId="{9C85997E-988C-C4EA-8602-C810799454DC}"/>
          </ac:spMkLst>
        </pc:spChg>
        <pc:spChg chg="mod topLvl">
          <ac:chgData name="Rao, Jia" userId="20023150-97fb-4995-8cc2-bf7095f159d8" providerId="ADAL" clId="{A4E86045-AD58-521B-98FE-063427F00296}" dt="2026-07-10T23:18:03.098" v="7168" actId="207"/>
          <ac:spMkLst>
            <pc:docMk/>
            <pc:sldMk cId="2983244381" sldId="383"/>
            <ac:spMk id="111" creationId="{A4093E38-D4A0-91DE-E792-60D3C3A0552E}"/>
          </ac:spMkLst>
        </pc:spChg>
        <pc:spChg chg="mod topLvl">
          <ac:chgData name="Rao, Jia" userId="20023150-97fb-4995-8cc2-bf7095f159d8" providerId="ADAL" clId="{A4E86045-AD58-521B-98FE-063427F00296}" dt="2026-07-10T23:18:06.193" v="7169" actId="207"/>
          <ac:spMkLst>
            <pc:docMk/>
            <pc:sldMk cId="2983244381" sldId="383"/>
            <ac:spMk id="112" creationId="{99D236EF-F924-CC77-4F0E-2E78ED52C658}"/>
          </ac:spMkLst>
        </pc:spChg>
        <pc:spChg chg="mod topLvl">
          <ac:chgData name="Rao, Jia" userId="20023150-97fb-4995-8cc2-bf7095f159d8" providerId="ADAL" clId="{A4E86045-AD58-521B-98FE-063427F00296}" dt="2026-07-10T23:38:52.467" v="7176" actId="207"/>
          <ac:spMkLst>
            <pc:docMk/>
            <pc:sldMk cId="2983244381" sldId="383"/>
            <ac:spMk id="116" creationId="{1B054420-BDCA-4633-4FBB-66C9DB8ACBEE}"/>
          </ac:spMkLst>
        </pc:spChg>
      </pc:sldChg>
      <pc:sldChg chg="addSp delSp modSp add mod delAnim modNotesTx">
        <pc:chgData name="Rao, Jia" userId="20023150-97fb-4995-8cc2-bf7095f159d8" providerId="ADAL" clId="{A4E86045-AD58-521B-98FE-063427F00296}" dt="2026-07-11T01:31:19.005" v="10619" actId="20577"/>
        <pc:sldMkLst>
          <pc:docMk/>
          <pc:sldMk cId="2032579757" sldId="384"/>
        </pc:sldMkLst>
        <pc:spChg chg="del">
          <ac:chgData name="Rao, Jia" userId="20023150-97fb-4995-8cc2-bf7095f159d8" providerId="ADAL" clId="{A4E86045-AD58-521B-98FE-063427F00296}" dt="2026-07-11T01:21:11.322" v="10064" actId="478"/>
          <ac:spMkLst>
            <pc:docMk/>
            <pc:sldMk cId="2032579757" sldId="384"/>
            <ac:spMk id="3" creationId="{27FB8752-176F-044C-F4D3-6164A5CBDC09}"/>
          </ac:spMkLst>
        </pc:spChg>
        <pc:spChg chg="del">
          <ac:chgData name="Rao, Jia" userId="20023150-97fb-4995-8cc2-bf7095f159d8" providerId="ADAL" clId="{A4E86045-AD58-521B-98FE-063427F00296}" dt="2026-07-11T01:21:11.322" v="10064" actId="478"/>
          <ac:spMkLst>
            <pc:docMk/>
            <pc:sldMk cId="2032579757" sldId="384"/>
            <ac:spMk id="4" creationId="{C576580D-15C6-0DDC-0779-9BC8BE55F914}"/>
          </ac:spMkLst>
        </pc:spChg>
        <pc:spChg chg="del">
          <ac:chgData name="Rao, Jia" userId="20023150-97fb-4995-8cc2-bf7095f159d8" providerId="ADAL" clId="{A4E86045-AD58-521B-98FE-063427F00296}" dt="2026-07-11T01:21:11.322" v="10064" actId="478"/>
          <ac:spMkLst>
            <pc:docMk/>
            <pc:sldMk cId="2032579757" sldId="384"/>
            <ac:spMk id="11" creationId="{3961C9EF-3507-A7C0-5369-4875140D0DA1}"/>
          </ac:spMkLst>
        </pc:spChg>
        <pc:spChg chg="add mod">
          <ac:chgData name="Rao, Jia" userId="20023150-97fb-4995-8cc2-bf7095f159d8" providerId="ADAL" clId="{A4E86045-AD58-521B-98FE-063427F00296}" dt="2026-07-11T01:23:50.001" v="10238" actId="255"/>
          <ac:spMkLst>
            <pc:docMk/>
            <pc:sldMk cId="2032579757" sldId="384"/>
            <ac:spMk id="17" creationId="{8438B3E1-5BCE-B0E7-D775-668C317A1C14}"/>
          </ac:spMkLst>
        </pc:spChg>
        <pc:spChg chg="del">
          <ac:chgData name="Rao, Jia" userId="20023150-97fb-4995-8cc2-bf7095f159d8" providerId="ADAL" clId="{A4E86045-AD58-521B-98FE-063427F00296}" dt="2026-07-11T01:21:11.322" v="10064" actId="478"/>
          <ac:spMkLst>
            <pc:docMk/>
            <pc:sldMk cId="2032579757" sldId="384"/>
            <ac:spMk id="23" creationId="{FA408622-08C2-F74D-3272-5F354EBAA5DD}"/>
          </ac:spMkLst>
        </pc:spChg>
        <pc:spChg chg="del">
          <ac:chgData name="Rao, Jia" userId="20023150-97fb-4995-8cc2-bf7095f159d8" providerId="ADAL" clId="{A4E86045-AD58-521B-98FE-063427F00296}" dt="2026-07-11T01:21:11.322" v="10064" actId="478"/>
          <ac:spMkLst>
            <pc:docMk/>
            <pc:sldMk cId="2032579757" sldId="384"/>
            <ac:spMk id="27" creationId="{2EF887E4-5D6D-1E5B-1345-FFC561E0F990}"/>
          </ac:spMkLst>
        </pc:spChg>
        <pc:spChg chg="del">
          <ac:chgData name="Rao, Jia" userId="20023150-97fb-4995-8cc2-bf7095f159d8" providerId="ADAL" clId="{A4E86045-AD58-521B-98FE-063427F00296}" dt="2026-07-11T01:21:11.322" v="10064" actId="478"/>
          <ac:spMkLst>
            <pc:docMk/>
            <pc:sldMk cId="2032579757" sldId="384"/>
            <ac:spMk id="28" creationId="{3B72BAE7-E489-FC43-E407-A8636A47E1A4}"/>
          </ac:spMkLst>
        </pc:spChg>
        <pc:spChg chg="del">
          <ac:chgData name="Rao, Jia" userId="20023150-97fb-4995-8cc2-bf7095f159d8" providerId="ADAL" clId="{A4E86045-AD58-521B-98FE-063427F00296}" dt="2026-07-11T01:21:11.322" v="10064" actId="478"/>
          <ac:spMkLst>
            <pc:docMk/>
            <pc:sldMk cId="2032579757" sldId="384"/>
            <ac:spMk id="29" creationId="{F8D1A1EB-6564-5BEC-7F21-68A16BE75447}"/>
          </ac:spMkLst>
        </pc:spChg>
        <pc:spChg chg="del">
          <ac:chgData name="Rao, Jia" userId="20023150-97fb-4995-8cc2-bf7095f159d8" providerId="ADAL" clId="{A4E86045-AD58-521B-98FE-063427F00296}" dt="2026-07-11T01:21:11.322" v="10064" actId="478"/>
          <ac:spMkLst>
            <pc:docMk/>
            <pc:sldMk cId="2032579757" sldId="384"/>
            <ac:spMk id="34" creationId="{EA4D23FC-307B-B7F5-DE18-5ED6E968B64F}"/>
          </ac:spMkLst>
        </pc:spChg>
        <pc:spChg chg="del">
          <ac:chgData name="Rao, Jia" userId="20023150-97fb-4995-8cc2-bf7095f159d8" providerId="ADAL" clId="{A4E86045-AD58-521B-98FE-063427F00296}" dt="2026-07-11T01:21:11.322" v="10064" actId="478"/>
          <ac:spMkLst>
            <pc:docMk/>
            <pc:sldMk cId="2032579757" sldId="384"/>
            <ac:spMk id="39" creationId="{7D94D984-B1F8-5191-7CB2-6275D509BC34}"/>
          </ac:spMkLst>
        </pc:spChg>
        <pc:spChg chg="del">
          <ac:chgData name="Rao, Jia" userId="20023150-97fb-4995-8cc2-bf7095f159d8" providerId="ADAL" clId="{A4E86045-AD58-521B-98FE-063427F00296}" dt="2026-07-11T01:21:11.322" v="10064" actId="478"/>
          <ac:spMkLst>
            <pc:docMk/>
            <pc:sldMk cId="2032579757" sldId="384"/>
            <ac:spMk id="53" creationId="{1AECF64C-6672-1649-F813-391A71AFBECD}"/>
          </ac:spMkLst>
        </pc:spChg>
        <pc:spChg chg="mod">
          <ac:chgData name="Rao, Jia" userId="20023150-97fb-4995-8cc2-bf7095f159d8" providerId="ADAL" clId="{A4E86045-AD58-521B-98FE-063427F00296}" dt="2026-07-11T01:21:04.127" v="10063" actId="20577"/>
          <ac:spMkLst>
            <pc:docMk/>
            <pc:sldMk cId="2032579757" sldId="384"/>
            <ac:spMk id="68" creationId="{36309983-B0A8-CA03-9D19-ACD8886DCBC2}"/>
          </ac:spMkLst>
        </pc:spChg>
      </pc:sldChg>
      <pc:sldChg chg="new del">
        <pc:chgData name="Rao, Jia" userId="20023150-97fb-4995-8cc2-bf7095f159d8" providerId="ADAL" clId="{A4E86045-AD58-521B-98FE-063427F00296}" dt="2026-07-11T01:20:47.229" v="10030" actId="2696"/>
        <pc:sldMkLst>
          <pc:docMk/>
          <pc:sldMk cId="3217979752" sldId="384"/>
        </pc:sldMkLst>
      </pc:sldChg>
      <pc:sldChg chg="modSp add mod">
        <pc:chgData name="Rao, Jia" userId="20023150-97fb-4995-8cc2-bf7095f159d8" providerId="ADAL" clId="{A4E86045-AD58-521B-98FE-063427F00296}" dt="2026-07-11T01:44:05.791" v="11296" actId="2711"/>
        <pc:sldMkLst>
          <pc:docMk/>
          <pc:sldMk cId="3841449023" sldId="385"/>
        </pc:sldMkLst>
        <pc:spChg chg="mod">
          <ac:chgData name="Rao, Jia" userId="20023150-97fb-4995-8cc2-bf7095f159d8" providerId="ADAL" clId="{A4E86045-AD58-521B-98FE-063427F00296}" dt="2026-07-11T01:43:50.193" v="11294" actId="255"/>
          <ac:spMkLst>
            <pc:docMk/>
            <pc:sldMk cId="3841449023" sldId="385"/>
            <ac:spMk id="2" creationId="{ED9DE6AD-4832-7D44-ADF3-5E83F12E9088}"/>
          </ac:spMkLst>
        </pc:spChg>
        <pc:spChg chg="mod">
          <ac:chgData name="Rao, Jia" userId="20023150-97fb-4995-8cc2-bf7095f159d8" providerId="ADAL" clId="{A4E86045-AD58-521B-98FE-063427F00296}" dt="2026-07-11T01:43:59.187" v="11295" actId="2711"/>
          <ac:spMkLst>
            <pc:docMk/>
            <pc:sldMk cId="3841449023" sldId="385"/>
            <ac:spMk id="3" creationId="{32E86ACD-7E26-CD71-065F-A38AD8A1684A}"/>
          </ac:spMkLst>
        </pc:spChg>
        <pc:spChg chg="mod">
          <ac:chgData name="Rao, Jia" userId="20023150-97fb-4995-8cc2-bf7095f159d8" providerId="ADAL" clId="{A4E86045-AD58-521B-98FE-063427F00296}" dt="2026-07-11T01:44:05.791" v="11296" actId="2711"/>
          <ac:spMkLst>
            <pc:docMk/>
            <pc:sldMk cId="3841449023" sldId="385"/>
            <ac:spMk id="4" creationId="{DA6A90AA-2453-1582-9014-3A1FBADEE540}"/>
          </ac:spMkLst>
        </pc:spChg>
      </pc:sldChg>
    </pc:docChg>
  </pc:docChgLst>
  <pc:docChgLst>
    <pc:chgData name="Rao, Jia" userId="20023150-97fb-4995-8cc2-bf7095f159d8" providerId="ADAL" clId="{0049CBF8-853F-5B3F-89FA-A83E052DF45C}"/>
    <pc:docChg chg="modSld">
      <pc:chgData name="Rao, Jia" userId="20023150-97fb-4995-8cc2-bf7095f159d8" providerId="ADAL" clId="{0049CBF8-853F-5B3F-89FA-A83E052DF45C}" dt="2026-07-11T01:53:06.511" v="36" actId="207"/>
      <pc:docMkLst>
        <pc:docMk/>
      </pc:docMkLst>
      <pc:sldChg chg="modSp mod">
        <pc:chgData name="Rao, Jia" userId="20023150-97fb-4995-8cc2-bf7095f159d8" providerId="ADAL" clId="{0049CBF8-853F-5B3F-89FA-A83E052DF45C}" dt="2026-07-11T01:52:37.187" v="32" actId="255"/>
        <pc:sldMkLst>
          <pc:docMk/>
          <pc:sldMk cId="196641923" sldId="282"/>
        </pc:sldMkLst>
        <pc:spChg chg="mod">
          <ac:chgData name="Rao, Jia" userId="20023150-97fb-4995-8cc2-bf7095f159d8" providerId="ADAL" clId="{0049CBF8-853F-5B3F-89FA-A83E052DF45C}" dt="2026-07-11T01:52:37.187" v="32" actId="255"/>
          <ac:spMkLst>
            <pc:docMk/>
            <pc:sldMk cId="196641923" sldId="282"/>
            <ac:spMk id="2" creationId="{9CFB440E-FA80-030A-5CE4-8FA4833AEC6B}"/>
          </ac:spMkLst>
        </pc:spChg>
      </pc:sldChg>
      <pc:sldChg chg="modSp mod modNotesTx">
        <pc:chgData name="Rao, Jia" userId="20023150-97fb-4995-8cc2-bf7095f159d8" providerId="ADAL" clId="{0049CBF8-853F-5B3F-89FA-A83E052DF45C}" dt="2026-07-11T01:51:35.904" v="3" actId="207"/>
        <pc:sldMkLst>
          <pc:docMk/>
          <pc:sldMk cId="381586861" sldId="363"/>
        </pc:sldMkLst>
        <pc:spChg chg="mod">
          <ac:chgData name="Rao, Jia" userId="20023150-97fb-4995-8cc2-bf7095f159d8" providerId="ADAL" clId="{0049CBF8-853F-5B3F-89FA-A83E052DF45C}" dt="2026-07-11T01:51:30.927" v="2" actId="207"/>
          <ac:spMkLst>
            <pc:docMk/>
            <pc:sldMk cId="381586861" sldId="363"/>
            <ac:spMk id="17" creationId="{3A91F08B-B696-4B25-8FC3-116619B75B61}"/>
          </ac:spMkLst>
        </pc:spChg>
        <pc:spChg chg="mod">
          <ac:chgData name="Rao, Jia" userId="20023150-97fb-4995-8cc2-bf7095f159d8" providerId="ADAL" clId="{0049CBF8-853F-5B3F-89FA-A83E052DF45C}" dt="2026-07-11T01:51:35.904" v="3" actId="207"/>
          <ac:spMkLst>
            <pc:docMk/>
            <pc:sldMk cId="381586861" sldId="363"/>
            <ac:spMk id="29" creationId="{1701098A-DB03-4BC0-B15C-F23449C73C2B}"/>
          </ac:spMkLst>
        </pc:spChg>
      </pc:sldChg>
      <pc:sldChg chg="modSp mod">
        <pc:chgData name="Rao, Jia" userId="20023150-97fb-4995-8cc2-bf7095f159d8" providerId="ADAL" clId="{0049CBF8-853F-5B3F-89FA-A83E052DF45C}" dt="2026-07-11T01:52:47.808" v="34" actId="255"/>
        <pc:sldMkLst>
          <pc:docMk/>
          <pc:sldMk cId="256422523" sldId="377"/>
        </pc:sldMkLst>
        <pc:spChg chg="mod">
          <ac:chgData name="Rao, Jia" userId="20023150-97fb-4995-8cc2-bf7095f159d8" providerId="ADAL" clId="{0049CBF8-853F-5B3F-89FA-A83E052DF45C}" dt="2026-07-11T01:52:47.808" v="34" actId="255"/>
          <ac:spMkLst>
            <pc:docMk/>
            <pc:sldMk cId="256422523" sldId="377"/>
            <ac:spMk id="72" creationId="{32412460-2C12-4296-AFB0-CF671B85F078}"/>
          </ac:spMkLst>
        </pc:spChg>
      </pc:sldChg>
      <pc:sldChg chg="modSp mod">
        <pc:chgData name="Rao, Jia" userId="20023150-97fb-4995-8cc2-bf7095f159d8" providerId="ADAL" clId="{0049CBF8-853F-5B3F-89FA-A83E052DF45C}" dt="2026-07-11T01:52:12.376" v="16" actId="255"/>
        <pc:sldMkLst>
          <pc:docMk/>
          <pc:sldMk cId="396545312" sldId="378"/>
        </pc:sldMkLst>
        <pc:spChg chg="mod">
          <ac:chgData name="Rao, Jia" userId="20023150-97fb-4995-8cc2-bf7095f159d8" providerId="ADAL" clId="{0049CBF8-853F-5B3F-89FA-A83E052DF45C}" dt="2026-07-11T01:52:12.376" v="16" actId="255"/>
          <ac:spMkLst>
            <pc:docMk/>
            <pc:sldMk cId="396545312" sldId="378"/>
            <ac:spMk id="20" creationId="{D86A24B5-CC23-4F5F-BCE1-36F02DBDB509}"/>
          </ac:spMkLst>
        </pc:spChg>
      </pc:sldChg>
      <pc:sldChg chg="modSp mod">
        <pc:chgData name="Rao, Jia" userId="20023150-97fb-4995-8cc2-bf7095f159d8" providerId="ADAL" clId="{0049CBF8-853F-5B3F-89FA-A83E052DF45C}" dt="2026-07-11T01:53:06.511" v="36" actId="207"/>
        <pc:sldMkLst>
          <pc:docMk/>
          <pc:sldMk cId="2032579757" sldId="384"/>
        </pc:sldMkLst>
        <pc:spChg chg="mod">
          <ac:chgData name="Rao, Jia" userId="20023150-97fb-4995-8cc2-bf7095f159d8" providerId="ADAL" clId="{0049CBF8-853F-5B3F-89FA-A83E052DF45C}" dt="2026-07-11T01:53:06.511" v="36" actId="207"/>
          <ac:spMkLst>
            <pc:docMk/>
            <pc:sldMk cId="2032579757" sldId="384"/>
            <ac:spMk id="17" creationId="{8438B3E1-5BCE-B0E7-D775-668C317A1C1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F98AC23-6744-3C6D-D3ED-E54A690BA0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0EBCF3D5-0574-54FF-2F78-94EE41A5C1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A60F27-00ED-0F48-AD4B-6D04A76E22B6}" type="datetimeFigureOut">
              <a:rPr kumimoji="1" lang="zh-CN" altLang="en-US" smtClean="0">
                <a:latin typeface="+mj-lt"/>
                <a:ea typeface="+mj-ea"/>
                <a:cs typeface="+mj-cs"/>
              </a:rPr>
              <a:t>2026/7/11</a:t>
            </a:fld>
            <a:endParaRPr kumimoji="1" lang="zh-CN" altLang="en-US"/>
          </a:p>
        </p:txBody>
      </p:sp>
      <p:sp>
        <p:nvSpPr>
          <p:cNvPr id="4" name="页脚占位符 3">
            <a:extLst>
              <a:ext uri="{FF2B5EF4-FFF2-40B4-BE49-F238E27FC236}">
                <a16:creationId xmlns:a16="http://schemas.microsoft.com/office/drawing/2014/main" id="{3D717505-D193-3DAB-4181-C009465FB1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910D5B8D-7977-FCAC-D3DB-273D12F192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4031F7-C534-5C4B-A519-E41DA164FB05}" type="slidenum">
              <a:rPr kumimoji="1" lang="zh-CN" altLang="en-US" smtClean="0">
                <a:latin typeface="+mj-lt"/>
                <a:ea typeface="+mj-ea"/>
                <a:cs typeface="+mj-cs"/>
              </a:rPr>
              <a:t>‹#›</a:t>
            </a:fld>
            <a:endParaRPr kumimoji="1" lang="zh-CN" altLang="en-US"/>
          </a:p>
        </p:txBody>
      </p:sp>
    </p:spTree>
    <p:extLst>
      <p:ext uri="{BB962C8B-B14F-4D97-AF65-F5344CB8AC3E}">
        <p14:creationId xmlns:p14="http://schemas.microsoft.com/office/powerpoint/2010/main" val="5371018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rPr>
              <a:t>Thank you very much for the introduction.</a:t>
            </a:r>
            <a:r>
              <a:rPr lang="zh-CN" altLang="en-US" sz="1200" kern="1200" dirty="0">
                <a:solidFill>
                  <a:schemeClr val="tx1"/>
                </a:solidFill>
                <a:effectLst/>
              </a:rPr>
              <a:t> </a:t>
            </a:r>
            <a:r>
              <a:rPr lang="en-US" altLang="zh-CN" sz="1200" kern="1200" dirty="0">
                <a:solidFill>
                  <a:schemeClr val="tx1"/>
                </a:solidFill>
                <a:effectLst/>
              </a:rPr>
              <a:t>I’m Quan Xu</a:t>
            </a:r>
            <a:r>
              <a:rPr lang="zh-CN" altLang="en-US" sz="1200" kern="1200" dirty="0">
                <a:solidFill>
                  <a:schemeClr val="tx1"/>
                </a:solidFill>
                <a:effectLst/>
              </a:rPr>
              <a:t> </a:t>
            </a:r>
            <a:r>
              <a:rPr lang="en-US" altLang="zh-CN" sz="1200" kern="1200" dirty="0">
                <a:solidFill>
                  <a:schemeClr val="tx1"/>
                </a:solidFill>
                <a:effectLst/>
              </a:rPr>
              <a:t>from</a:t>
            </a:r>
            <a:r>
              <a:rPr lang="zh-CN" altLang="en-US" sz="1200" kern="1200" dirty="0">
                <a:solidFill>
                  <a:schemeClr val="tx1"/>
                </a:solidFill>
                <a:effectLst/>
              </a:rPr>
              <a:t> </a:t>
            </a:r>
            <a:r>
              <a:rPr lang="en-US" altLang="zh-CN" sz="1200" kern="1200" dirty="0">
                <a:solidFill>
                  <a:schemeClr val="tx1"/>
                </a:solidFill>
                <a:effectLst/>
              </a:rPr>
              <a:t>the</a:t>
            </a:r>
            <a:r>
              <a:rPr lang="zh-CN" altLang="en-US" sz="1200" kern="1200" dirty="0">
                <a:solidFill>
                  <a:schemeClr val="tx1"/>
                </a:solidFill>
                <a:effectLst/>
              </a:rPr>
              <a:t> </a:t>
            </a:r>
            <a:r>
              <a:rPr lang="en-US" altLang="zh-CN" sz="1200" kern="1200" dirty="0">
                <a:solidFill>
                  <a:schemeClr val="tx1"/>
                </a:solidFill>
                <a:effectLst/>
              </a:rPr>
              <a:t>Ali Cloud.</a:t>
            </a:r>
            <a:r>
              <a:rPr lang="zh-CN" altLang="en-US" sz="1200" kern="1200" dirty="0">
                <a:solidFill>
                  <a:schemeClr val="tx1"/>
                </a:solidFill>
                <a:effectLst/>
              </a:rPr>
              <a:t> </a:t>
            </a:r>
            <a:r>
              <a:rPr lang="en-US" altLang="zh-CN" sz="1200" kern="1200" dirty="0">
                <a:solidFill>
                  <a:schemeClr val="tx1"/>
                </a:solidFill>
                <a:effectLst/>
              </a:rPr>
              <a:t>I</a:t>
            </a:r>
            <a:r>
              <a:rPr lang="zh-CN" altLang="en-US" sz="1200" kern="1200" dirty="0">
                <a:solidFill>
                  <a:schemeClr val="tx1"/>
                </a:solidFill>
                <a:effectLst/>
              </a:rPr>
              <a:t> </a:t>
            </a:r>
            <a:r>
              <a:rPr lang="en-US" altLang="zh-CN" sz="1200" kern="1200" dirty="0">
                <a:solidFill>
                  <a:schemeClr val="tx1"/>
                </a:solidFill>
                <a:effectLst/>
              </a:rPr>
              <a:t>am</a:t>
            </a:r>
            <a:r>
              <a:rPr lang="zh-CN" altLang="en-US" sz="1200" kern="1200" dirty="0">
                <a:solidFill>
                  <a:schemeClr val="tx1"/>
                </a:solidFill>
                <a:effectLst/>
              </a:rPr>
              <a:t> </a:t>
            </a:r>
            <a:r>
              <a:rPr lang="en-US" altLang="zh-CN" sz="1200" kern="1200" dirty="0">
                <a:solidFill>
                  <a:schemeClr val="tx1"/>
                </a:solidFill>
                <a:effectLst/>
              </a:rPr>
              <a:t>going</a:t>
            </a:r>
            <a:r>
              <a:rPr lang="zh-CN" altLang="en-US" sz="1200" kern="1200" dirty="0">
                <a:solidFill>
                  <a:schemeClr val="tx1"/>
                </a:solidFill>
                <a:effectLst/>
              </a:rPr>
              <a:t> </a:t>
            </a:r>
            <a:r>
              <a:rPr lang="en-US" altLang="zh-CN" sz="1200" kern="1200" dirty="0">
                <a:solidFill>
                  <a:schemeClr val="tx1"/>
                </a:solidFill>
                <a:effectLst/>
              </a:rPr>
              <a:t>to</a:t>
            </a:r>
            <a:r>
              <a:rPr lang="zh-CN" altLang="en-US" sz="1200" kern="1200" dirty="0">
                <a:solidFill>
                  <a:schemeClr val="tx1"/>
                </a:solidFill>
                <a:effectLst/>
              </a:rPr>
              <a:t> </a:t>
            </a:r>
            <a:r>
              <a:rPr lang="en-US" altLang="zh-CN" sz="1200" kern="1200" dirty="0">
                <a:solidFill>
                  <a:schemeClr val="tx1"/>
                </a:solidFill>
                <a:effectLst/>
              </a:rPr>
              <a:t>present</a:t>
            </a:r>
            <a:r>
              <a:rPr lang="zh-CN" altLang="en-US" sz="1200" kern="1200" dirty="0">
                <a:solidFill>
                  <a:schemeClr val="tx1"/>
                </a:solidFill>
                <a:effectLst/>
              </a:rPr>
              <a:t> “</a:t>
            </a:r>
            <a:r>
              <a:rPr kumimoji="1" lang="en" altLang="zh-CN" sz="1200" dirty="0">
                <a:latin typeface="Calibri Light"/>
                <a:ea typeface="等线"/>
                <a:cs typeface="Arial"/>
              </a:rPr>
              <a:t>JANUS: Cross-World, Cooperative Nested Virtualization for Secure Containers</a:t>
            </a:r>
            <a:r>
              <a:rPr kumimoji="1" lang="zh-CN" altLang="en-US" sz="1200" dirty="0">
                <a:latin typeface="Calibri Light"/>
                <a:ea typeface="等线"/>
                <a:cs typeface="Arial"/>
              </a:rPr>
              <a:t>”</a:t>
            </a:r>
            <a:r>
              <a:rPr kumimoji="1" lang="en-US" altLang="zh-CN" sz="1200" kern="1200" dirty="0">
                <a:solidFill>
                  <a:schemeClr val="tx1"/>
                </a:solidFill>
                <a:effectLst/>
                <a:latin typeface="Calibri Light"/>
                <a:ea typeface="等线"/>
                <a:cs typeface="Arial"/>
              </a:rPr>
              <a:t>.</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Janus is part of a long time effort at Ali cloud in nested virtualization and has been used in production Alibaba cloud. This</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is</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a</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joint</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work</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among</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the</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Ant</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group, Alibaba</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Cloud, Huazhong</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University</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of</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Science</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and</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technology</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and</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UT</a:t>
            </a:r>
            <a:r>
              <a:rPr kumimoji="1" lang="zh-CN" altLang="en-US" sz="1200" kern="1200" dirty="0">
                <a:solidFill>
                  <a:schemeClr val="tx1"/>
                </a:solidFill>
                <a:effectLst/>
                <a:latin typeface="Calibri Light"/>
                <a:ea typeface="等线"/>
                <a:cs typeface="Arial"/>
              </a:rPr>
              <a:t> </a:t>
            </a:r>
            <a:r>
              <a:rPr kumimoji="1" lang="en-US" altLang="zh-CN" sz="1200" kern="1200" dirty="0">
                <a:solidFill>
                  <a:schemeClr val="tx1"/>
                </a:solidFill>
                <a:effectLst/>
                <a:latin typeface="Calibri Light"/>
                <a:ea typeface="等线"/>
                <a:cs typeface="Arial"/>
              </a:rPr>
              <a:t>Arlington.</a:t>
            </a:r>
            <a:endParaRPr lang="en-US" altLang="zh-CN" sz="1200" kern="1200" dirty="0">
              <a:solidFill>
                <a:schemeClr val="tx1"/>
              </a:solidFill>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40A5B-CC05-5AD1-7990-24CF1B6BB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322C8-C91D-F370-3EB4-92D67EBCA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9875F-037A-A8B3-AFBD-A9083FCEA8E8}"/>
              </a:ext>
            </a:extLst>
          </p:cNvPr>
          <p:cNvSpPr>
            <a:spLocks noGrp="1"/>
          </p:cNvSpPr>
          <p:nvPr>
            <p:ph type="body" idx="1"/>
          </p:nvPr>
        </p:nvSpPr>
        <p:spPr/>
        <p:txBody>
          <a:bodyPr/>
          <a:lstStyle/>
          <a:p>
            <a:r>
              <a:rPr lang="en-US" altLang="zh-CN" sz="1200" dirty="0"/>
              <a:t>Containers are widely adopted not only as a convenient software packaging method but also now the default the execution unit for production systems. It has been reported by CNCF (Cloud Native Computing Foundation) 2025 that most organizations adopt containers in their production systems and a majority of these organizations Only use containers for production deployments. While containers offer lightweight and efficient virtualization, their lack sufficient isolation for multitenant workloads. At production scale, container isolation becomes the central systems problem. </a:t>
            </a:r>
          </a:p>
        </p:txBody>
      </p:sp>
      <p:sp>
        <p:nvSpPr>
          <p:cNvPr id="4" name="Slide Number Placeholder 3">
            <a:extLst>
              <a:ext uri="{FF2B5EF4-FFF2-40B4-BE49-F238E27FC236}">
                <a16:creationId xmlns:a16="http://schemas.microsoft.com/office/drawing/2014/main" id="{04B70627-CB79-6A55-B009-7838EC78CE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09138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Traditional containers rely heavily on OS-level virtualization and the shared host kernel design, and thus lack sufficient security isolation. A vulnerability in the kernel can potentially allow an attacker inside one container to escape and gain access to the host or other containers. The CNCF report ranks security concerns the #2 challenge in container adoption.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A straightforward but effective approach to address container security vulnerabilities is to place ordinary containers inside lightweight or micro VMs. Compared to containers that use weak isolation mechanisms, such as namespaces, </a:t>
            </a:r>
            <a:r>
              <a:rPr lang="en-US" altLang="zh-CN" sz="1200" dirty="0" err="1"/>
              <a:t>cgroups</a:t>
            </a:r>
            <a:r>
              <a:rPr lang="en-US" altLang="zh-CN" sz="1200" dirty="0"/>
              <a:t>, and </a:t>
            </a:r>
            <a:r>
              <a:rPr lang="en-US" altLang="zh-CN" sz="1200" dirty="0" err="1"/>
              <a:t>secucomp</a:t>
            </a:r>
            <a:r>
              <a:rPr lang="en-US" altLang="zh-CN" sz="1200" dirty="0"/>
              <a:t>, virtual machines enforces much stronger isolations based on hardware-enforced privilege separation and memory virtualization. </a:t>
            </a:r>
            <a:r>
              <a:rPr lang="en-US" altLang="zh-CN" sz="1200" dirty="0" err="1"/>
              <a:t>MicroVMs</a:t>
            </a:r>
            <a:r>
              <a:rPr lang="en-US" altLang="zh-CN" sz="1200" dirty="0"/>
              <a:t> are heavily tailored lightweight VMs that appear like containers and can be seamlessly integrated into container orchestration frameworks, such as Kubernetes.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secure container deployment in production clouds typically relies on nested virtualization. To support elastic scaling and avoid over-provisioning, cloud providers increasingly deploy containers in cloud VMs instead of bare-metal servers, introducing substantial nested virtualization overhead. This work aims to reduce that overhead while preserving the security benefits of secure containers.</a:t>
            </a:r>
            <a:endParaRPr lang="en-US" altLang="zh-CN"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dirty="0"/>
              <a:t>To understand the high cost of nested virtualization, we first explain single-level CPU and memory virtualization. Modern processors support single-level CPU virtualization via the non-root and root modes and a VMCS structure. H</a:t>
            </a:r>
            <a:r>
              <a:rPr lang="en-US" b="0" dirty="0"/>
              <a:t>ardware automatically performs a VM entry and VM exit to switch between the two modes upon privileged events or interrupts. The Virtual Machine Control Structure (VMCS) is a hardware-managed data structure that stores the guest and host CPU state, enabling efficient context switching between the hypervisor and virtual machines.</a:t>
            </a:r>
            <a:r>
              <a:rPr lang="en-US" altLang="zh-CN" sz="1200" b="0" dirty="0"/>
              <a:t> For memory virtualization, the key issue is to perform a two-level address translation from guest virtual address to guest physical address, and to host physical address. </a:t>
            </a:r>
            <a:r>
              <a:rPr lang="en-US" b="0" dirty="0"/>
              <a:t>Extended Page Tables (EPT) enable memory virtualization by adding an additional hardware-managed translation from guest physical to host physical addresses using the EPT.</a:t>
            </a:r>
            <a:endParaRPr lang="en-US" altLang="zh-CN" sz="1200" b="0" dirty="0"/>
          </a:p>
          <a:p>
            <a:endParaRPr lang="en-US" altLang="zh-CN"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With secure containers inside on-demand cloud VMs, virtualization now becomes nested or two-level. L2 is the secure-container </a:t>
            </a:r>
            <a:r>
              <a:rPr lang="en-US" altLang="zh-CN" sz="1200" dirty="0" err="1"/>
              <a:t>microVM</a:t>
            </a:r>
            <a:r>
              <a:rPr lang="en-US" altLang="zh-CN" sz="1200" dirty="0"/>
              <a:t>, L1 is the cloud VM, and L0 is the host hypervisor. However, hardware-enabled VM-exit and entry cannot handle the switching between L2 and L1 as they both reside in the non-root mode and the two-level page tables are unable to deal with the three-level address translations from L2 guest virtual address all the way to L0 host physical address. Given the lack of hardware support, nested virtualization requires software emulation to handle the additional layer of context switching and address translation.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4757A-385B-5CF3-D477-372B53051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4F41A-4846-347D-6B4B-D611BA210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6C6CB-451D-F67A-C6A0-D0E874CD99E3}"/>
              </a:ext>
            </a:extLst>
          </p:cNvPr>
          <p:cNvSpPr>
            <a:spLocks noGrp="1"/>
          </p:cNvSpPr>
          <p:nvPr>
            <p:ph type="body" idx="1"/>
          </p:nvPr>
        </p:nvSpPr>
        <p:spPr/>
        <p:txBody>
          <a:bodyPr/>
          <a:lstStyle/>
          <a:p>
            <a:r>
              <a:rPr lang="en-US" altLang="zh-CN" sz="1200" dirty="0"/>
              <a:t>Existing nested virtualization solutions mainly focused on memory virtualization and can be categorized based on how they fit the three-level address translation into two-level hardware page tables. L0-dominated approaches, such as the one used in KVM, load CR3 directly with L2 guest page table and relies on L0 to maintain an EPT02 that translates L2 physical address to L0 host address. Since L0 is unaware of the address mappings between L1-L2, this approach involves frequent L0-L1 switching to construct EPT02. In contrast, shadow page table-based approaches shifts the burden to L1 and directly load EPT01 in the second level page table while constructing a SPT to translate from L2 virtual address to L1 physical address. However, both approaches incur frequent and expensive switches between L2, L1, and L0. Since the switches in L0-dominated approaches is hardware-triggered and are difficult to optimize, our recent work PVM published in SOSP’23 optimizes L1-L2 switches to ensure no traps to L0 when constructing the SPT. </a:t>
            </a:r>
          </a:p>
        </p:txBody>
      </p:sp>
      <p:sp>
        <p:nvSpPr>
          <p:cNvPr id="4" name="Slide Number Placeholder 3">
            <a:extLst>
              <a:ext uri="{FF2B5EF4-FFF2-40B4-BE49-F238E27FC236}">
                <a16:creationId xmlns:a16="http://schemas.microsoft.com/office/drawing/2014/main" id="{A8C16E60-07E7-DAEB-1B02-3C71365BFFE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86434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nested virtualization solutions primarily optimize memory virtualization but overlook the cost of context switching, limiting their performance benefits in many scenarios. We compare L0-dominated and L1-dominated designs, including our optimized PVM L1-based approach, using a workload that accesses a 32 GB memory region. The </a:t>
            </a:r>
            <a:r>
              <a:rPr lang="en-US" b="1" dirty="0"/>
              <a:t>inactive memory</a:t>
            </a:r>
            <a:r>
              <a:rPr lang="en-US" dirty="0"/>
              <a:t> test measures the initial access requiring multi-level page table construction, while the </a:t>
            </a:r>
            <a:r>
              <a:rPr lang="en-US" b="1" dirty="0"/>
              <a:t>active memory</a:t>
            </a:r>
            <a:r>
              <a:rPr lang="en-US" dirty="0"/>
              <a:t> test measures subsequent accesses after the memory is warmed up, requiring only multi-level address translation.  The result suggest that separate optimizations of the switching cost and memory virtualization alone are not sufficient to reduce the overall nested virtualization overhead. For example, PVM, our advanced nested memory virtualization approach, effectively reduce the overhead for nested page table construction but incurs considerable switching overhead for active memory address translation. The root cause is that existing approaches, including our PVM, falls short of jointly optimizing both the switching cost and memory virtualization overhead. </a:t>
            </a:r>
            <a:endParaRPr lang="en-US" altLang="zh-CN"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The key contribution of this work, Janus, is a virtualization framework that separate the responsibilities of world switching and page table management to separate hypervisors. The L1 hypervisor handles all L2 switches, such as system calls, interrupts, and page faults locally within L1 without any trap to the L0 while L0 maintains the EPT02 without frequent interactions with either L2 or L1. Janus is a hybrid approach that combines the benefit of KVM and PVM. Like KVM, Janus directly installs L2 GPT onto CR3, allowing all L2 GPT pages faults to be handled natively by L2 without any exit to L1 or L0, and L2’s EPT faults can be efficiently handled by L1 with only one exit to L0. Unlike KVM, Janus does not need an intermediate EPT12 to to construct EPT02.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defRPr/>
            </a:pPr>
            <a:r>
              <a:rPr lang="en-US" dirty="0"/>
              <a:t>Janus’s CPU virtualization centers on a </a:t>
            </a:r>
            <a:r>
              <a:rPr lang="en-US" b="1" dirty="0"/>
              <a:t>switcher</a:t>
            </a:r>
            <a:r>
              <a:rPr lang="en-US" dirty="0"/>
              <a:t> design, an assembly-code-based code and data segment residing in hardware ring 0 of non-root mode to handle privilege transitions in response to L2 events, such as system calls and interrupts. Essentially, the switcher is a software mechanism that emulates the functionality of the VMCS in non-root mode. Unlike PVM, which installs a shadow page table on CR3 for L2 execution and marks it read-only to intercept page-table updates, Janus's switcher design faces several new challenges. </a:t>
            </a:r>
            <a:r>
              <a:rPr lang="en-US" b="1" dirty="0"/>
              <a:t>First</a:t>
            </a:r>
            <a:r>
              <a:rPr lang="en-US" dirty="0"/>
              <a:t>, because the L2 guest directly uses its own guest page table (GPT) together with EPT0→2 for two-level address translation, every L2–L1 world switch must also switch the active EPT from EPT0→2 back to EPT0→1, without trapping to the L0 hypervisor. To address this, Janus leverages the </a:t>
            </a:r>
            <a:r>
              <a:rPr lang="en-US" b="1" dirty="0"/>
              <a:t>VMFUNC EPTP-switching</a:t>
            </a:r>
            <a:r>
              <a:rPr lang="en-US" dirty="0"/>
              <a:t> feature, allowing hardware to switch among preconfigured EPTs entirely in non-root mode. </a:t>
            </a:r>
            <a:r>
              <a:rPr lang="en-US" b="1" dirty="0"/>
              <a:t>Second</a:t>
            </a:r>
            <a:r>
              <a:rPr lang="en-US" dirty="0"/>
              <a:t>, since the switcher must reside at the same virtual address in both L1 and L2, and VMFUNC is an unprivileged instruction that can potentially switch to any preconfigured EPT, a malicious L2 guest could attempt to escape the L1 address space during a world switch. To prevent this, Janus introduces a </a:t>
            </a:r>
            <a:r>
              <a:rPr lang="en-US" b="1" dirty="0"/>
              <a:t>shadow-root mechanism</a:t>
            </a:r>
            <a:r>
              <a:rPr lang="en-US" dirty="0"/>
              <a:t>, which pins the switcher's page-table mappings in an L1-maintained shadow root that is visible only through the designated EPT. Any unauthorized EPT switch causes the shadow root to become inaccessible, triggering an EPT violation that is intercepted by L1, thereby preventing cross-domain memory access while preserving the low overhead of VMFUNC-based world switching. </a:t>
            </a:r>
            <a:endParaRPr lang="en-US" altLang="zh-CN" b="0" i="0" dirty="0">
              <a:effectLst/>
              <a:latin typeface="Arial"/>
              <a:ea typeface="等线"/>
              <a:cs typeface="Arial"/>
            </a:endParaRPr>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11</a:t>
            </a:fld>
            <a:endParaRPr kumimoji="1" lang="zh-CN" altLang="en-US"/>
          </a:p>
        </p:txBody>
      </p:sp>
    </p:spTree>
    <p:extLst>
      <p:ext uri="{BB962C8B-B14F-4D97-AF65-F5344CB8AC3E}">
        <p14:creationId xmlns:p14="http://schemas.microsoft.com/office/powerpoint/2010/main" val="1996681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now see how JANUS performs world switching entirely inside the L1 guest hypervisor without involving L0. </a:t>
            </a:r>
          </a:p>
          <a:p>
            <a:r>
              <a:rPr lang="en-US" b="0" dirty="0"/>
              <a:t>We begin in the L1 hypervisor, where CR3 points to the L1 page table and EPTP points to EPT0→1. The switcher is already mapped in this address space and behaves like a software implementation of a VMCS.</a:t>
            </a:r>
          </a:p>
          <a:p>
            <a:r>
              <a:rPr lang="en-US" b="0" dirty="0"/>
              <a:t>To enter the L2 guest </a:t>
            </a:r>
            <a:r>
              <a:rPr lang="en-US" b="0" dirty="0">
                <a:solidFill>
                  <a:srgbClr val="C00000"/>
                </a:solidFill>
              </a:rPr>
              <a:t>(action), </a:t>
            </a:r>
            <a:r>
              <a:rPr lang="en-US" b="0" dirty="0"/>
              <a:t>the switcher first saves the current L1 CPU context and prepares the L2 execution context. It then loads the L2 guest page table into CR3, changing the first-level address translation. Next, instead of trapping to the host, it invokes VMFUNC to switch the EPT pointer from EPT0→1 to EPT0→2 entirely in non-root mode. Finally, </a:t>
            </a:r>
            <a:r>
              <a:rPr lang="en-US" b="0" dirty="0">
                <a:solidFill>
                  <a:srgbClr val="C00000"/>
                </a:solidFill>
              </a:rPr>
              <a:t>(action) </a:t>
            </a:r>
            <a:r>
              <a:rPr lang="en-US" b="0" dirty="0"/>
              <a:t>an IRET transfers execution into the L2 guest.</a:t>
            </a:r>
          </a:p>
          <a:p>
            <a:r>
              <a:rPr lang="en-US" b="0" dirty="0"/>
              <a:t>(</a:t>
            </a:r>
            <a:r>
              <a:rPr lang="en-US" b="0" dirty="0">
                <a:solidFill>
                  <a:srgbClr val="C00000"/>
                </a:solidFill>
              </a:rPr>
              <a:t>action</a:t>
            </a:r>
            <a:r>
              <a:rPr lang="en-US" b="0" dirty="0"/>
              <a:t>) When an L2 event such as a system call, interrupt, or exception occurs, control traps back to the switcher. The switcher saves the L2 context, uses VMFUNC to restore EPT0→1, switches CR3 back to the L1 page table, restores the L1 CPU state, and resumes execution in the L1 hypervisor.</a:t>
            </a:r>
          </a:p>
          <a:p>
            <a:r>
              <a:rPr lang="en-US" b="0" dirty="0"/>
              <a:t>The key takeaway is that both VM entry and VM exit remain entirely within non-root mode. The host hypervisor is removed from the common switching path, making L1–L2 world switches almost as lightweight as ordinary function calls while preserving hardware memory isolation.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Since the switcher is mapped into both the L1 and L2 address spaces, a malicious L2 guest could attempt to modify its writable page tables to remap the switcher and escape into L1. A straightforward solution is to write-protect every page-table page, but that would reintroduce the high overhead of shadow paging and L2 will trap on every update on its page table. Instead, JANUS observes that the switcher is reachable only through the page-table root. Therefore, it protects only the root page-table entries using a read-only shadow root, namely root-mediation, while leaving all lower-level page tables writable. </a:t>
            </a:r>
          </a:p>
          <a:p>
            <a:r>
              <a:rPr lang="en-US" b="0" dirty="0"/>
              <a:t>This design preserves the fast path for ordinary page-table updates while preventing unauthorized access to the switcher. Security is enforced at the root, while performance remains on the writable fast path.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now turn to memory virtualization. The key idea is GPA disaggregation.</a:t>
            </a:r>
          </a:p>
          <a:p>
            <a:r>
              <a:rPr lang="en-US" b="0" dirty="0"/>
              <a:t>The challenge is that, in conventional nested virtualization, L1 and L2 use overlapping guest physical address spaces. From L0's perspective, the same GPA may refer to either an L1 page or an L2 page, making it difficult to manage final EPT mappings, memory reclamation, and hardware features such as dirty-page tracking.</a:t>
            </a:r>
          </a:p>
          <a:p>
            <a:r>
              <a:rPr lang="en-US" b="0" dirty="0"/>
              <a:t>JANUS addresses this problem by disaggregating the GPA space. It reserves one GPA region for L1 and relocates all L2 guest physical addresses into a separate region by setting a dedicated V bit in the GPA. As a result, L1 and L2 GPAs become completely disjoint.</a:t>
            </a:r>
          </a:p>
          <a:p>
            <a:r>
              <a:rPr lang="en-US" b="0" dirty="0"/>
              <a:t>This simple address-space partitioning gives L0 a unique view of every memory access. Without maintaining additional page tables or metadata, L0 can immediately determine whether a request belongs to L1 or L2 and manage the corresponding EPT0→2 mappings correctly.</a:t>
            </a:r>
          </a:p>
          <a:p>
            <a:r>
              <a:rPr lang="en-US" b="0" dirty="0"/>
              <a:t>GPA disaggregation becomes the foundation for the rest of JANUS's memory virtualization design. It enables efficient mapping construction, simplifies memory reclamation, and allows hardware mechanisms such as PML dirty-page tracking to work naturally for nested virtualization, all while keeping the L2 guest page tables fully writable. </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To minimize the involvement of L1 and L2 in updating the L0-managed EPT02, Janus uses virtualization exception (#VE) to redirect an EPT fault to the L1 VM instead directly exiting to L0. This allows the L1 VM to wrap-up the information needed to update the EPT02 table in one exit to the L0, compared to multiple L0 exits in other nested virtualization approaches. As illustrated in this slide, L2 remain in the non-root mode ring 3 while dealing its own page faults. (</a:t>
            </a:r>
            <a:r>
              <a:rPr lang="en-US" altLang="zh-CN" sz="1200" dirty="0">
                <a:solidFill>
                  <a:srgbClr val="C00000"/>
                </a:solidFill>
              </a:rPr>
              <a:t>action</a:t>
            </a:r>
            <a:r>
              <a:rPr lang="en-US" altLang="zh-CN" sz="1200" dirty="0"/>
              <a:t>) whenever encountering an EPT fault, the #Virtualization exception allows L2 to exit to L1, where the faulting L1 and L2 addresses can be determined by walking the GPTL2 and GPTL1 tables. Subsequently, the EPT fault information will be sent to L0 via the JANUS_MAP </a:t>
            </a:r>
            <a:r>
              <a:rPr lang="en-US" altLang="zh-CN" sz="1200" dirty="0" err="1"/>
              <a:t>hypercall</a:t>
            </a:r>
            <a:r>
              <a:rPr lang="en-US" altLang="zh-CN" sz="1200" dirty="0"/>
              <a:t> for L0 to install this update. (</a:t>
            </a:r>
            <a:r>
              <a:rPr lang="en-US" altLang="zh-CN" sz="1200" dirty="0">
                <a:solidFill>
                  <a:srgbClr val="C00000"/>
                </a:solidFill>
              </a:rPr>
              <a:t>action</a:t>
            </a:r>
            <a:r>
              <a:rPr lang="en-US" altLang="zh-CN" sz="1200" dirty="0"/>
              <a:t>) After L0 updates the EPT02 table, it returns to L1 and subsequently returns to L2. Note that this design only invoke one L0 exit per EPT02 update. </a:t>
            </a:r>
          </a:p>
          <a:p>
            <a:endParaRPr lang="en-US" altLang="zh-CN" sz="1200" dirty="0"/>
          </a:p>
          <a:p>
            <a:endParaRPr lang="en-US" altLang="zh-CN"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0447-DC62-A00F-5D81-126965F9C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9D08C-3D17-CCD7-91B1-059D7E33E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59D23-AAC7-E86A-BC18-B8C6CDAA6DF0}"/>
              </a:ext>
            </a:extLst>
          </p:cNvPr>
          <p:cNvSpPr>
            <a:spLocks noGrp="1"/>
          </p:cNvSpPr>
          <p:nvPr>
            <p:ph type="body" idx="1"/>
          </p:nvPr>
        </p:nvSpPr>
        <p:spPr/>
        <p:txBody>
          <a:bodyPr/>
          <a:lstStyle/>
          <a:p>
            <a:r>
              <a:rPr lang="en-US" altLang="zh-CN" sz="1200" dirty="0"/>
              <a:t>In the paper, we also demonstrated that JANUS is compatible with existing memory management operations in both the L2 guest and the L0 host. We show that L0-managed EPT tables remain coherent during memory reclamation operations in L2 and JANUS supports the live migration of L1 VMs. Please see our paper for details.  </a:t>
            </a:r>
          </a:p>
        </p:txBody>
      </p:sp>
      <p:sp>
        <p:nvSpPr>
          <p:cNvPr id="4" name="Slide Number Placeholder 3">
            <a:extLst>
              <a:ext uri="{FF2B5EF4-FFF2-40B4-BE49-F238E27FC236}">
                <a16:creationId xmlns:a16="http://schemas.microsoft.com/office/drawing/2014/main" id="{F66AB337-8D0A-4494-8731-2EDD4822FF4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65159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JANUS has been integrated into Alibaba production cloud systems. The JANUS software stack span modifications to the host L0 KVM hypervisor, the L1 guest hypervisor, and the L2 guest kernel, with a total of 5.6K lines of code. Overall, JANUS achieve near-native performance compared to </a:t>
            </a:r>
            <a:r>
              <a:rPr lang="en-US" altLang="zh-CN" sz="1200" dirty="0" err="1"/>
              <a:t>RunC</a:t>
            </a:r>
            <a:r>
              <a:rPr lang="en-US" altLang="zh-CN" sz="1200" dirty="0"/>
              <a:t> containers but with strong isolation of VMs. In the following, we compare JANUS with the two representative nested virtualization approaches, KVM and PVM.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dirty="0"/>
              <a:t>First, we evaluate JANUS with various memory intensive workloads. </a:t>
            </a:r>
            <a:r>
              <a:rPr lang="en-US" b="0" dirty="0"/>
              <a:t>The results show that JANUS consistently outperforms both Kata-KVM and Kata-PVM across nearly all workloads. Compared with Kata-KVM, JANUS achieves up to 51.8% higher throughput on multi-process workloads and 13.3% higher throughput on multi-threaded workloads. Compared with Kata-PVM, the improvements reach 339.7% for multi-process applications and 37.0% for multi-threaded applications. The largest gains occur in workloads with frequent context switches and memory-management operations, where JANUS simultaneously eliminates KVM's frequent L0 exits and PVM's shadow page table overhead. Overall, these results demonstrate that jointly optimizing CPU world switching and memory virtualization yields consistent performance improvements across diverse memory-intensive applications.</a:t>
            </a:r>
            <a:endParaRPr lang="en-US" altLang="zh-CN" sz="1200" b="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We also evaluate server-style workloads with Redis and Memcached running in L2, while clients run from L1. Across client counts, JANUS improves throughput over both baselines. This is important because it shows the design is not only good for memory-intensive applications. It also translates to end-to-end performance. </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110395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Finally, we </a:t>
            </a:r>
            <a:r>
              <a:rPr lang="en-US" sz="1200" kern="1200" dirty="0">
                <a:effectLst/>
              </a:rPr>
              <a:t>used various microbenchmarks to quantify the fundamental costs introduced by nested virtualization, focus- </a:t>
            </a:r>
            <a:r>
              <a:rPr lang="en-US" sz="1200" kern="1200" dirty="0" err="1">
                <a:effectLst/>
              </a:rPr>
              <a:t>ing</a:t>
            </a:r>
            <a:r>
              <a:rPr lang="en-US" sz="1200" kern="1200" dirty="0">
                <a:effectLst/>
              </a:rPr>
              <a:t> on world-switch latency, two-level address mapping, and memory modification tracking. </a:t>
            </a:r>
            <a:r>
              <a:rPr lang="en-US" b="0" dirty="0"/>
              <a:t>JANUS keeps world switching nearly as fast as PVM, requiring only 19 additional CPU cycles, while remaining much faster than KVM. Its #VE-based mapping construction minimizes L0 involvement, and PML-based dirty-page tracking achieves near-native performance by avoiding KVM's expensive write protection. Together, these results show that JANUS jointly optimizes CPU switching and memory virtualization</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3201025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To conclude, JANUS makes secure containers practical inside cloud VMs by separating the responsibilities that existing systems combine. It runs on today's VMX/EPT hardware, keeps frequent world switches in L1, and keeps the final memory mapping authority in L0. The result is strong isolation with near single-level performance in production systems.</a:t>
            </a:r>
          </a:p>
          <a:p>
            <a:r>
              <a:rPr lang="en-US" altLang="zh-CN" sz="1200" dirty="0"/>
              <a:t>Thank you for listening.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Beyond the KVM- and PVM-based approaches, two recent studies have explored alternative ways to accelerate secure containers and nested virtualization.</a:t>
            </a:r>
            <a:r>
              <a:rPr lang="zh-CN" altLang="en-US" dirty="0"/>
              <a:t> </a:t>
            </a:r>
            <a:r>
              <a:rPr lang="zh-CN" altLang="zh-CN" dirty="0"/>
              <a:t>The first uses PKS-based privilege isolation to run the L2 kernel directly in supervisor mode. It allocates contiguous memory segments, allowing the L2 kernel to manage its own page tables without shadow paging. However, this segment-based design may cause memory fragmentation and reduce resource utilization.</a:t>
            </a:r>
            <a:r>
              <a:rPr lang="zh-CN" altLang="en-US" dirty="0"/>
              <a:t> </a:t>
            </a:r>
            <a:r>
              <a:rPr lang="zh-CN" altLang="zh-CN" dirty="0"/>
              <a:t>The second, HyperTurtle, reduces nested virtualization overhead by offloading L2 exit handling from L1 to L0. It also moves EPT fault handling into L0 through registered eBPF-based hyperupcalls. However, its reliance on memory preallocation and lack of parallel EPT fault handling limit system elasticity.</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153984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In KVM, L1 records virtual state, but L0 has to shadow that state into real VMCS and EPT structures before L2 can run. This is compatible with existing nested virtualization, but it keeps L0 hot. VM instructions, L2 entry and exit, and fault repair all tend to bounce through L0, which is costly for frequent events.</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4489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PVM takes the opposite approach. It keeps L2 entry and exit local to L1, so CPU switching avoids the L0 trap-heavy path. But the memory path becomes the bottleneck. L1 has to emulate nested translation with shadow page tables, and GPT faults, write-protect faults, and SPT construction accumulate quickly under realistic workloads.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94228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The key contribution of this work, Janus, is a virtualization framework that separate the responsibilities of world switching and page table management to separate hypervisors. The L1 hypervisor handles all L2 switches, such as system calls, interrupts, and page faults locally within L1 without any trap to the L0 while L0 maintains the EPT02 without frequent interactions with either L2 or L1. Janus is a hybrid approach that combines the benefit of KVM and PVM. Like KVM, Janus directly installs L2 GPT onto CR3, allowing all L2 GPT pages faults to be handled natively by L2 without any exit to L1 or L0 and L2’s EPT faults can be efficiently handled by L1 with only one exit to L0. </a:t>
            </a:r>
          </a:p>
          <a:p>
            <a:endParaRPr lang="en-US" altLang="zh-CN" sz="1200" dirty="0"/>
          </a:p>
          <a:p>
            <a:r>
              <a:rPr lang="en-US" altLang="zh-CN" sz="1200" dirty="0"/>
              <a:t>JANUS follows a simple split. Keep frequent L2 control events local in L1, but keep the final GPAL2-to-HPA mapping authority in L0. This gives us the property we want from both sides: fast local world switching, and a host-owned per-L2 EPT that preserves the hardware-enforced memory boundary.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22319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The split is feasible without new hardware support. JANUS combines three mechanisms that already exist or fit current VMX/EPT hardware. [act]First, protect only the page-table roots instead of trapping every update. [act] Second, use VMFUNC for trap-free EPTP switching. [act] Third, use #VE so L1 can diagnose selected EPT misses before asking L0 to install a final mapping. Feasibility comes from protecting roots, switching views, and repairing misses.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531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Cloud memory management also needs reclamation. Since L0 owns final mappings, L0 must invalidate derived L2 GPA mappings when a backing L1 GPA range is reclaimed.</a:t>
            </a:r>
          </a:p>
          <a:p>
            <a:r>
              <a:rPr lang="en-US" altLang="zh-CN" sz="1200" dirty="0"/>
              <a:t>JANUS keeps this contract narrow. L1 issues an </a:t>
            </a:r>
            <a:r>
              <a:rPr lang="en-US" altLang="zh-CN" sz="1200" dirty="0" err="1"/>
              <a:t>unmap</a:t>
            </a:r>
            <a:r>
              <a:rPr lang="en-US" altLang="zh-CN" sz="1200" dirty="0"/>
              <a:t> request, L0 zaps L2 EPT using reverse mappings, and L1 keeps its local policy state and metadata coherent.</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135926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For live migration, dirty tracking is another important case. Hardware PML logs GPAs, but in nested virtualization the host must know whether an entry belongs to L1 or L2.</a:t>
            </a:r>
          </a:p>
          <a:p>
            <a:r>
              <a:rPr lang="en-US" altLang="zh-CN" sz="1200" dirty="0"/>
              <a:t>JANUS uses the GPA split to classify PML entries by range. L1 pages can be marked directly, and L2 pages are resolved through L2 EPT reverse mappings. This avoids write-protecting every modified L2 page.</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30220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266004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US" dirty="0"/>
          </a:p>
        </p:txBody>
      </p:sp>
      <p:sp>
        <p:nvSpPr>
          <p:cNvPr id="3" name="Content Placeholder 2"/>
          <p:cNvSpPr>
            <a:spLocks noGrp="1"/>
          </p:cNvSpPr>
          <p:nvPr>
            <p:ph idx="1"/>
          </p:nvPr>
        </p:nvSpPr>
        <p:spPr/>
        <p:txBody>
          <a:bodyPr/>
          <a:lstStyle>
            <a:lvl1pPr>
              <a:lnSpc>
                <a:spcPct val="125000"/>
              </a:lnSpc>
              <a:defRPr>
                <a:latin typeface="+mj-lt"/>
              </a:defRPr>
            </a:lvl1pPr>
            <a:lvl2pPr marL="685800" indent="-228600">
              <a:lnSpc>
                <a:spcPct val="125000"/>
              </a:lnSpc>
              <a:buFont typeface="System Font Regular"/>
              <a:buChar char="-"/>
              <a:defRPr>
                <a:latin typeface="+mj-lt"/>
              </a:defRPr>
            </a:lvl2pPr>
            <a:lvl3pPr>
              <a:lnSpc>
                <a:spcPct val="125000"/>
              </a:lnSpc>
              <a:defRPr>
                <a:latin typeface="+mj-lt"/>
              </a:defRPr>
            </a:lvl3pPr>
            <a:lvl4pPr>
              <a:lnSpc>
                <a:spcPct val="125000"/>
              </a:lnSpc>
              <a:defRPr>
                <a:latin typeface="+mj-lt"/>
              </a:defRPr>
            </a:lvl4pPr>
            <a:lvl5pPr>
              <a:lnSpc>
                <a:spcPct val="125000"/>
              </a:lnSpc>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3850485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2613253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2035796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1447925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3343025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2359032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3818992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232019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1616243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48D8E41-E2E2-EE46-8516-F812243738D5}" type="datetimeFigureOut">
              <a:rPr lang="en-US" smtClean="0"/>
              <a:t>7/11/26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3686F32-4E76-254F-9E04-90EF7E97EF6C}" type="slidenum">
              <a:rPr lang="en-US" smtClean="0"/>
              <a:t>‹#›</a:t>
            </a:fld>
            <a:endParaRPr lang="en-US"/>
          </a:p>
        </p:txBody>
      </p:sp>
    </p:spTree>
    <p:extLst>
      <p:ext uri="{BB962C8B-B14F-4D97-AF65-F5344CB8AC3E}">
        <p14:creationId xmlns:p14="http://schemas.microsoft.com/office/powerpoint/2010/main" val="1340946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18"/>
        <p:cNvGrpSpPr/>
        <p:nvPr/>
      </p:nvGrpSpPr>
      <p:grpSpPr>
        <a:xfrm>
          <a:off x="0" y="0"/>
          <a:ext cx="0" cy="0"/>
          <a:chOff x="0" y="0"/>
          <a:chExt cx="0" cy="0"/>
        </a:xfrm>
      </p:grpSpPr>
      <p:sp>
        <p:nvSpPr>
          <p:cNvPr id="19" name="Google Shape;19;p37"/>
          <p:cNvSpPr txBox="1">
            <a:spLocks noGrp="1"/>
          </p:cNvSpPr>
          <p:nvPr>
            <p:ph type="title"/>
          </p:nvPr>
        </p:nvSpPr>
        <p:spPr>
          <a:xfrm>
            <a:off x="609600" y="318665"/>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Arial"/>
              <a:buNone/>
              <a:defRPr sz="426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0" name="Google Shape;20;p37"/>
          <p:cNvSpPr txBox="1">
            <a:spLocks noGrp="1"/>
          </p:cNvSpPr>
          <p:nvPr>
            <p:ph type="body" idx="1"/>
          </p:nvPr>
        </p:nvSpPr>
        <p:spPr>
          <a:xfrm>
            <a:off x="609600" y="1116753"/>
            <a:ext cx="10972800" cy="451275"/>
          </a:xfrm>
          <a:prstGeom prst="rect">
            <a:avLst/>
          </a:prstGeom>
          <a:noFill/>
          <a:ln>
            <a:noFill/>
          </a:ln>
        </p:spPr>
        <p:txBody>
          <a:bodyPr spcFirstLastPara="1" wrap="square" lIns="91425" tIns="45700" rIns="91425" bIns="45700" anchor="t" anchorCtr="0">
            <a:noAutofit/>
          </a:bodyPr>
          <a:lstStyle>
            <a:lvl1pPr marL="609585" lvl="0" indent="-304792" algn="ctr">
              <a:lnSpc>
                <a:spcPct val="100000"/>
              </a:lnSpc>
              <a:spcBef>
                <a:spcPts val="533"/>
              </a:spcBef>
              <a:spcAft>
                <a:spcPts val="0"/>
              </a:spcAft>
              <a:buClr>
                <a:srgbClr val="00599B"/>
              </a:buClr>
              <a:buSzPts val="2000"/>
              <a:buNone/>
              <a:defRPr sz="2667">
                <a:solidFill>
                  <a:srgbClr val="00599B"/>
                </a:solidFill>
              </a:defRPr>
            </a:lvl1pPr>
            <a:lvl2pPr marL="1219170" lvl="1" indent="-304792" algn="l">
              <a:lnSpc>
                <a:spcPct val="100000"/>
              </a:lnSpc>
              <a:spcBef>
                <a:spcPts val="640"/>
              </a:spcBef>
              <a:spcAft>
                <a:spcPts val="0"/>
              </a:spcAft>
              <a:buClr>
                <a:srgbClr val="00599B"/>
              </a:buClr>
              <a:buSzPts val="2400"/>
              <a:buNone/>
              <a:defRPr sz="3200">
                <a:solidFill>
                  <a:srgbClr val="00599B"/>
                </a:solidFill>
              </a:defRPr>
            </a:lvl2pPr>
            <a:lvl3pPr marL="1828754" lvl="2" indent="-304792" algn="l">
              <a:lnSpc>
                <a:spcPct val="100000"/>
              </a:lnSpc>
              <a:spcBef>
                <a:spcPts val="640"/>
              </a:spcBef>
              <a:spcAft>
                <a:spcPts val="0"/>
              </a:spcAft>
              <a:buClr>
                <a:srgbClr val="00599B"/>
              </a:buClr>
              <a:buSzPts val="2400"/>
              <a:buNone/>
              <a:defRPr sz="3200">
                <a:solidFill>
                  <a:srgbClr val="00599B"/>
                </a:solidFill>
              </a:defRPr>
            </a:lvl3pPr>
            <a:lvl4pPr marL="2438339" lvl="3" indent="-304792" algn="l">
              <a:lnSpc>
                <a:spcPct val="100000"/>
              </a:lnSpc>
              <a:spcBef>
                <a:spcPts val="640"/>
              </a:spcBef>
              <a:spcAft>
                <a:spcPts val="0"/>
              </a:spcAft>
              <a:buClr>
                <a:srgbClr val="00599B"/>
              </a:buClr>
              <a:buSzPts val="2400"/>
              <a:buNone/>
              <a:defRPr sz="3200">
                <a:solidFill>
                  <a:srgbClr val="00599B"/>
                </a:solidFill>
              </a:defRPr>
            </a:lvl4pPr>
            <a:lvl5pPr marL="3047924" lvl="4" indent="-304792" algn="l">
              <a:lnSpc>
                <a:spcPct val="100000"/>
              </a:lnSpc>
              <a:spcBef>
                <a:spcPts val="640"/>
              </a:spcBef>
              <a:spcAft>
                <a:spcPts val="0"/>
              </a:spcAft>
              <a:buClr>
                <a:srgbClr val="00599B"/>
              </a:buClr>
              <a:buSzPts val="2400"/>
              <a:buNone/>
              <a:defRPr sz="3200">
                <a:solidFill>
                  <a:srgbClr val="00599B"/>
                </a:solidFill>
              </a:defRPr>
            </a:lvl5pPr>
            <a:lvl6pPr marL="3657509" lvl="5" indent="-457189" algn="l">
              <a:lnSpc>
                <a:spcPct val="100000"/>
              </a:lnSpc>
              <a:spcBef>
                <a:spcPts val="480"/>
              </a:spcBef>
              <a:spcAft>
                <a:spcPts val="0"/>
              </a:spcAft>
              <a:buClr>
                <a:schemeClr val="dk1"/>
              </a:buClr>
              <a:buSzPts val="1800"/>
              <a:buChar char="•"/>
              <a:defRPr/>
            </a:lvl6pPr>
            <a:lvl7pPr marL="4267093" lvl="6" indent="-457189" algn="l">
              <a:lnSpc>
                <a:spcPct val="100000"/>
              </a:lnSpc>
              <a:spcBef>
                <a:spcPts val="480"/>
              </a:spcBef>
              <a:spcAft>
                <a:spcPts val="0"/>
              </a:spcAft>
              <a:buClr>
                <a:schemeClr val="dk1"/>
              </a:buClr>
              <a:buSzPts val="1800"/>
              <a:buChar char="•"/>
              <a:defRPr/>
            </a:lvl7pPr>
            <a:lvl8pPr marL="4876678" lvl="7" indent="-457189" algn="l">
              <a:lnSpc>
                <a:spcPct val="100000"/>
              </a:lnSpc>
              <a:spcBef>
                <a:spcPts val="480"/>
              </a:spcBef>
              <a:spcAft>
                <a:spcPts val="0"/>
              </a:spcAft>
              <a:buClr>
                <a:schemeClr val="dk1"/>
              </a:buClr>
              <a:buSzPts val="1800"/>
              <a:buChar char="•"/>
              <a:defRPr/>
            </a:lvl8pPr>
            <a:lvl9pPr marL="5486263" lvl="8" indent="-457189" algn="l">
              <a:lnSpc>
                <a:spcPct val="100000"/>
              </a:lnSpc>
              <a:spcBef>
                <a:spcPts val="480"/>
              </a:spcBef>
              <a:spcAft>
                <a:spcPts val="0"/>
              </a:spcAft>
              <a:buClr>
                <a:schemeClr val="dk1"/>
              </a:buClr>
              <a:buSzPts val="1800"/>
              <a:buChar char="•"/>
              <a:defRPr/>
            </a:lvl9pPr>
          </a:lstStyle>
          <a:p>
            <a:pPr lvl="0"/>
            <a:r>
              <a:rPr lang="en-US"/>
              <a:t>Click to edit Master text styles</a:t>
            </a:r>
          </a:p>
        </p:txBody>
      </p:sp>
      <p:sp>
        <p:nvSpPr>
          <p:cNvPr id="21" name="Google Shape;21;p37"/>
          <p:cNvSpPr txBox="1">
            <a:spLocks noGrp="1"/>
          </p:cNvSpPr>
          <p:nvPr>
            <p:ph type="body" idx="2"/>
          </p:nvPr>
        </p:nvSpPr>
        <p:spPr>
          <a:xfrm>
            <a:off x="609600" y="1747522"/>
            <a:ext cx="10972800" cy="4131733"/>
          </a:xfrm>
          <a:prstGeom prst="rect">
            <a:avLst/>
          </a:prstGeom>
          <a:noFill/>
          <a:ln>
            <a:noFill/>
          </a:ln>
        </p:spPr>
        <p:txBody>
          <a:bodyPr spcFirstLastPara="1" wrap="square" lIns="91425" tIns="45700" rIns="91425" bIns="45700" anchor="t" anchorCtr="0">
            <a:normAutofit/>
          </a:bodyPr>
          <a:lstStyle>
            <a:lvl1pPr marL="609585" lvl="0" indent="-440256" algn="l">
              <a:lnSpc>
                <a:spcPct val="100000"/>
              </a:lnSpc>
              <a:spcBef>
                <a:spcPts val="427"/>
              </a:spcBef>
              <a:spcAft>
                <a:spcPts val="0"/>
              </a:spcAft>
              <a:buClr>
                <a:schemeClr val="dk1"/>
              </a:buClr>
              <a:buSzPts val="1600"/>
              <a:buFont typeface="Noto Sans Symbols"/>
              <a:buChar char="▪"/>
              <a:defRPr sz="2133"/>
            </a:lvl1pPr>
            <a:lvl2pPr marL="1219170" lvl="1" indent="-440256" algn="l">
              <a:lnSpc>
                <a:spcPct val="100000"/>
              </a:lnSpc>
              <a:spcBef>
                <a:spcPts val="427"/>
              </a:spcBef>
              <a:spcAft>
                <a:spcPts val="0"/>
              </a:spcAft>
              <a:buClr>
                <a:schemeClr val="dk1"/>
              </a:buClr>
              <a:buSzPts val="1600"/>
              <a:buFont typeface="Noto Sans Symbols"/>
              <a:buChar char="▪"/>
              <a:defRPr sz="2133"/>
            </a:lvl2pPr>
            <a:lvl3pPr marL="1828754" lvl="2" indent="-440256" algn="l">
              <a:lnSpc>
                <a:spcPct val="100000"/>
              </a:lnSpc>
              <a:spcBef>
                <a:spcPts val="427"/>
              </a:spcBef>
              <a:spcAft>
                <a:spcPts val="0"/>
              </a:spcAft>
              <a:buClr>
                <a:schemeClr val="dk1"/>
              </a:buClr>
              <a:buSzPts val="1600"/>
              <a:buFont typeface="Noto Sans Symbols"/>
              <a:buChar char="▪"/>
              <a:defRPr sz="2133"/>
            </a:lvl3pPr>
            <a:lvl4pPr marL="2438339" lvl="3" indent="-440256" algn="l">
              <a:lnSpc>
                <a:spcPct val="100000"/>
              </a:lnSpc>
              <a:spcBef>
                <a:spcPts val="427"/>
              </a:spcBef>
              <a:spcAft>
                <a:spcPts val="0"/>
              </a:spcAft>
              <a:buClr>
                <a:schemeClr val="dk1"/>
              </a:buClr>
              <a:buSzPts val="1600"/>
              <a:buFont typeface="Noto Sans Symbols"/>
              <a:buChar char="▪"/>
              <a:defRPr sz="2133"/>
            </a:lvl4pPr>
            <a:lvl5pPr marL="3047924" lvl="4" indent="-457189" algn="l">
              <a:lnSpc>
                <a:spcPct val="100000"/>
              </a:lnSpc>
              <a:spcBef>
                <a:spcPts val="480"/>
              </a:spcBef>
              <a:spcAft>
                <a:spcPts val="0"/>
              </a:spcAft>
              <a:buClr>
                <a:schemeClr val="dk1"/>
              </a:buClr>
              <a:buSzPts val="1800"/>
              <a:buFont typeface="Noto Sans Symbols"/>
              <a:buChar char="▪"/>
              <a:defRPr sz="2400"/>
            </a:lvl5pPr>
            <a:lvl6pPr marL="3657509" lvl="5" indent="-457189" algn="l">
              <a:lnSpc>
                <a:spcPct val="100000"/>
              </a:lnSpc>
              <a:spcBef>
                <a:spcPts val="480"/>
              </a:spcBef>
              <a:spcAft>
                <a:spcPts val="0"/>
              </a:spcAft>
              <a:buClr>
                <a:schemeClr val="dk1"/>
              </a:buClr>
              <a:buSzPts val="1800"/>
              <a:buChar char="•"/>
              <a:defRPr sz="2400"/>
            </a:lvl6pPr>
            <a:lvl7pPr marL="4267093" lvl="6" indent="-457189" algn="l">
              <a:lnSpc>
                <a:spcPct val="100000"/>
              </a:lnSpc>
              <a:spcBef>
                <a:spcPts val="480"/>
              </a:spcBef>
              <a:spcAft>
                <a:spcPts val="0"/>
              </a:spcAft>
              <a:buClr>
                <a:schemeClr val="dk1"/>
              </a:buClr>
              <a:buSzPts val="1800"/>
              <a:buChar char="•"/>
              <a:defRPr sz="2400"/>
            </a:lvl7pPr>
            <a:lvl8pPr marL="4876678" lvl="7" indent="-457189" algn="l">
              <a:lnSpc>
                <a:spcPct val="100000"/>
              </a:lnSpc>
              <a:spcBef>
                <a:spcPts val="480"/>
              </a:spcBef>
              <a:spcAft>
                <a:spcPts val="0"/>
              </a:spcAft>
              <a:buClr>
                <a:schemeClr val="dk1"/>
              </a:buClr>
              <a:buSzPts val="1800"/>
              <a:buChar char="•"/>
              <a:defRPr sz="2400"/>
            </a:lvl8pPr>
            <a:lvl9pPr marL="5486263" lvl="8" indent="-457189" algn="l">
              <a:lnSpc>
                <a:spcPct val="100000"/>
              </a:lnSpc>
              <a:spcBef>
                <a:spcPts val="480"/>
              </a:spcBef>
              <a:spcAft>
                <a:spcPts val="0"/>
              </a:spcAft>
              <a:buClr>
                <a:schemeClr val="dk1"/>
              </a:buClr>
              <a:buSzPts val="1800"/>
              <a:buChar char="•"/>
              <a:defRPr sz="2400"/>
            </a:lvl9pPr>
          </a:lstStyle>
          <a:p>
            <a:pPr lvl="0"/>
            <a:r>
              <a:rPr lang="en-US"/>
              <a:t>Click to edit Master text styles</a:t>
            </a:r>
          </a:p>
        </p:txBody>
      </p:sp>
    </p:spTree>
    <p:extLst>
      <p:ext uri="{BB962C8B-B14F-4D97-AF65-F5344CB8AC3E}">
        <p14:creationId xmlns:p14="http://schemas.microsoft.com/office/powerpoint/2010/main" val="34217053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8175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686F32-4E76-254F-9E04-90EF7E97EF6C}" type="slidenum">
              <a:rPr lang="en-US" smtClean="0"/>
              <a:t>‹#›</a:t>
            </a:fld>
            <a:endParaRPr lang="en-US"/>
          </a:p>
        </p:txBody>
      </p:sp>
    </p:spTree>
    <p:extLst>
      <p:ext uri="{BB962C8B-B14F-4D97-AF65-F5344CB8AC3E}">
        <p14:creationId xmlns:p14="http://schemas.microsoft.com/office/powerpoint/2010/main" val="16561176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9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9879F24E-8366-409A-98A5-B39FB047C007}"/>
              </a:ext>
            </a:extLst>
          </p:cNvPr>
          <p:cNvSpPr>
            <a:spLocks noGrp="1"/>
          </p:cNvSpPr>
          <p:nvPr/>
        </p:nvSpPr>
        <p:spPr>
          <a:xfrm>
            <a:off x="904875" y="1735033"/>
            <a:ext cx="10382250" cy="1162050"/>
          </a:xfrm>
          <a:prstGeom prst="rect">
            <a:avLst/>
          </a:prstGeom>
          <a:noFill/>
          <a:ln w="0">
            <a:noFill/>
            <a:prstDash val="solid"/>
          </a:ln>
        </p:spPr>
        <p:txBody>
          <a:bodyPr wrap="square" lIns="0" tIns="0" rIns="0" bIns="0" anchor="t"/>
          <a:lstStyle/>
          <a:p>
            <a:pPr algn="ctr">
              <a:lnSpc>
                <a:spcPct val="112000"/>
              </a:lnSpc>
              <a:buNone/>
              <a:defRPr sz="3600" b="0">
                <a:solidFill>
                  <a:srgbClr val="333333"/>
                </a:solidFill>
                <a:latin typeface="Arial"/>
                <a:ea typeface="Arial"/>
                <a:cs typeface="Arial"/>
              </a:defRPr>
            </a:pPr>
            <a:r>
              <a:rPr sz="4000" b="1" dirty="0">
                <a:solidFill>
                  <a:srgbClr val="333333"/>
                </a:solidFill>
                <a:latin typeface="Calibri" panose="020F0502020204030204" pitchFamily="34" charset="0"/>
                <a:ea typeface="Arial"/>
                <a:cs typeface="Calibri" panose="020F0502020204030204" pitchFamily="34" charset="0"/>
              </a:rPr>
              <a:t>JANUS: Cross-World, Cooperative Nested</a:t>
            </a:r>
          </a:p>
          <a:p>
            <a:pPr algn="ctr">
              <a:lnSpc>
                <a:spcPct val="112000"/>
              </a:lnSpc>
              <a:buNone/>
              <a:defRPr sz="3600" b="0">
                <a:solidFill>
                  <a:srgbClr val="333333"/>
                </a:solidFill>
                <a:latin typeface="Arial"/>
                <a:ea typeface="Arial"/>
                <a:cs typeface="Arial"/>
              </a:defRPr>
            </a:pPr>
            <a:r>
              <a:rPr sz="4000" b="1" dirty="0">
                <a:solidFill>
                  <a:srgbClr val="333333"/>
                </a:solidFill>
                <a:latin typeface="Calibri" panose="020F0502020204030204" pitchFamily="34" charset="0"/>
                <a:ea typeface="Arial"/>
                <a:cs typeface="Calibri" panose="020F0502020204030204" pitchFamily="34" charset="0"/>
              </a:rPr>
              <a:t>Virtualization for Secure Containers</a:t>
            </a:r>
          </a:p>
        </p:txBody>
      </p:sp>
      <p:sp>
        <p:nvSpPr>
          <p:cNvPr id="2" name="矩形 1">
            <a:extLst>
              <a:ext uri="{FF2B5EF4-FFF2-40B4-BE49-F238E27FC236}">
                <a16:creationId xmlns:a16="http://schemas.microsoft.com/office/drawing/2014/main" id="{ECF7B6D9-9790-43A4-BB2B-BA0C9BF3DDCB}"/>
              </a:ext>
            </a:extLst>
          </p:cNvPr>
          <p:cNvSpPr>
            <a:spLocks noGrp="1"/>
          </p:cNvSpPr>
          <p:nvPr/>
        </p:nvSpPr>
        <p:spPr>
          <a:xfrm>
            <a:off x="2486296" y="3515834"/>
            <a:ext cx="2038350" cy="304800"/>
          </a:xfrm>
          <a:prstGeom prst="rect">
            <a:avLst/>
          </a:prstGeom>
          <a:noFill/>
          <a:ln w="0">
            <a:noFill/>
            <a:prstDash val="solid"/>
          </a:ln>
        </p:spPr>
        <p:txBody>
          <a:bodyPr wrap="square" lIns="0" tIns="0" rIns="0" bIns="0" anchor="t"/>
          <a:lstStyle/>
          <a:p>
            <a:pPr algn="r">
              <a:lnSpc>
                <a:spcPct val="100000"/>
              </a:lnSpc>
              <a:buNone/>
              <a:defRPr sz="1875" b="0">
                <a:solidFill>
                  <a:srgbClr val="111111"/>
                </a:solidFill>
                <a:latin typeface="Arial"/>
                <a:ea typeface="Arial"/>
                <a:cs typeface="Arial"/>
              </a:defRPr>
            </a:pPr>
            <a:r>
              <a:rPr sz="1875" dirty="0">
                <a:latin typeface="Arial"/>
                <a:cs typeface="Arial"/>
              </a:rPr>
              <a:t>Jiangshan Lai</a:t>
            </a:r>
            <a:r>
              <a:rPr sz="1875" dirty="0">
                <a:latin typeface="Arial"/>
                <a:ea typeface="Arial"/>
                <a:cs typeface="Arial"/>
              </a:rPr>
              <a:t>,</a:t>
            </a:r>
          </a:p>
        </p:txBody>
      </p:sp>
      <p:sp>
        <p:nvSpPr>
          <p:cNvPr id="3" name="矩形 2">
            <a:extLst>
              <a:ext uri="{FF2B5EF4-FFF2-40B4-BE49-F238E27FC236}">
                <a16:creationId xmlns:a16="http://schemas.microsoft.com/office/drawing/2014/main" id="{56321E9F-5BD8-47E5-85C9-F57321330618}"/>
              </a:ext>
            </a:extLst>
          </p:cNvPr>
          <p:cNvSpPr>
            <a:spLocks noGrp="1"/>
          </p:cNvSpPr>
          <p:nvPr/>
        </p:nvSpPr>
        <p:spPr>
          <a:xfrm>
            <a:off x="4325434" y="3515834"/>
            <a:ext cx="1600200" cy="304800"/>
          </a:xfrm>
          <a:prstGeom prst="rect">
            <a:avLst/>
          </a:prstGeom>
          <a:noFill/>
          <a:ln w="0">
            <a:noFill/>
            <a:prstDash val="solid"/>
          </a:ln>
        </p:spPr>
        <p:txBody>
          <a:bodyPr wrap="square" lIns="0" tIns="0" rIns="0" bIns="0" anchor="t"/>
          <a:lstStyle/>
          <a:p>
            <a:pPr algn="r">
              <a:defRPr sz="1875" b="0">
                <a:solidFill>
                  <a:srgbClr val="111111"/>
                </a:solidFill>
                <a:latin typeface="Arial"/>
                <a:ea typeface="Arial"/>
                <a:cs typeface="Arial"/>
              </a:defRPr>
            </a:pPr>
            <a:r>
              <a:rPr sz="1875" dirty="0">
                <a:solidFill>
                  <a:srgbClr val="111111"/>
                </a:solidFill>
                <a:latin typeface="Arial"/>
                <a:cs typeface="Arial"/>
              </a:rPr>
              <a:t>Hang Huang</a:t>
            </a:r>
          </a:p>
        </p:txBody>
      </p:sp>
      <p:sp>
        <p:nvSpPr>
          <p:cNvPr id="4" name="矩形 3">
            <a:extLst>
              <a:ext uri="{FF2B5EF4-FFF2-40B4-BE49-F238E27FC236}">
                <a16:creationId xmlns:a16="http://schemas.microsoft.com/office/drawing/2014/main" id="{AEB31028-F25E-40F5-ACE7-75D87CEDB0F7}"/>
              </a:ext>
            </a:extLst>
          </p:cNvPr>
          <p:cNvSpPr>
            <a:spLocks noGrp="1"/>
          </p:cNvSpPr>
          <p:nvPr/>
        </p:nvSpPr>
        <p:spPr>
          <a:xfrm>
            <a:off x="5944683" y="3515834"/>
            <a:ext cx="4192365" cy="304800"/>
          </a:xfrm>
          <a:prstGeom prst="rect">
            <a:avLst/>
          </a:prstGeom>
          <a:noFill/>
          <a:ln w="0">
            <a:noFill/>
            <a:prstDash val="solid"/>
          </a:ln>
        </p:spPr>
        <p:txBody>
          <a:bodyPr wrap="square" lIns="0" tIns="0" rIns="0" bIns="0" anchor="t"/>
          <a:lstStyle/>
          <a:p>
            <a:pPr>
              <a:defRPr sz="1875" b="0">
                <a:solidFill>
                  <a:srgbClr val="111111"/>
                </a:solidFill>
                <a:latin typeface="Arial"/>
                <a:ea typeface="Arial"/>
                <a:cs typeface="Arial"/>
              </a:defRPr>
            </a:pPr>
            <a:r>
              <a:rPr sz="1875" b="0" dirty="0">
                <a:solidFill>
                  <a:srgbClr val="111111"/>
                </a:solidFill>
                <a:latin typeface="Arial"/>
                <a:ea typeface="Arial"/>
                <a:cs typeface="Arial"/>
              </a:rPr>
              <a:t>, </a:t>
            </a:r>
            <a:r>
              <a:rPr sz="1875" b="1" dirty="0">
                <a:solidFill>
                  <a:srgbClr val="2E6CF7"/>
                </a:solidFill>
                <a:latin typeface="Arial"/>
                <a:ea typeface="Arial"/>
                <a:cs typeface="Arial"/>
              </a:rPr>
              <a:t>Quan Xu</a:t>
            </a:r>
            <a:r>
              <a:rPr kumimoji="1" lang="zh-CN" altLang="en-US" dirty="0">
                <a:solidFill>
                  <a:srgbClr val="111111"/>
                </a:solidFill>
              </a:rPr>
              <a:t>🎙</a:t>
            </a:r>
            <a:r>
              <a:rPr sz="1875" b="0" dirty="0">
                <a:solidFill>
                  <a:srgbClr val="111111"/>
                </a:solidFill>
                <a:latin typeface="Arial"/>
                <a:ea typeface="Arial"/>
                <a:cs typeface="Arial"/>
              </a:rPr>
              <a:t>, Zhen Ren, Wenlong Hou,</a:t>
            </a:r>
          </a:p>
        </p:txBody>
      </p:sp>
      <p:sp>
        <p:nvSpPr>
          <p:cNvPr id="5" name="矩形 4">
            <a:extLst>
              <a:ext uri="{FF2B5EF4-FFF2-40B4-BE49-F238E27FC236}">
                <a16:creationId xmlns:a16="http://schemas.microsoft.com/office/drawing/2014/main" id="{2D971909-9016-4109-8A7E-AC15D71648EB}"/>
              </a:ext>
            </a:extLst>
          </p:cNvPr>
          <p:cNvSpPr>
            <a:spLocks noGrp="1"/>
          </p:cNvSpPr>
          <p:nvPr/>
        </p:nvSpPr>
        <p:spPr>
          <a:xfrm>
            <a:off x="1619250" y="3896834"/>
            <a:ext cx="8953500" cy="304800"/>
          </a:xfrm>
          <a:prstGeom prst="rect">
            <a:avLst/>
          </a:prstGeom>
          <a:noFill/>
          <a:ln w="0">
            <a:noFill/>
            <a:prstDash val="solid"/>
          </a:ln>
        </p:spPr>
        <p:txBody>
          <a:bodyPr wrap="square" lIns="0" tIns="0" rIns="0" bIns="0" anchor="t"/>
          <a:lstStyle/>
          <a:p>
            <a:pPr algn="ctr">
              <a:lnSpc>
                <a:spcPct val="100000"/>
              </a:lnSpc>
              <a:buNone/>
              <a:defRPr sz="1875" b="0">
                <a:solidFill>
                  <a:srgbClr val="111111"/>
                </a:solidFill>
                <a:latin typeface="Arial"/>
                <a:ea typeface="Arial"/>
                <a:cs typeface="Arial"/>
              </a:defRPr>
            </a:pPr>
            <a:r>
              <a:rPr sz="1875" b="0" dirty="0">
                <a:solidFill>
                  <a:srgbClr val="111111"/>
                </a:solidFill>
                <a:latin typeface="Arial"/>
                <a:ea typeface="Arial"/>
                <a:cs typeface="Arial"/>
              </a:rPr>
              <a:t>Wei Guo, Jia Rao, Hui Lu, Weidong Han, </a:t>
            </a:r>
            <a:r>
              <a:rPr sz="1875" b="0" dirty="0" err="1">
                <a:solidFill>
                  <a:srgbClr val="111111"/>
                </a:solidFill>
                <a:latin typeface="Arial"/>
                <a:ea typeface="Arial"/>
                <a:cs typeface="Arial"/>
              </a:rPr>
              <a:t>Jiesheng</a:t>
            </a:r>
            <a:r>
              <a:rPr sz="1875" b="0" dirty="0">
                <a:solidFill>
                  <a:srgbClr val="111111"/>
                </a:solidFill>
                <a:latin typeface="Arial"/>
                <a:ea typeface="Arial"/>
                <a:cs typeface="Arial"/>
              </a:rPr>
              <a:t> Wu,</a:t>
            </a:r>
          </a:p>
        </p:txBody>
      </p:sp>
      <p:sp>
        <p:nvSpPr>
          <p:cNvPr id="6" name="矩形 5">
            <a:extLst>
              <a:ext uri="{FF2B5EF4-FFF2-40B4-BE49-F238E27FC236}">
                <a16:creationId xmlns:a16="http://schemas.microsoft.com/office/drawing/2014/main" id="{75137A2B-4451-4974-85D2-7354EC9CB820}"/>
              </a:ext>
            </a:extLst>
          </p:cNvPr>
          <p:cNvSpPr>
            <a:spLocks noGrp="1"/>
          </p:cNvSpPr>
          <p:nvPr/>
        </p:nvSpPr>
        <p:spPr>
          <a:xfrm>
            <a:off x="1619250" y="4277834"/>
            <a:ext cx="8953500" cy="304800"/>
          </a:xfrm>
          <a:prstGeom prst="rect">
            <a:avLst/>
          </a:prstGeom>
          <a:noFill/>
          <a:ln w="0">
            <a:noFill/>
            <a:prstDash val="solid"/>
          </a:ln>
        </p:spPr>
        <p:txBody>
          <a:bodyPr wrap="square" lIns="0" tIns="0" rIns="0" bIns="0" anchor="t"/>
          <a:lstStyle/>
          <a:p>
            <a:pPr algn="ctr">
              <a:lnSpc>
                <a:spcPct val="100000"/>
              </a:lnSpc>
              <a:buNone/>
              <a:defRPr sz="1875" b="0">
                <a:solidFill>
                  <a:srgbClr val="111111"/>
                </a:solidFill>
                <a:latin typeface="Arial"/>
                <a:ea typeface="Arial"/>
                <a:cs typeface="Arial"/>
              </a:defRPr>
            </a:pPr>
            <a:r>
              <a:rPr sz="1875" b="0">
                <a:solidFill>
                  <a:srgbClr val="111111"/>
                </a:solidFill>
                <a:latin typeface="Arial"/>
                <a:ea typeface="Arial"/>
                <a:cs typeface="Arial"/>
              </a:rPr>
              <a:t>Jiang Liu, Naixuan Guan, Yibin Shen, Feng Yu, Xu Wang,</a:t>
            </a:r>
          </a:p>
        </p:txBody>
      </p:sp>
      <p:sp>
        <p:nvSpPr>
          <p:cNvPr id="7" name="矩形 6">
            <a:extLst>
              <a:ext uri="{FF2B5EF4-FFF2-40B4-BE49-F238E27FC236}">
                <a16:creationId xmlns:a16="http://schemas.microsoft.com/office/drawing/2014/main" id="{E6F87F8E-5FE0-4134-8F4A-B3401842E54E}"/>
              </a:ext>
            </a:extLst>
          </p:cNvPr>
          <p:cNvSpPr>
            <a:spLocks noGrp="1"/>
          </p:cNvSpPr>
          <p:nvPr/>
        </p:nvSpPr>
        <p:spPr>
          <a:xfrm>
            <a:off x="1619250" y="4658834"/>
            <a:ext cx="8953500" cy="304800"/>
          </a:xfrm>
          <a:prstGeom prst="rect">
            <a:avLst/>
          </a:prstGeom>
          <a:noFill/>
          <a:ln w="0">
            <a:noFill/>
            <a:prstDash val="solid"/>
          </a:ln>
        </p:spPr>
        <p:txBody>
          <a:bodyPr wrap="square" lIns="0" tIns="0" rIns="0" bIns="0" anchor="t"/>
          <a:lstStyle/>
          <a:p>
            <a:pPr algn="ctr">
              <a:lnSpc>
                <a:spcPct val="100000"/>
              </a:lnSpc>
              <a:buNone/>
              <a:defRPr sz="1875" b="0">
                <a:solidFill>
                  <a:srgbClr val="111111"/>
                </a:solidFill>
                <a:latin typeface="Arial"/>
                <a:ea typeface="Arial"/>
                <a:cs typeface="Arial"/>
              </a:defRPr>
            </a:pPr>
            <a:r>
              <a:rPr sz="1875" b="0">
                <a:solidFill>
                  <a:srgbClr val="111111"/>
                </a:solidFill>
                <a:latin typeface="Arial"/>
                <a:ea typeface="Arial"/>
                <a:cs typeface="Arial"/>
              </a:rPr>
              <a:t>Shiqiang Zhang, Zhiheng Tao, Yisheng Xie, Song Wu, Hai Jin</a:t>
            </a:r>
          </a:p>
        </p:txBody>
      </p:sp>
      <p:pic>
        <p:nvPicPr>
          <p:cNvPr id="22" name="图片 21"/>
          <p:cNvPicPr>
            <a:picLocks noChangeAspect="1"/>
          </p:cNvPicPr>
          <p:nvPr/>
        </p:nvPicPr>
        <p:blipFill>
          <a:blip r:embed="rId3"/>
          <a:stretch/>
        </p:blipFill>
        <p:spPr>
          <a:xfrm>
            <a:off x="1858463" y="5200650"/>
            <a:ext cx="1707366" cy="723900"/>
          </a:xfrm>
          <a:prstGeom prst="rect">
            <a:avLst/>
          </a:prstGeom>
        </p:spPr>
      </p:pic>
      <p:pic>
        <p:nvPicPr>
          <p:cNvPr id="23" name="图片 22"/>
          <p:cNvPicPr>
            <a:picLocks noChangeAspect="1"/>
          </p:cNvPicPr>
          <p:nvPr/>
        </p:nvPicPr>
        <p:blipFill>
          <a:blip r:embed="rId4"/>
          <a:stretch/>
        </p:blipFill>
        <p:spPr>
          <a:xfrm>
            <a:off x="5575121" y="5314950"/>
            <a:ext cx="2705100" cy="664941"/>
          </a:xfrm>
          <a:prstGeom prst="rect">
            <a:avLst/>
          </a:prstGeom>
        </p:spPr>
      </p:pic>
      <p:pic>
        <p:nvPicPr>
          <p:cNvPr id="24" name="图片 23"/>
          <p:cNvPicPr>
            <a:picLocks noChangeAspect="1"/>
          </p:cNvPicPr>
          <p:nvPr/>
        </p:nvPicPr>
        <p:blipFill>
          <a:blip r:embed="rId5"/>
          <a:stretch/>
        </p:blipFill>
        <p:spPr>
          <a:xfrm>
            <a:off x="8346349" y="5181600"/>
            <a:ext cx="1790700" cy="895350"/>
          </a:xfrm>
          <a:prstGeom prst="rect">
            <a:avLst/>
          </a:prstGeom>
        </p:spPr>
      </p:pic>
      <p:sp>
        <p:nvSpPr>
          <p:cNvPr id="12" name="直线连接符 11">
            <a:extLst>
              <a:ext uri="{FF2B5EF4-FFF2-40B4-BE49-F238E27FC236}">
                <a16:creationId xmlns:a16="http://schemas.microsoft.com/office/drawing/2014/main" id="{11765140-FF75-44B9-9846-6AF2D21597AA}"/>
              </a:ext>
            </a:extLst>
          </p:cNvPr>
          <p:cNvSpPr>
            <a:spLocks noGrp="1"/>
          </p:cNvSpPr>
          <p:nvPr/>
        </p:nvSpPr>
        <p:spPr>
          <a:xfrm>
            <a:off x="2381250" y="6172200"/>
            <a:ext cx="7981950" cy="0"/>
          </a:xfrm>
          <a:prstGeom prst="line">
            <a:avLst/>
          </a:prstGeom>
          <a:noFill/>
          <a:ln w="9525">
            <a:solidFill>
              <a:srgbClr val="F0F0F0"/>
            </a:solidFill>
            <a:prstDash val="solid"/>
          </a:ln>
        </p:spPr>
        <p:txBody>
          <a:bodyPr/>
          <a:lstStyle/>
          <a:p>
            <a:endParaRPr lang="en-US"/>
          </a:p>
        </p:txBody>
      </p:sp>
      <p:sp>
        <p:nvSpPr>
          <p:cNvPr id="13" name="矩形 12">
            <a:extLst>
              <a:ext uri="{FF2B5EF4-FFF2-40B4-BE49-F238E27FC236}">
                <a16:creationId xmlns:a16="http://schemas.microsoft.com/office/drawing/2014/main" id="{9F7F4F60-B8A9-4F85-A09D-87A5B532952D}"/>
              </a:ext>
            </a:extLst>
          </p:cNvPr>
          <p:cNvSpPr>
            <a:spLocks noGrp="1"/>
          </p:cNvSpPr>
          <p:nvPr/>
        </p:nvSpPr>
        <p:spPr>
          <a:xfrm>
            <a:off x="10229850" y="6210300"/>
            <a:ext cx="1123950" cy="266700"/>
          </a:xfrm>
          <a:prstGeom prst="rect">
            <a:avLst/>
          </a:prstGeom>
          <a:noFill/>
          <a:ln w="0">
            <a:noFill/>
            <a:prstDash val="solid"/>
          </a:ln>
        </p:spPr>
        <p:txBody>
          <a:bodyPr wrap="square" lIns="0" tIns="0" rIns="0" bIns="0" anchor="t"/>
          <a:lstStyle/>
          <a:p>
            <a:pPr algn="r">
              <a:lnSpc>
                <a:spcPct val="100000"/>
              </a:lnSpc>
              <a:buNone/>
              <a:defRPr sz="1500" b="1">
                <a:solidFill>
                  <a:srgbClr val="555555"/>
                </a:solidFill>
                <a:latin typeface="Arial"/>
                <a:ea typeface="Arial"/>
                <a:cs typeface="Arial"/>
              </a:defRPr>
            </a:pPr>
            <a:r>
              <a:rPr sz="1500" b="1">
                <a:solidFill>
                  <a:srgbClr val="555555"/>
                </a:solidFill>
                <a:latin typeface="Arial"/>
                <a:ea typeface="Arial"/>
                <a:cs typeface="Arial"/>
              </a:rPr>
              <a:t>OSDI '26</a:t>
            </a:r>
          </a:p>
        </p:txBody>
      </p:sp>
      <p:pic>
        <p:nvPicPr>
          <p:cNvPr id="11" name="图片 10" descr="Alibaba Cloud - Nexus IN Groupe">
            <a:extLst>
              <a:ext uri="{FF2B5EF4-FFF2-40B4-BE49-F238E27FC236}">
                <a16:creationId xmlns:a16="http://schemas.microsoft.com/office/drawing/2014/main" id="{BEBB60A3-4A45-5E6D-CA05-59A92D6253EE}"/>
              </a:ext>
            </a:extLst>
          </p:cNvPr>
          <p:cNvPicPr>
            <a:picLocks noChangeAspect="1"/>
          </p:cNvPicPr>
          <p:nvPr/>
        </p:nvPicPr>
        <p:blipFill>
          <a:blip r:embed="rId6"/>
          <a:stretch>
            <a:fillRect/>
          </a:stretch>
        </p:blipFill>
        <p:spPr>
          <a:xfrm>
            <a:off x="3920473" y="5169258"/>
            <a:ext cx="1417576" cy="848143"/>
          </a:xfrm>
          <a:prstGeom prst="rect">
            <a:avLst/>
          </a:prstGeom>
        </p:spPr>
      </p:pic>
    </p:spTree>
    <p:extLst>
      <p:ext uri="{BB962C8B-B14F-4D97-AF65-F5344CB8AC3E}">
        <p14:creationId xmlns:p14="http://schemas.microsoft.com/office/powerpoint/2010/main" val="911636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24A9-031B-6CB4-B9B1-F440486F7F43}"/>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092908F9-C1A3-ACF0-A99E-9049A8082ABA}"/>
              </a:ext>
            </a:extLst>
          </p:cNvPr>
          <p:cNvSpPr>
            <a:spLocks noGrp="1"/>
          </p:cNvSpPr>
          <p:nvPr/>
        </p:nvSpPr>
        <p:spPr>
          <a:xfrm>
            <a:off x="514350" y="685800"/>
            <a:ext cx="10078440" cy="666750"/>
          </a:xfrm>
          <a:prstGeom prst="rect">
            <a:avLst/>
          </a:prstGeom>
          <a:noFill/>
          <a:ln w="0">
            <a:noFill/>
            <a:prstDash val="solid"/>
          </a:ln>
        </p:spPr>
        <p:txBody>
          <a:bodyPr wrap="square" lIns="0" tIns="0" rIns="0" bIns="0" anchor="t"/>
          <a:lstStyle/>
          <a:p>
            <a:pPr algn="l">
              <a:lnSpc>
                <a:spcPct val="100000"/>
              </a:lnSpc>
              <a:buNone/>
              <a:defRPr sz="3450" b="1">
                <a:solidFill>
                  <a:srgbClr val="A40000"/>
                </a:solidFill>
                <a:latin typeface="Arial"/>
                <a:ea typeface="Arial"/>
                <a:cs typeface="Arial"/>
              </a:defRPr>
            </a:pPr>
            <a:r>
              <a:rPr lang="en-US" sz="3800" b="1" dirty="0">
                <a:latin typeface="Calibri" panose="020F0502020204030204" pitchFamily="34" charset="0"/>
                <a:ea typeface="Arial"/>
                <a:cs typeface="Calibri" panose="020F0502020204030204" pitchFamily="34" charset="0"/>
              </a:rPr>
              <a:t>Wide c</a:t>
            </a:r>
            <a:r>
              <a:rPr sz="3800" b="1" dirty="0">
                <a:latin typeface="Calibri" panose="020F0502020204030204" pitchFamily="34" charset="0"/>
                <a:ea typeface="Arial"/>
                <a:cs typeface="Calibri" panose="020F0502020204030204" pitchFamily="34" charset="0"/>
              </a:rPr>
              <a:t>ontainer adoption </a:t>
            </a:r>
            <a:r>
              <a:rPr lang="en-US" sz="3800" b="1" dirty="0">
                <a:latin typeface="Calibri" panose="020F0502020204030204" pitchFamily="34" charset="0"/>
                <a:ea typeface="Arial"/>
                <a:cs typeface="Calibri" panose="020F0502020204030204" pitchFamily="34" charset="0"/>
              </a:rPr>
              <a:t>in </a:t>
            </a:r>
            <a:r>
              <a:rPr sz="3800" b="1" dirty="0">
                <a:latin typeface="Calibri" panose="020F0502020204030204" pitchFamily="34" charset="0"/>
                <a:ea typeface="Arial"/>
                <a:cs typeface="Calibri" panose="020F0502020204030204" pitchFamily="34" charset="0"/>
              </a:rPr>
              <a:t>production</a:t>
            </a:r>
            <a:r>
              <a:rPr lang="en-US" sz="3800" b="1" dirty="0">
                <a:latin typeface="Calibri" panose="020F0502020204030204" pitchFamily="34" charset="0"/>
                <a:ea typeface="Arial"/>
                <a:cs typeface="Calibri" panose="020F0502020204030204" pitchFamily="34" charset="0"/>
              </a:rPr>
              <a:t> systems</a:t>
            </a:r>
            <a:endParaRPr sz="3800" b="1" dirty="0">
              <a:latin typeface="Calibri" panose="020F0502020204030204" pitchFamily="34" charset="0"/>
              <a:ea typeface="Arial"/>
              <a:cs typeface="Calibri" panose="020F0502020204030204" pitchFamily="34" charset="0"/>
            </a:endParaRPr>
          </a:p>
        </p:txBody>
      </p:sp>
      <p:sp>
        <p:nvSpPr>
          <p:cNvPr id="2" name="矩形 1">
            <a:extLst>
              <a:ext uri="{FF2B5EF4-FFF2-40B4-BE49-F238E27FC236}">
                <a16:creationId xmlns:a16="http://schemas.microsoft.com/office/drawing/2014/main" id="{FB89D37F-1879-9319-E0DF-5FFF31BC7D83}"/>
              </a:ext>
            </a:extLst>
          </p:cNvPr>
          <p:cNvSpPr>
            <a:spLocks noGrp="1"/>
          </p:cNvSpPr>
          <p:nvPr/>
        </p:nvSpPr>
        <p:spPr>
          <a:xfrm>
            <a:off x="1080406" y="1695450"/>
            <a:ext cx="400050" cy="419100"/>
          </a:xfrm>
          <a:prstGeom prst="rect">
            <a:avLst/>
          </a:prstGeom>
          <a:noFill/>
          <a:ln w="0">
            <a:noFill/>
            <a:prstDash val="solid"/>
          </a:ln>
        </p:spPr>
        <p:txBody>
          <a:bodyPr wrap="square" lIns="0" tIns="0" rIns="0" bIns="0" anchor="t"/>
          <a:lstStyle/>
          <a:p>
            <a:pPr algn="l">
              <a:lnSpc>
                <a:spcPct val="100000"/>
              </a:lnSpc>
              <a:buNone/>
              <a:defRPr sz="2925" b="0">
                <a:solidFill>
                  <a:srgbClr val="111111"/>
                </a:solidFill>
                <a:latin typeface="Arial"/>
                <a:ea typeface="Arial"/>
                <a:cs typeface="Arial"/>
              </a:defRPr>
            </a:pPr>
            <a:endParaRPr sz="2925" b="0" dirty="0">
              <a:solidFill>
                <a:srgbClr val="111111"/>
              </a:solidFill>
              <a:latin typeface="Arial"/>
              <a:ea typeface="Arial"/>
              <a:cs typeface="Arial"/>
            </a:endParaRPr>
          </a:p>
        </p:txBody>
      </p:sp>
      <p:sp>
        <p:nvSpPr>
          <p:cNvPr id="14" name="矩形 13">
            <a:extLst>
              <a:ext uri="{FF2B5EF4-FFF2-40B4-BE49-F238E27FC236}">
                <a16:creationId xmlns:a16="http://schemas.microsoft.com/office/drawing/2014/main" id="{163ED919-DBD9-CCD4-3B5C-DA039E5DBDE3}"/>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02</a:t>
            </a:r>
          </a:p>
        </p:txBody>
      </p:sp>
      <p:pic>
        <p:nvPicPr>
          <p:cNvPr id="17" name="图片 16">
            <a:extLst>
              <a:ext uri="{FF2B5EF4-FFF2-40B4-BE49-F238E27FC236}">
                <a16:creationId xmlns:a16="http://schemas.microsoft.com/office/drawing/2014/main" id="{59F2AA5A-9F63-9391-72C2-0664F663D7D6}"/>
              </a:ext>
            </a:extLst>
          </p:cNvPr>
          <p:cNvPicPr>
            <a:picLocks noChangeAspect="1"/>
          </p:cNvPicPr>
          <p:nvPr/>
        </p:nvPicPr>
        <p:blipFill>
          <a:blip r:embed="rId3"/>
          <a:stretch/>
        </p:blipFill>
        <p:spPr>
          <a:xfrm>
            <a:off x="8634548" y="1565606"/>
            <a:ext cx="3426823" cy="2237821"/>
          </a:xfrm>
          <a:prstGeom prst="rect">
            <a:avLst/>
          </a:prstGeom>
        </p:spPr>
      </p:pic>
      <p:sp>
        <p:nvSpPr>
          <p:cNvPr id="3" name="Content Placeholder 2">
            <a:extLst>
              <a:ext uri="{FF2B5EF4-FFF2-40B4-BE49-F238E27FC236}">
                <a16:creationId xmlns:a16="http://schemas.microsoft.com/office/drawing/2014/main" id="{88F8A431-0F11-BF0A-382A-23081B5B826B}"/>
              </a:ext>
            </a:extLst>
          </p:cNvPr>
          <p:cNvSpPr txBox="1">
            <a:spLocks/>
          </p:cNvSpPr>
          <p:nvPr/>
        </p:nvSpPr>
        <p:spPr>
          <a:xfrm>
            <a:off x="743198" y="1627758"/>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defRPr sz="2700" b="0">
                <a:solidFill>
                  <a:srgbClr val="111111"/>
                </a:solidFill>
                <a:latin typeface="Arial"/>
                <a:ea typeface="Arial"/>
                <a:cs typeface="Arial"/>
              </a:defRPr>
            </a:pPr>
            <a:r>
              <a:rPr lang="en-US" dirty="0">
                <a:solidFill>
                  <a:srgbClr val="111111"/>
                </a:solidFill>
                <a:latin typeface="+mj-lt"/>
                <a:ea typeface="Arial"/>
                <a:cs typeface="Arial"/>
              </a:rPr>
              <a:t>Containers are the default unit for cloud applications</a:t>
            </a:r>
          </a:p>
          <a:p>
            <a:pPr lvl="1">
              <a:lnSpc>
                <a:spcPct val="150000"/>
              </a:lnSpc>
              <a:buFont typeface="System Font Regular"/>
              <a:buChar char="-"/>
              <a:defRPr sz="1950" b="0">
                <a:solidFill>
                  <a:srgbClr val="111111"/>
                </a:solidFill>
                <a:latin typeface="Arial"/>
                <a:ea typeface="Arial"/>
                <a:cs typeface="Arial"/>
              </a:defRPr>
            </a:pPr>
            <a:r>
              <a:rPr lang="en-US" sz="2200" dirty="0">
                <a:solidFill>
                  <a:srgbClr val="111111"/>
                </a:solidFill>
                <a:latin typeface="+mj-lt"/>
                <a:ea typeface="Arial"/>
                <a:cs typeface="Arial"/>
              </a:rPr>
              <a:t>CNCF 2025: 91% of organizations use containers in production</a:t>
            </a:r>
          </a:p>
          <a:p>
            <a:pPr lvl="1">
              <a:lnSpc>
                <a:spcPct val="150000"/>
              </a:lnSpc>
              <a:buFont typeface="System Font Regular"/>
              <a:buChar char="-"/>
              <a:defRPr sz="1950" b="0">
                <a:solidFill>
                  <a:srgbClr val="111111"/>
                </a:solidFill>
                <a:latin typeface="Arial"/>
                <a:ea typeface="Arial"/>
                <a:cs typeface="Arial"/>
              </a:defRPr>
            </a:pPr>
            <a:r>
              <a:rPr lang="en-US" sz="2200" dirty="0">
                <a:solidFill>
                  <a:srgbClr val="111111"/>
                </a:solidFill>
                <a:latin typeface="Calibri Light" panose="020F0302020204030204" pitchFamily="34" charset="0"/>
                <a:ea typeface="Arial"/>
                <a:cs typeface="Calibri Light" panose="020F0302020204030204" pitchFamily="34" charset="0"/>
              </a:rPr>
              <a:t>56% run most or all production applications in containers</a:t>
            </a:r>
          </a:p>
          <a:p>
            <a:pPr>
              <a:lnSpc>
                <a:spcPct val="150000"/>
              </a:lnSpc>
              <a:defRPr sz="1950" b="0">
                <a:solidFill>
                  <a:srgbClr val="111111"/>
                </a:solidFill>
                <a:latin typeface="Arial"/>
                <a:ea typeface="Arial"/>
                <a:cs typeface="Arial"/>
              </a:defRPr>
            </a:pPr>
            <a:r>
              <a:rPr lang="en-US" sz="2600" dirty="0">
                <a:solidFill>
                  <a:srgbClr val="111111"/>
                </a:solidFill>
                <a:latin typeface="Calibri Light" panose="020F0302020204030204" pitchFamily="34" charset="0"/>
                <a:ea typeface="Arial"/>
                <a:cs typeface="Calibri Light" panose="020F0302020204030204" pitchFamily="34" charset="0"/>
              </a:rPr>
              <a:t>Containers – Pros vs. Cons</a:t>
            </a:r>
          </a:p>
          <a:p>
            <a:pPr lvl="1">
              <a:lnSpc>
                <a:spcPct val="150000"/>
              </a:lnSpc>
              <a:buFont typeface="System Font Regular"/>
              <a:buChar char="-"/>
              <a:defRPr sz="1950" b="0">
                <a:solidFill>
                  <a:srgbClr val="111111"/>
                </a:solidFill>
                <a:latin typeface="Arial"/>
                <a:ea typeface="Arial"/>
                <a:cs typeface="Arial"/>
              </a:defRPr>
            </a:pPr>
            <a:r>
              <a:rPr lang="en-US" sz="2200" dirty="0">
                <a:solidFill>
                  <a:srgbClr val="111111"/>
                </a:solidFill>
                <a:latin typeface="Calibri Light" panose="020F0302020204030204" pitchFamily="34" charset="0"/>
                <a:ea typeface="Arial"/>
                <a:cs typeface="Calibri Light" panose="020F0302020204030204" pitchFamily="34" charset="0"/>
              </a:rPr>
              <a:t>Lightweight and efficient virtualization</a:t>
            </a:r>
          </a:p>
          <a:p>
            <a:pPr lvl="1">
              <a:lnSpc>
                <a:spcPct val="150000"/>
              </a:lnSpc>
              <a:buFont typeface="System Font Regular"/>
              <a:buChar char="-"/>
              <a:defRPr sz="1950" b="0">
                <a:solidFill>
                  <a:srgbClr val="111111"/>
                </a:solidFill>
                <a:latin typeface="Arial"/>
                <a:ea typeface="Arial"/>
                <a:cs typeface="Arial"/>
              </a:defRPr>
            </a:pPr>
            <a:r>
              <a:rPr lang="en-US" sz="2200" dirty="0">
                <a:solidFill>
                  <a:srgbClr val="111111"/>
                </a:solidFill>
                <a:latin typeface="Calibri Light" panose="020F0302020204030204" pitchFamily="34" charset="0"/>
                <a:ea typeface="Arial"/>
                <a:cs typeface="Calibri Light" panose="020F0302020204030204" pitchFamily="34" charset="0"/>
              </a:rPr>
              <a:t>Lack of isolation </a:t>
            </a:r>
          </a:p>
          <a:p>
            <a:pPr lvl="1">
              <a:lnSpc>
                <a:spcPct val="100000"/>
              </a:lnSpc>
              <a:buFont typeface="System Font Regular"/>
              <a:buChar char="-"/>
              <a:defRPr sz="1950" b="0">
                <a:solidFill>
                  <a:srgbClr val="111111"/>
                </a:solidFill>
                <a:latin typeface="Arial"/>
                <a:ea typeface="Arial"/>
                <a:cs typeface="Arial"/>
              </a:defRPr>
            </a:pPr>
            <a:endParaRPr lang="en-US" sz="2200" dirty="0">
              <a:solidFill>
                <a:srgbClr val="111111"/>
              </a:solidFill>
              <a:latin typeface="+mj-lt"/>
              <a:ea typeface="Arial"/>
              <a:cs typeface="Arial"/>
            </a:endParaRPr>
          </a:p>
          <a:p>
            <a:pPr marL="914400" lvl="2" indent="0">
              <a:buNone/>
            </a:pPr>
            <a:endParaRPr lang="en-US" altLang="zh-CN" dirty="0">
              <a:latin typeface="+mj-lt"/>
            </a:endParaRPr>
          </a:p>
          <a:p>
            <a:pPr lvl="2"/>
            <a:endParaRPr lang="en-US" dirty="0">
              <a:latin typeface="+mj-lt"/>
            </a:endParaRPr>
          </a:p>
        </p:txBody>
      </p:sp>
      <p:sp>
        <p:nvSpPr>
          <p:cNvPr id="5" name="矩形 12">
            <a:extLst>
              <a:ext uri="{FF2B5EF4-FFF2-40B4-BE49-F238E27FC236}">
                <a16:creationId xmlns:a16="http://schemas.microsoft.com/office/drawing/2014/main" id="{CC75DE06-F514-7E9F-52ED-50155438372A}"/>
              </a:ext>
            </a:extLst>
          </p:cNvPr>
          <p:cNvSpPr>
            <a:spLocks noGrp="1"/>
          </p:cNvSpPr>
          <p:nvPr/>
        </p:nvSpPr>
        <p:spPr>
          <a:xfrm>
            <a:off x="3259858" y="5433298"/>
            <a:ext cx="5482280" cy="821006"/>
          </a:xfrm>
          <a:prstGeom prst="rect">
            <a:avLst/>
          </a:prstGeom>
          <a:solidFill>
            <a:schemeClr val="bg2"/>
          </a:solidFill>
          <a:ln w="0">
            <a:noFill/>
            <a:prstDash val="solid"/>
          </a:ln>
        </p:spPr>
        <p:txBody>
          <a:bodyPr wrap="square" lIns="0" tIns="0" rIns="0" bIns="0" anchor="t"/>
          <a:lstStyle/>
          <a:p>
            <a:pPr algn="ctr">
              <a:defRPr sz="1950" b="0">
                <a:solidFill>
                  <a:srgbClr val="A40000"/>
                </a:solidFill>
                <a:latin typeface="Arial"/>
                <a:ea typeface="Arial"/>
                <a:cs typeface="Arial"/>
              </a:defRPr>
            </a:pPr>
            <a:r>
              <a:rPr lang="en" sz="2500" b="1" dirty="0">
                <a:solidFill>
                  <a:srgbClr val="A40000"/>
                </a:solidFill>
                <a:latin typeface="+mn-lt"/>
                <a:ea typeface="Arial"/>
                <a:cs typeface="Arial"/>
              </a:rPr>
              <a:t>At production scale, isolation becomes the central systems problem</a:t>
            </a:r>
            <a:endParaRPr sz="2500" b="1" dirty="0">
              <a:solidFill>
                <a:srgbClr val="A40000"/>
              </a:solidFill>
              <a:latin typeface="+mn-lt"/>
              <a:ea typeface="Arial"/>
              <a:cs typeface="Arial"/>
            </a:endParaRPr>
          </a:p>
        </p:txBody>
      </p:sp>
    </p:spTree>
    <p:extLst>
      <p:ext uri="{BB962C8B-B14F-4D97-AF65-F5344CB8AC3E}">
        <p14:creationId xmlns:p14="http://schemas.microsoft.com/office/powerpoint/2010/main" val="208740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C901A7D8-6806-4D28-9F39-28B5EE9B0427}"/>
              </a:ext>
            </a:extLst>
          </p:cNvPr>
          <p:cNvSpPr>
            <a:spLocks noGrp="1"/>
          </p:cNvSpPr>
          <p:nvPr/>
        </p:nvSpPr>
        <p:spPr>
          <a:xfrm>
            <a:off x="514350" y="685800"/>
            <a:ext cx="11537742" cy="609600"/>
          </a:xfrm>
          <a:prstGeom prst="rect">
            <a:avLst/>
          </a:prstGeom>
          <a:noFill/>
          <a:ln w="0">
            <a:noFill/>
            <a:prstDash val="solid"/>
          </a:ln>
        </p:spPr>
        <p:txBody>
          <a:bodyPr wrap="square" lIns="0" tIns="0" rIns="0" bIns="0" anchor="t"/>
          <a:lstStyle/>
          <a:p>
            <a:pPr algn="l">
              <a:lnSpc>
                <a:spcPct val="100000"/>
              </a:lnSpc>
              <a:buNone/>
              <a:defRPr sz="3300" b="1">
                <a:solidFill>
                  <a:srgbClr val="A40000"/>
                </a:solidFill>
                <a:latin typeface="Arial"/>
                <a:ea typeface="Arial"/>
                <a:cs typeface="Arial"/>
              </a:defRPr>
            </a:pPr>
            <a:r>
              <a:rPr lang="en" sz="3800" b="1" dirty="0">
                <a:solidFill>
                  <a:srgbClr val="A40000"/>
                </a:solidFill>
                <a:latin typeface="+mn-lt"/>
                <a:ea typeface="Arial"/>
                <a:cs typeface="Arial"/>
              </a:rPr>
              <a:t>Security vulnerabilities ranked #2 container challenge</a:t>
            </a:r>
            <a:endParaRPr sz="3800" b="1" dirty="0">
              <a:solidFill>
                <a:srgbClr val="A40000"/>
              </a:solidFill>
              <a:latin typeface="+mn-lt"/>
              <a:ea typeface="Arial"/>
              <a:cs typeface="Arial"/>
            </a:endParaRPr>
          </a:p>
        </p:txBody>
      </p:sp>
      <p:sp>
        <p:nvSpPr>
          <p:cNvPr id="2" name="矩形 1">
            <a:extLst>
              <a:ext uri="{FF2B5EF4-FFF2-40B4-BE49-F238E27FC236}">
                <a16:creationId xmlns:a16="http://schemas.microsoft.com/office/drawing/2014/main" id="{A747E149-7525-4CAC-97AC-1996ECA829B7}"/>
              </a:ext>
            </a:extLst>
          </p:cNvPr>
          <p:cNvSpPr>
            <a:spLocks noGrp="1"/>
          </p:cNvSpPr>
          <p:nvPr/>
        </p:nvSpPr>
        <p:spPr>
          <a:xfrm>
            <a:off x="819150" y="1504950"/>
            <a:ext cx="10096500" cy="419100"/>
          </a:xfrm>
          <a:prstGeom prst="rect">
            <a:avLst/>
          </a:prstGeom>
          <a:noFill/>
          <a:ln w="0">
            <a:noFill/>
            <a:prstDash val="solid"/>
          </a:ln>
        </p:spPr>
        <p:txBody>
          <a:bodyPr wrap="square" lIns="0" tIns="0" rIns="0" bIns="0" anchor="t"/>
          <a:lstStyle/>
          <a:p>
            <a:pPr algn="l">
              <a:lnSpc>
                <a:spcPct val="100000"/>
              </a:lnSpc>
              <a:buNone/>
              <a:defRPr sz="2325" b="0">
                <a:solidFill>
                  <a:srgbClr val="111111"/>
                </a:solidFill>
                <a:latin typeface="Arial"/>
                <a:ea typeface="Arial"/>
                <a:cs typeface="Arial"/>
              </a:defRPr>
            </a:pPr>
            <a:r>
              <a:rPr sz="2325" b="0" dirty="0">
                <a:solidFill>
                  <a:srgbClr val="111111"/>
                </a:solidFill>
                <a:latin typeface="Arial"/>
                <a:ea typeface="Arial"/>
                <a:cs typeface="Arial"/>
              </a:rPr>
              <a:t>CNCF 2025:</a:t>
            </a:r>
          </a:p>
        </p:txBody>
      </p:sp>
      <p:sp>
        <p:nvSpPr>
          <p:cNvPr id="3" name="矩形 2">
            <a:extLst>
              <a:ext uri="{FF2B5EF4-FFF2-40B4-BE49-F238E27FC236}">
                <a16:creationId xmlns:a16="http://schemas.microsoft.com/office/drawing/2014/main" id="{EB3FDE97-6C81-42C3-AB95-FED49C06A5D7}"/>
              </a:ext>
            </a:extLst>
          </p:cNvPr>
          <p:cNvSpPr>
            <a:spLocks noGrp="1"/>
          </p:cNvSpPr>
          <p:nvPr/>
        </p:nvSpPr>
        <p:spPr>
          <a:xfrm>
            <a:off x="819150" y="2190750"/>
            <a:ext cx="2571750" cy="342900"/>
          </a:xfrm>
          <a:prstGeom prst="rect">
            <a:avLst/>
          </a:prstGeom>
          <a:noFill/>
          <a:ln w="0">
            <a:noFill/>
            <a:prstDash val="solid"/>
          </a:ln>
        </p:spPr>
        <p:txBody>
          <a:bodyPr wrap="square" lIns="0" tIns="0" rIns="0" bIns="0" anchor="t"/>
          <a:lstStyle/>
          <a:p>
            <a:pPr algn="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Cultural changes</a:t>
            </a:r>
          </a:p>
        </p:txBody>
      </p:sp>
      <p:sp>
        <p:nvSpPr>
          <p:cNvPr id="4" name="矩形 3">
            <a:extLst>
              <a:ext uri="{FF2B5EF4-FFF2-40B4-BE49-F238E27FC236}">
                <a16:creationId xmlns:a16="http://schemas.microsoft.com/office/drawing/2014/main" id="{D332BD02-0693-4E40-AED9-871B5D109FAF}"/>
              </a:ext>
            </a:extLst>
          </p:cNvPr>
          <p:cNvSpPr>
            <a:spLocks noGrp="1"/>
          </p:cNvSpPr>
          <p:nvPr/>
        </p:nvSpPr>
        <p:spPr>
          <a:xfrm>
            <a:off x="3733800" y="2228850"/>
            <a:ext cx="5334000" cy="266700"/>
          </a:xfrm>
          <a:prstGeom prst="rect">
            <a:avLst/>
          </a:prstGeom>
          <a:solidFill>
            <a:schemeClr val="tx2">
              <a:lumMod val="10000"/>
              <a:lumOff val="90000"/>
            </a:schemeClr>
          </a:solidFill>
          <a:ln w="0">
            <a:noFill/>
            <a:prstDash val="solid"/>
          </a:ln>
        </p:spPr>
        <p:txBody>
          <a:bodyPr/>
          <a:lstStyle/>
          <a:p>
            <a:endParaRPr lang="en-US"/>
          </a:p>
        </p:txBody>
      </p:sp>
      <p:sp>
        <p:nvSpPr>
          <p:cNvPr id="5" name="矩形 4">
            <a:extLst>
              <a:ext uri="{FF2B5EF4-FFF2-40B4-BE49-F238E27FC236}">
                <a16:creationId xmlns:a16="http://schemas.microsoft.com/office/drawing/2014/main" id="{026BF34F-3A7F-4FBF-AF83-5D96E7193B9F}"/>
              </a:ext>
            </a:extLst>
          </p:cNvPr>
          <p:cNvSpPr>
            <a:spLocks noGrp="1"/>
          </p:cNvSpPr>
          <p:nvPr/>
        </p:nvSpPr>
        <p:spPr>
          <a:xfrm>
            <a:off x="9296400" y="2209800"/>
            <a:ext cx="762000" cy="304800"/>
          </a:xfrm>
          <a:prstGeom prst="rect">
            <a:avLst/>
          </a:prstGeom>
          <a:noFill/>
          <a:ln w="0">
            <a:noFill/>
            <a:prstDash val="solid"/>
          </a:ln>
        </p:spPr>
        <p:txBody>
          <a:bodyPr wrap="square" lIns="0" tIns="0" rIns="0" bIns="0" anchor="t"/>
          <a:lstStyle/>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47%</a:t>
            </a:r>
          </a:p>
        </p:txBody>
      </p:sp>
      <p:sp>
        <p:nvSpPr>
          <p:cNvPr id="6" name="矩形 5">
            <a:extLst>
              <a:ext uri="{FF2B5EF4-FFF2-40B4-BE49-F238E27FC236}">
                <a16:creationId xmlns:a16="http://schemas.microsoft.com/office/drawing/2014/main" id="{6888DCBB-37DB-4086-BC7F-BFABD2198E14}"/>
              </a:ext>
            </a:extLst>
          </p:cNvPr>
          <p:cNvSpPr>
            <a:spLocks noGrp="1"/>
          </p:cNvSpPr>
          <p:nvPr/>
        </p:nvSpPr>
        <p:spPr>
          <a:xfrm>
            <a:off x="819150" y="2686050"/>
            <a:ext cx="2571750" cy="342900"/>
          </a:xfrm>
          <a:prstGeom prst="rect">
            <a:avLst/>
          </a:prstGeom>
          <a:noFill/>
          <a:ln w="0">
            <a:noFill/>
            <a:prstDash val="solid"/>
          </a:ln>
        </p:spPr>
        <p:txBody>
          <a:bodyPr wrap="square" lIns="0" tIns="0" rIns="0" bIns="0" anchor="t"/>
          <a:lstStyle/>
          <a:p>
            <a:pPr algn="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Lack of training</a:t>
            </a:r>
          </a:p>
        </p:txBody>
      </p:sp>
      <p:sp>
        <p:nvSpPr>
          <p:cNvPr id="7" name="矩形 6">
            <a:extLst>
              <a:ext uri="{FF2B5EF4-FFF2-40B4-BE49-F238E27FC236}">
                <a16:creationId xmlns:a16="http://schemas.microsoft.com/office/drawing/2014/main" id="{BD4FBCA0-B1DC-4CFF-A127-3DC03905270D}"/>
              </a:ext>
            </a:extLst>
          </p:cNvPr>
          <p:cNvSpPr>
            <a:spLocks noGrp="1"/>
          </p:cNvSpPr>
          <p:nvPr/>
        </p:nvSpPr>
        <p:spPr>
          <a:xfrm>
            <a:off x="3733800" y="2724150"/>
            <a:ext cx="4086225" cy="266700"/>
          </a:xfrm>
          <a:prstGeom prst="rect">
            <a:avLst/>
          </a:prstGeom>
          <a:solidFill>
            <a:schemeClr val="tx2">
              <a:lumMod val="10000"/>
              <a:lumOff val="90000"/>
            </a:schemeClr>
          </a:solidFill>
          <a:ln w="0">
            <a:noFill/>
            <a:prstDash val="solid"/>
          </a:ln>
        </p:spPr>
        <p:txBody>
          <a:bodyPr/>
          <a:lstStyle/>
          <a:p>
            <a:endParaRPr lang="en-US"/>
          </a:p>
        </p:txBody>
      </p:sp>
      <p:sp>
        <p:nvSpPr>
          <p:cNvPr id="8" name="矩形 7">
            <a:extLst>
              <a:ext uri="{FF2B5EF4-FFF2-40B4-BE49-F238E27FC236}">
                <a16:creationId xmlns:a16="http://schemas.microsoft.com/office/drawing/2014/main" id="{EC8683B3-E5B2-454E-9F30-C49901886F38}"/>
              </a:ext>
            </a:extLst>
          </p:cNvPr>
          <p:cNvSpPr>
            <a:spLocks noGrp="1"/>
          </p:cNvSpPr>
          <p:nvPr/>
        </p:nvSpPr>
        <p:spPr>
          <a:xfrm>
            <a:off x="8048625" y="2705100"/>
            <a:ext cx="762000" cy="304800"/>
          </a:xfrm>
          <a:prstGeom prst="rect">
            <a:avLst/>
          </a:prstGeom>
          <a:noFill/>
          <a:ln w="0">
            <a:noFill/>
            <a:prstDash val="solid"/>
          </a:ln>
        </p:spPr>
        <p:txBody>
          <a:bodyPr wrap="square" lIns="0" tIns="0" rIns="0" bIns="0" anchor="t"/>
          <a:lstStyle/>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36%</a:t>
            </a:r>
          </a:p>
        </p:txBody>
      </p:sp>
      <p:sp>
        <p:nvSpPr>
          <p:cNvPr id="9" name="矩形 8">
            <a:extLst>
              <a:ext uri="{FF2B5EF4-FFF2-40B4-BE49-F238E27FC236}">
                <a16:creationId xmlns:a16="http://schemas.microsoft.com/office/drawing/2014/main" id="{B3CC52FC-627D-4DB8-B490-50595EBC451B}"/>
              </a:ext>
            </a:extLst>
          </p:cNvPr>
          <p:cNvSpPr>
            <a:spLocks noGrp="1"/>
          </p:cNvSpPr>
          <p:nvPr/>
        </p:nvSpPr>
        <p:spPr>
          <a:xfrm>
            <a:off x="914400" y="3114675"/>
            <a:ext cx="8572500" cy="457200"/>
          </a:xfrm>
          <a:prstGeom prst="rect">
            <a:avLst/>
          </a:prstGeom>
          <a:solidFill>
            <a:srgbClr val="FFF2EA"/>
          </a:solidFill>
          <a:ln w="0">
            <a:noFill/>
            <a:prstDash val="solid"/>
          </a:ln>
        </p:spPr>
        <p:txBody>
          <a:bodyPr/>
          <a:lstStyle/>
          <a:p>
            <a:endParaRPr lang="en-US"/>
          </a:p>
        </p:txBody>
      </p:sp>
      <p:sp>
        <p:nvSpPr>
          <p:cNvPr id="10" name="矩形 9">
            <a:extLst>
              <a:ext uri="{FF2B5EF4-FFF2-40B4-BE49-F238E27FC236}">
                <a16:creationId xmlns:a16="http://schemas.microsoft.com/office/drawing/2014/main" id="{2D890A90-F0D8-4AC4-A337-A0106C329D52}"/>
              </a:ext>
            </a:extLst>
          </p:cNvPr>
          <p:cNvSpPr>
            <a:spLocks noGrp="1"/>
          </p:cNvSpPr>
          <p:nvPr/>
        </p:nvSpPr>
        <p:spPr>
          <a:xfrm>
            <a:off x="819150" y="3181350"/>
            <a:ext cx="2571750" cy="342900"/>
          </a:xfrm>
          <a:prstGeom prst="rect">
            <a:avLst/>
          </a:prstGeom>
          <a:noFill/>
          <a:ln w="0">
            <a:noFill/>
            <a:prstDash val="solid"/>
          </a:ln>
        </p:spPr>
        <p:txBody>
          <a:bodyPr wrap="square" lIns="0" tIns="0" rIns="0" bIns="0" anchor="t"/>
          <a:lstStyle/>
          <a:p>
            <a:pPr algn="r">
              <a:lnSpc>
                <a:spcPct val="100000"/>
              </a:lnSpc>
              <a:buNone/>
              <a:defRPr sz="2325" b="1">
                <a:solidFill>
                  <a:srgbClr val="A40000"/>
                </a:solidFill>
                <a:latin typeface="Arial"/>
                <a:ea typeface="Arial"/>
                <a:cs typeface="Arial"/>
              </a:defRPr>
            </a:pPr>
            <a:r>
              <a:rPr sz="2325" b="1">
                <a:solidFill>
                  <a:srgbClr val="A40000"/>
                </a:solidFill>
                <a:latin typeface="Arial"/>
                <a:ea typeface="Arial"/>
                <a:cs typeface="Arial"/>
              </a:rPr>
              <a:t>Security</a:t>
            </a:r>
          </a:p>
        </p:txBody>
      </p:sp>
      <p:sp>
        <p:nvSpPr>
          <p:cNvPr id="11" name="矩形 10">
            <a:extLst>
              <a:ext uri="{FF2B5EF4-FFF2-40B4-BE49-F238E27FC236}">
                <a16:creationId xmlns:a16="http://schemas.microsoft.com/office/drawing/2014/main" id="{FF559BB0-BBC9-46BD-A71F-974A757CD1DC}"/>
              </a:ext>
            </a:extLst>
          </p:cNvPr>
          <p:cNvSpPr>
            <a:spLocks noGrp="1"/>
          </p:cNvSpPr>
          <p:nvPr/>
        </p:nvSpPr>
        <p:spPr>
          <a:xfrm>
            <a:off x="3733800" y="3219450"/>
            <a:ext cx="4086225" cy="266700"/>
          </a:xfrm>
          <a:prstGeom prst="rect">
            <a:avLst/>
          </a:prstGeom>
          <a:solidFill>
            <a:srgbClr val="A40000"/>
          </a:solidFill>
          <a:ln w="0">
            <a:noFill/>
            <a:prstDash val="solid"/>
          </a:ln>
        </p:spPr>
        <p:txBody>
          <a:bodyPr/>
          <a:lstStyle/>
          <a:p>
            <a:endParaRPr lang="en-US"/>
          </a:p>
        </p:txBody>
      </p:sp>
      <p:sp>
        <p:nvSpPr>
          <p:cNvPr id="12" name="矩形 11">
            <a:extLst>
              <a:ext uri="{FF2B5EF4-FFF2-40B4-BE49-F238E27FC236}">
                <a16:creationId xmlns:a16="http://schemas.microsoft.com/office/drawing/2014/main" id="{42673833-8D1B-4E5B-B622-B117E82669C3}"/>
              </a:ext>
            </a:extLst>
          </p:cNvPr>
          <p:cNvSpPr>
            <a:spLocks noGrp="1"/>
          </p:cNvSpPr>
          <p:nvPr/>
        </p:nvSpPr>
        <p:spPr>
          <a:xfrm>
            <a:off x="8048625" y="3200400"/>
            <a:ext cx="762000" cy="304800"/>
          </a:xfrm>
          <a:prstGeom prst="rect">
            <a:avLst/>
          </a:prstGeom>
          <a:noFill/>
          <a:ln w="0">
            <a:noFill/>
            <a:prstDash val="solid"/>
          </a:ln>
        </p:spPr>
        <p:txBody>
          <a:bodyPr wrap="square" lIns="0" tIns="0" rIns="0" bIns="0" anchor="t"/>
          <a:lstStyle/>
          <a:p>
            <a:pPr algn="l">
              <a:lnSpc>
                <a:spcPct val="100000"/>
              </a:lnSpc>
              <a:buNone/>
              <a:defRPr sz="1650" b="0">
                <a:solidFill>
                  <a:srgbClr val="A40000"/>
                </a:solidFill>
                <a:latin typeface="Arial"/>
                <a:ea typeface="Arial"/>
                <a:cs typeface="Arial"/>
              </a:defRPr>
            </a:pPr>
            <a:r>
              <a:rPr sz="1650" b="0">
                <a:solidFill>
                  <a:srgbClr val="A40000"/>
                </a:solidFill>
                <a:latin typeface="Arial"/>
                <a:ea typeface="Arial"/>
                <a:cs typeface="Arial"/>
              </a:rPr>
              <a:t>36%</a:t>
            </a:r>
          </a:p>
        </p:txBody>
      </p:sp>
      <p:sp>
        <p:nvSpPr>
          <p:cNvPr id="13" name="矩形 12">
            <a:extLst>
              <a:ext uri="{FF2B5EF4-FFF2-40B4-BE49-F238E27FC236}">
                <a16:creationId xmlns:a16="http://schemas.microsoft.com/office/drawing/2014/main" id="{BC7E511C-5282-4DFA-8AC5-38F19E4D7C40}"/>
              </a:ext>
            </a:extLst>
          </p:cNvPr>
          <p:cNvSpPr>
            <a:spLocks noGrp="1"/>
          </p:cNvSpPr>
          <p:nvPr/>
        </p:nvSpPr>
        <p:spPr>
          <a:xfrm>
            <a:off x="819150" y="3676650"/>
            <a:ext cx="2571750" cy="342900"/>
          </a:xfrm>
          <a:prstGeom prst="rect">
            <a:avLst/>
          </a:prstGeom>
          <a:noFill/>
          <a:ln w="0">
            <a:noFill/>
            <a:prstDash val="solid"/>
          </a:ln>
        </p:spPr>
        <p:txBody>
          <a:bodyPr wrap="square" lIns="0" tIns="0" rIns="0" bIns="0" anchor="t"/>
          <a:lstStyle/>
          <a:p>
            <a:pPr algn="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CI/CD</a:t>
            </a:r>
          </a:p>
        </p:txBody>
      </p:sp>
      <p:sp>
        <p:nvSpPr>
          <p:cNvPr id="14" name="矩形 13">
            <a:extLst>
              <a:ext uri="{FF2B5EF4-FFF2-40B4-BE49-F238E27FC236}">
                <a16:creationId xmlns:a16="http://schemas.microsoft.com/office/drawing/2014/main" id="{F7373519-D43B-4CC3-A4B8-76E3725CA931}"/>
              </a:ext>
            </a:extLst>
          </p:cNvPr>
          <p:cNvSpPr>
            <a:spLocks noGrp="1"/>
          </p:cNvSpPr>
          <p:nvPr/>
        </p:nvSpPr>
        <p:spPr>
          <a:xfrm>
            <a:off x="3733800" y="3714750"/>
            <a:ext cx="3971925" cy="266700"/>
          </a:xfrm>
          <a:prstGeom prst="rect">
            <a:avLst/>
          </a:prstGeom>
          <a:solidFill>
            <a:schemeClr val="tx2">
              <a:lumMod val="10000"/>
              <a:lumOff val="90000"/>
            </a:schemeClr>
          </a:solidFill>
          <a:ln w="0">
            <a:noFill/>
            <a:prstDash val="solid"/>
          </a:ln>
        </p:spPr>
        <p:txBody>
          <a:bodyPr/>
          <a:lstStyle/>
          <a:p>
            <a:endParaRPr lang="en-US"/>
          </a:p>
        </p:txBody>
      </p:sp>
      <p:sp>
        <p:nvSpPr>
          <p:cNvPr id="15" name="矩形 14">
            <a:extLst>
              <a:ext uri="{FF2B5EF4-FFF2-40B4-BE49-F238E27FC236}">
                <a16:creationId xmlns:a16="http://schemas.microsoft.com/office/drawing/2014/main" id="{08D1A351-D805-43A8-926C-A804A14B05DB}"/>
              </a:ext>
            </a:extLst>
          </p:cNvPr>
          <p:cNvSpPr>
            <a:spLocks noGrp="1"/>
          </p:cNvSpPr>
          <p:nvPr/>
        </p:nvSpPr>
        <p:spPr>
          <a:xfrm>
            <a:off x="7934325" y="3695700"/>
            <a:ext cx="762000" cy="304800"/>
          </a:xfrm>
          <a:prstGeom prst="rect">
            <a:avLst/>
          </a:prstGeom>
          <a:noFill/>
          <a:ln w="0">
            <a:noFill/>
            <a:prstDash val="solid"/>
          </a:ln>
        </p:spPr>
        <p:txBody>
          <a:bodyPr wrap="square" lIns="0" tIns="0" rIns="0" bIns="0" anchor="t"/>
          <a:lstStyle/>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35%</a:t>
            </a:r>
          </a:p>
        </p:txBody>
      </p:sp>
      <p:sp>
        <p:nvSpPr>
          <p:cNvPr id="16" name="矩形 15">
            <a:extLst>
              <a:ext uri="{FF2B5EF4-FFF2-40B4-BE49-F238E27FC236}">
                <a16:creationId xmlns:a16="http://schemas.microsoft.com/office/drawing/2014/main" id="{25615240-B222-4A1F-B47E-C8B7B707934A}"/>
              </a:ext>
            </a:extLst>
          </p:cNvPr>
          <p:cNvSpPr>
            <a:spLocks noGrp="1"/>
          </p:cNvSpPr>
          <p:nvPr/>
        </p:nvSpPr>
        <p:spPr>
          <a:xfrm>
            <a:off x="819150" y="4171950"/>
            <a:ext cx="2571750" cy="342900"/>
          </a:xfrm>
          <a:prstGeom prst="rect">
            <a:avLst/>
          </a:prstGeom>
          <a:noFill/>
          <a:ln w="0">
            <a:noFill/>
            <a:prstDash val="solid"/>
          </a:ln>
        </p:spPr>
        <p:txBody>
          <a:bodyPr wrap="square" lIns="0" tIns="0" rIns="0" bIns="0" anchor="t"/>
          <a:lstStyle/>
          <a:p>
            <a:pPr algn="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Monitoring</a:t>
            </a:r>
          </a:p>
        </p:txBody>
      </p:sp>
      <p:sp>
        <p:nvSpPr>
          <p:cNvPr id="17" name="矩形 16">
            <a:extLst>
              <a:ext uri="{FF2B5EF4-FFF2-40B4-BE49-F238E27FC236}">
                <a16:creationId xmlns:a16="http://schemas.microsoft.com/office/drawing/2014/main" id="{4BEF72BE-66B0-42DB-86BA-2A6DAF720A3C}"/>
              </a:ext>
            </a:extLst>
          </p:cNvPr>
          <p:cNvSpPr>
            <a:spLocks noGrp="1"/>
          </p:cNvSpPr>
          <p:nvPr/>
        </p:nvSpPr>
        <p:spPr>
          <a:xfrm>
            <a:off x="3733800" y="4210050"/>
            <a:ext cx="3971925" cy="266700"/>
          </a:xfrm>
          <a:prstGeom prst="rect">
            <a:avLst/>
          </a:prstGeom>
          <a:solidFill>
            <a:schemeClr val="tx2">
              <a:lumMod val="10000"/>
              <a:lumOff val="90000"/>
            </a:schemeClr>
          </a:solidFill>
          <a:ln w="0">
            <a:noFill/>
            <a:prstDash val="solid"/>
          </a:ln>
        </p:spPr>
        <p:txBody>
          <a:bodyPr/>
          <a:lstStyle/>
          <a:p>
            <a:endParaRPr lang="en-US"/>
          </a:p>
        </p:txBody>
      </p:sp>
      <p:sp>
        <p:nvSpPr>
          <p:cNvPr id="18" name="矩形 17">
            <a:extLst>
              <a:ext uri="{FF2B5EF4-FFF2-40B4-BE49-F238E27FC236}">
                <a16:creationId xmlns:a16="http://schemas.microsoft.com/office/drawing/2014/main" id="{A2AD1862-0FDB-4A0D-9A38-53FA4EA28B75}"/>
              </a:ext>
            </a:extLst>
          </p:cNvPr>
          <p:cNvSpPr>
            <a:spLocks noGrp="1"/>
          </p:cNvSpPr>
          <p:nvPr/>
        </p:nvSpPr>
        <p:spPr>
          <a:xfrm>
            <a:off x="7934325" y="4191000"/>
            <a:ext cx="762000" cy="304800"/>
          </a:xfrm>
          <a:prstGeom prst="rect">
            <a:avLst/>
          </a:prstGeom>
          <a:noFill/>
          <a:ln w="0">
            <a:noFill/>
            <a:prstDash val="solid"/>
          </a:ln>
        </p:spPr>
        <p:txBody>
          <a:bodyPr wrap="square" lIns="0" tIns="0" rIns="0" bIns="0" anchor="t"/>
          <a:lstStyle/>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35%</a:t>
            </a:r>
          </a:p>
        </p:txBody>
      </p:sp>
      <p:sp>
        <p:nvSpPr>
          <p:cNvPr id="19" name="矩形 18">
            <a:extLst>
              <a:ext uri="{FF2B5EF4-FFF2-40B4-BE49-F238E27FC236}">
                <a16:creationId xmlns:a16="http://schemas.microsoft.com/office/drawing/2014/main" id="{3355C39A-B261-45FA-8D09-0B40C76F794B}"/>
              </a:ext>
            </a:extLst>
          </p:cNvPr>
          <p:cNvSpPr>
            <a:spLocks noGrp="1"/>
          </p:cNvSpPr>
          <p:nvPr/>
        </p:nvSpPr>
        <p:spPr>
          <a:xfrm>
            <a:off x="819150" y="4667250"/>
            <a:ext cx="2571750" cy="342900"/>
          </a:xfrm>
          <a:prstGeom prst="rect">
            <a:avLst/>
          </a:prstGeom>
          <a:noFill/>
          <a:ln w="0">
            <a:noFill/>
            <a:prstDash val="solid"/>
          </a:ln>
        </p:spPr>
        <p:txBody>
          <a:bodyPr wrap="square" lIns="0" tIns="0" rIns="0" bIns="0" anchor="t"/>
          <a:lstStyle/>
          <a:p>
            <a:pPr algn="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Complexity</a:t>
            </a:r>
          </a:p>
        </p:txBody>
      </p:sp>
      <p:sp>
        <p:nvSpPr>
          <p:cNvPr id="20" name="矩形 19">
            <a:extLst>
              <a:ext uri="{FF2B5EF4-FFF2-40B4-BE49-F238E27FC236}">
                <a16:creationId xmlns:a16="http://schemas.microsoft.com/office/drawing/2014/main" id="{61A7B830-A16F-412D-A3E7-B80ECF4B67EA}"/>
              </a:ext>
            </a:extLst>
          </p:cNvPr>
          <p:cNvSpPr>
            <a:spLocks noGrp="1"/>
          </p:cNvSpPr>
          <p:nvPr/>
        </p:nvSpPr>
        <p:spPr>
          <a:xfrm>
            <a:off x="3733800" y="4705350"/>
            <a:ext cx="3857625" cy="266700"/>
          </a:xfrm>
          <a:prstGeom prst="rect">
            <a:avLst/>
          </a:prstGeom>
          <a:solidFill>
            <a:schemeClr val="tx2">
              <a:lumMod val="10000"/>
              <a:lumOff val="90000"/>
            </a:schemeClr>
          </a:solidFill>
          <a:ln w="0">
            <a:noFill/>
            <a:prstDash val="solid"/>
          </a:ln>
        </p:spPr>
        <p:txBody>
          <a:bodyPr/>
          <a:lstStyle/>
          <a:p>
            <a:endParaRPr lang="en-US"/>
          </a:p>
        </p:txBody>
      </p:sp>
      <p:sp>
        <p:nvSpPr>
          <p:cNvPr id="21" name="矩形 20">
            <a:extLst>
              <a:ext uri="{FF2B5EF4-FFF2-40B4-BE49-F238E27FC236}">
                <a16:creationId xmlns:a16="http://schemas.microsoft.com/office/drawing/2014/main" id="{860D9931-2215-40DB-911D-22E92F3861E1}"/>
              </a:ext>
            </a:extLst>
          </p:cNvPr>
          <p:cNvSpPr>
            <a:spLocks noGrp="1"/>
          </p:cNvSpPr>
          <p:nvPr/>
        </p:nvSpPr>
        <p:spPr>
          <a:xfrm>
            <a:off x="7820025" y="4686300"/>
            <a:ext cx="762000" cy="304800"/>
          </a:xfrm>
          <a:prstGeom prst="rect">
            <a:avLst/>
          </a:prstGeom>
          <a:noFill/>
          <a:ln w="0">
            <a:noFill/>
            <a:prstDash val="solid"/>
          </a:ln>
        </p:spPr>
        <p:txBody>
          <a:bodyPr wrap="square" lIns="0" tIns="0" rIns="0" bIns="0" anchor="t"/>
          <a:lstStyle/>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34%</a:t>
            </a:r>
          </a:p>
        </p:txBody>
      </p:sp>
      <p:sp>
        <p:nvSpPr>
          <p:cNvPr id="22" name="矩形 21">
            <a:extLst>
              <a:ext uri="{FF2B5EF4-FFF2-40B4-BE49-F238E27FC236}">
                <a16:creationId xmlns:a16="http://schemas.microsoft.com/office/drawing/2014/main" id="{B068B178-9EC2-435E-91F1-34397AD144B9}"/>
              </a:ext>
            </a:extLst>
          </p:cNvPr>
          <p:cNvSpPr>
            <a:spLocks noGrp="1"/>
          </p:cNvSpPr>
          <p:nvPr/>
        </p:nvSpPr>
        <p:spPr>
          <a:xfrm>
            <a:off x="2157412" y="5333999"/>
            <a:ext cx="7239000" cy="790575"/>
          </a:xfrm>
          <a:prstGeom prst="rect">
            <a:avLst/>
          </a:prstGeom>
          <a:solidFill>
            <a:schemeClr val="bg2"/>
          </a:solidFill>
          <a:ln w="0">
            <a:noFill/>
            <a:prstDash val="solid"/>
          </a:ln>
        </p:spPr>
        <p:txBody>
          <a:bodyPr wrap="square" lIns="190500" tIns="0" rIns="190500" bIns="0" anchor="ctr"/>
          <a:lstStyle/>
          <a:p>
            <a:pPr algn="ctr">
              <a:lnSpc>
                <a:spcPct val="100000"/>
              </a:lnSpc>
              <a:buNone/>
              <a:defRPr sz="1800" b="0">
                <a:solidFill>
                  <a:srgbClr val="A40000"/>
                </a:solidFill>
                <a:latin typeface="Arial"/>
                <a:ea typeface="Arial"/>
                <a:cs typeface="Arial"/>
              </a:defRPr>
            </a:pPr>
            <a:r>
              <a:rPr sz="2400" b="1" dirty="0">
                <a:solidFill>
                  <a:srgbClr val="A40000"/>
                </a:solidFill>
                <a:latin typeface="Calibri" panose="020F0502020204030204" pitchFamily="34" charset="0"/>
                <a:ea typeface="Arial"/>
                <a:cs typeface="Calibri" panose="020F0502020204030204" pitchFamily="34" charset="0"/>
              </a:rPr>
              <a:t>Containers </a:t>
            </a:r>
            <a:r>
              <a:rPr lang="en-US" sz="2400" b="1" dirty="0">
                <a:solidFill>
                  <a:srgbClr val="A40000"/>
                </a:solidFill>
                <a:latin typeface="Calibri" panose="020F0502020204030204" pitchFamily="34" charset="0"/>
                <a:ea typeface="Arial"/>
                <a:cs typeface="Calibri" panose="020F0502020204030204" pitchFamily="34" charset="0"/>
              </a:rPr>
              <a:t>can potentially</a:t>
            </a:r>
            <a:r>
              <a:rPr sz="2400" b="1" dirty="0">
                <a:solidFill>
                  <a:srgbClr val="A40000"/>
                </a:solidFill>
                <a:latin typeface="Calibri" panose="020F0502020204030204" pitchFamily="34" charset="0"/>
                <a:ea typeface="Arial"/>
                <a:cs typeface="Calibri" panose="020F0502020204030204" pitchFamily="34" charset="0"/>
              </a:rPr>
              <a:t> escape </a:t>
            </a:r>
            <a:r>
              <a:rPr lang="en-US" sz="2400" b="1" dirty="0">
                <a:solidFill>
                  <a:srgbClr val="A40000"/>
                </a:solidFill>
                <a:latin typeface="Calibri" panose="020F0502020204030204" pitchFamily="34" charset="0"/>
                <a:ea typeface="Arial"/>
                <a:cs typeface="Calibri" panose="020F0502020204030204" pitchFamily="34" charset="0"/>
              </a:rPr>
              <a:t>their sandboxes </a:t>
            </a:r>
            <a:r>
              <a:rPr sz="2400" b="1" dirty="0">
                <a:solidFill>
                  <a:srgbClr val="A40000"/>
                </a:solidFill>
                <a:latin typeface="Calibri" panose="020F0502020204030204" pitchFamily="34" charset="0"/>
                <a:ea typeface="Arial"/>
                <a:cs typeface="Calibri" panose="020F0502020204030204" pitchFamily="34" charset="0"/>
              </a:rPr>
              <a:t>and compromise the host</a:t>
            </a:r>
          </a:p>
        </p:txBody>
      </p:sp>
      <p:sp>
        <p:nvSpPr>
          <p:cNvPr id="24" name="矩形 23">
            <a:extLst>
              <a:ext uri="{FF2B5EF4-FFF2-40B4-BE49-F238E27FC236}">
                <a16:creationId xmlns:a16="http://schemas.microsoft.com/office/drawing/2014/main" id="{98E00593-3BDA-4740-95CD-B8756F8040F5}"/>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03</a:t>
            </a:r>
          </a:p>
        </p:txBody>
      </p:sp>
      <p:pic>
        <p:nvPicPr>
          <p:cNvPr id="23" name="图片 55">
            <a:extLst>
              <a:ext uri="{FF2B5EF4-FFF2-40B4-BE49-F238E27FC236}">
                <a16:creationId xmlns:a16="http://schemas.microsoft.com/office/drawing/2014/main" id="{5F1BE889-D9F3-8987-121A-8BC90E710979}"/>
              </a:ext>
            </a:extLst>
          </p:cNvPr>
          <p:cNvPicPr>
            <a:picLocks noChangeAspect="1"/>
          </p:cNvPicPr>
          <p:nvPr/>
        </p:nvPicPr>
        <p:blipFill>
          <a:blip r:embed="rId3"/>
          <a:stretch>
            <a:fillRect/>
          </a:stretch>
        </p:blipFill>
        <p:spPr>
          <a:xfrm>
            <a:off x="9582150" y="2705100"/>
            <a:ext cx="2465125" cy="1386296"/>
          </a:xfrm>
          <a:prstGeom prst="rect">
            <a:avLst/>
          </a:prstGeom>
        </p:spPr>
      </p:pic>
    </p:spTree>
    <p:extLst>
      <p:ext uri="{BB962C8B-B14F-4D97-AF65-F5344CB8AC3E}">
        <p14:creationId xmlns:p14="http://schemas.microsoft.com/office/powerpoint/2010/main" val="45399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03C41F15-D995-472D-B8D0-D3159F9DB876}"/>
              </a:ext>
            </a:extLst>
          </p:cNvPr>
          <p:cNvSpPr>
            <a:spLocks noGrp="1"/>
          </p:cNvSpPr>
          <p:nvPr/>
        </p:nvSpPr>
        <p:spPr>
          <a:xfrm>
            <a:off x="514350" y="685800"/>
            <a:ext cx="10858500" cy="57150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sz="4000" b="1" dirty="0">
                <a:solidFill>
                  <a:srgbClr val="A40000"/>
                </a:solidFill>
                <a:latin typeface="Calibri" panose="020F0502020204030204" pitchFamily="34" charset="0"/>
                <a:ea typeface="Arial"/>
                <a:cs typeface="Calibri" panose="020F0502020204030204" pitchFamily="34" charset="0"/>
              </a:rPr>
              <a:t>Secure container</a:t>
            </a:r>
            <a:r>
              <a:rPr lang="en-US" sz="4000" b="1" dirty="0">
                <a:solidFill>
                  <a:srgbClr val="A40000"/>
                </a:solidFill>
                <a:latin typeface="Calibri" panose="020F0502020204030204" pitchFamily="34" charset="0"/>
                <a:ea typeface="Arial"/>
                <a:cs typeface="Calibri" panose="020F0502020204030204" pitchFamily="34" charset="0"/>
              </a:rPr>
              <a:t>s – containers inside </a:t>
            </a:r>
            <a:r>
              <a:rPr lang="en-US" sz="4000" b="1" dirty="0" err="1">
                <a:solidFill>
                  <a:srgbClr val="A40000"/>
                </a:solidFill>
                <a:latin typeface="Calibri" panose="020F0502020204030204" pitchFamily="34" charset="0"/>
                <a:ea typeface="Arial"/>
                <a:cs typeface="Calibri" panose="020F0502020204030204" pitchFamily="34" charset="0"/>
              </a:rPr>
              <a:t>microVMs</a:t>
            </a:r>
            <a:endParaRPr sz="4000" b="1" dirty="0">
              <a:solidFill>
                <a:srgbClr val="A40000"/>
              </a:solidFill>
              <a:latin typeface="Calibri" panose="020F0502020204030204" pitchFamily="34" charset="0"/>
              <a:ea typeface="Arial"/>
              <a:cs typeface="Calibri" panose="020F0502020204030204" pitchFamily="34" charset="0"/>
            </a:endParaRPr>
          </a:p>
        </p:txBody>
      </p:sp>
      <p:sp>
        <p:nvSpPr>
          <p:cNvPr id="13" name="直线连接符 12">
            <a:extLst>
              <a:ext uri="{FF2B5EF4-FFF2-40B4-BE49-F238E27FC236}">
                <a16:creationId xmlns:a16="http://schemas.microsoft.com/office/drawing/2014/main" id="{8CBB3A71-79BD-43F9-9F86-1D4BC7380CE5}"/>
              </a:ext>
            </a:extLst>
          </p:cNvPr>
          <p:cNvSpPr>
            <a:spLocks noGrp="1"/>
          </p:cNvSpPr>
          <p:nvPr/>
        </p:nvSpPr>
        <p:spPr>
          <a:xfrm>
            <a:off x="6858000" y="2914650"/>
            <a:ext cx="0" cy="2266950"/>
          </a:xfrm>
          <a:prstGeom prst="line">
            <a:avLst/>
          </a:prstGeom>
          <a:noFill/>
          <a:ln w="9525">
            <a:solidFill>
              <a:srgbClr val="E6E7EA"/>
            </a:solidFill>
            <a:prstDash val="solid"/>
          </a:ln>
        </p:spPr>
        <p:txBody>
          <a:bodyPr/>
          <a:lstStyle/>
          <a:p>
            <a:endParaRPr lang="en-US"/>
          </a:p>
        </p:txBody>
      </p:sp>
      <p:sp>
        <p:nvSpPr>
          <p:cNvPr id="27" name="矩形 26">
            <a:extLst>
              <a:ext uri="{FF2B5EF4-FFF2-40B4-BE49-F238E27FC236}">
                <a16:creationId xmlns:a16="http://schemas.microsoft.com/office/drawing/2014/main" id="{DEA2F377-6CE1-4138-9C24-52664DD67C88}"/>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D6268"/>
                </a:solidFill>
                <a:latin typeface="Arial"/>
                <a:ea typeface="Arial"/>
                <a:cs typeface="Arial"/>
              </a:defRPr>
            </a:pPr>
            <a:r>
              <a:rPr sz="1350" b="0">
                <a:solidFill>
                  <a:srgbClr val="5D6268"/>
                </a:solidFill>
                <a:latin typeface="Arial"/>
                <a:ea typeface="Arial"/>
                <a:cs typeface="Arial"/>
              </a:rPr>
              <a:t>04</a:t>
            </a:r>
          </a:p>
        </p:txBody>
      </p:sp>
      <p:sp>
        <p:nvSpPr>
          <p:cNvPr id="30" name="右箭头 29">
            <a:extLst>
              <a:ext uri="{FF2B5EF4-FFF2-40B4-BE49-F238E27FC236}">
                <a16:creationId xmlns:a16="http://schemas.microsoft.com/office/drawing/2014/main" id="{DD1AA41A-8EEE-E563-E2FD-26D627246F3E}"/>
              </a:ext>
            </a:extLst>
          </p:cNvPr>
          <p:cNvSpPr>
            <a:spLocks noGrp="1"/>
          </p:cNvSpPr>
          <p:nvPr/>
        </p:nvSpPr>
        <p:spPr>
          <a:xfrm>
            <a:off x="4731808" y="3409950"/>
            <a:ext cx="1790700" cy="1123950"/>
          </a:xfrm>
          <a:prstGeom prst="rightArrow">
            <a:avLst/>
          </a:prstGeom>
          <a:solidFill>
            <a:srgbClr val="F3F4F6"/>
          </a:solidFill>
          <a:ln w="0">
            <a:solidFill>
              <a:srgbClr val="A40000"/>
            </a:solidFill>
            <a:prstDash val="solid"/>
          </a:ln>
        </p:spPr>
        <p:txBody>
          <a:bodyPr wrap="square" lIns="95250" tIns="0" rIns="95250" bIns="0" anchor="ctr"/>
          <a:lstStyle/>
          <a:p>
            <a:pPr algn="ctr">
              <a:lnSpc>
                <a:spcPct val="100000"/>
              </a:lnSpc>
              <a:buNone/>
              <a:defRPr sz="1500" b="1">
                <a:solidFill>
                  <a:srgbClr val="A40000"/>
                </a:solidFill>
                <a:latin typeface="Arial"/>
                <a:ea typeface="Arial"/>
                <a:cs typeface="Arial"/>
              </a:defRPr>
            </a:pPr>
            <a:endParaRPr sz="1500" b="1" dirty="0">
              <a:latin typeface="Arial"/>
              <a:ea typeface="Arial"/>
              <a:cs typeface="Arial"/>
            </a:endParaRPr>
          </a:p>
        </p:txBody>
      </p:sp>
      <p:sp>
        <p:nvSpPr>
          <p:cNvPr id="65" name="矩形 64">
            <a:extLst>
              <a:ext uri="{FF2B5EF4-FFF2-40B4-BE49-F238E27FC236}">
                <a16:creationId xmlns:a16="http://schemas.microsoft.com/office/drawing/2014/main" id="{286D78A3-C6F8-F789-0CCA-80A0E7403D4E}"/>
              </a:ext>
            </a:extLst>
          </p:cNvPr>
          <p:cNvSpPr>
            <a:spLocks noGrp="1"/>
          </p:cNvSpPr>
          <p:nvPr/>
        </p:nvSpPr>
        <p:spPr>
          <a:xfrm>
            <a:off x="857250" y="2362200"/>
            <a:ext cx="3429000" cy="400050"/>
          </a:xfrm>
          <a:prstGeom prst="rect">
            <a:avLst/>
          </a:prstGeom>
          <a:noFill/>
          <a:ln w="0">
            <a:noFill/>
            <a:prstDash val="solid"/>
          </a:ln>
        </p:spPr>
        <p:txBody>
          <a:bodyPr wrap="square" lIns="0" tIns="0" rIns="0" bIns="0" anchor="t"/>
          <a:lstStyle/>
          <a:p>
            <a:pPr algn="ctr">
              <a:lnSpc>
                <a:spcPct val="100000"/>
              </a:lnSpc>
              <a:buNone/>
              <a:defRPr sz="2100" b="1">
                <a:solidFill>
                  <a:srgbClr val="111111"/>
                </a:solidFill>
                <a:latin typeface="Arial"/>
                <a:ea typeface="Arial"/>
                <a:cs typeface="Arial"/>
              </a:defRPr>
            </a:pPr>
            <a:r>
              <a:rPr sz="2100" b="1" dirty="0">
                <a:solidFill>
                  <a:srgbClr val="2E6CF7"/>
                </a:solidFill>
                <a:latin typeface="Arial"/>
                <a:ea typeface="Arial"/>
                <a:cs typeface="Arial"/>
              </a:rPr>
              <a:t>Traditional containers</a:t>
            </a:r>
          </a:p>
        </p:txBody>
      </p:sp>
      <p:sp>
        <p:nvSpPr>
          <p:cNvPr id="66" name="矩形 65">
            <a:extLst>
              <a:ext uri="{FF2B5EF4-FFF2-40B4-BE49-F238E27FC236}">
                <a16:creationId xmlns:a16="http://schemas.microsoft.com/office/drawing/2014/main" id="{893F7BE9-B9EB-FE25-9066-A7D7393007EA}"/>
              </a:ext>
            </a:extLst>
          </p:cNvPr>
          <p:cNvSpPr>
            <a:spLocks noGrp="1"/>
          </p:cNvSpPr>
          <p:nvPr/>
        </p:nvSpPr>
        <p:spPr>
          <a:xfrm>
            <a:off x="1066800" y="2933700"/>
            <a:ext cx="1428750" cy="419100"/>
          </a:xfrm>
          <a:prstGeom prst="rect">
            <a:avLst/>
          </a:prstGeom>
          <a:solidFill>
            <a:srgbClr val="FFFFFF"/>
          </a:solidFill>
          <a:ln w="11430">
            <a:solidFill>
              <a:srgbClr val="D4D7DC"/>
            </a:solidFill>
            <a:prstDash val="solid"/>
          </a:ln>
        </p:spPr>
        <p:txBody>
          <a:bodyPr wrap="square" lIns="95250" tIns="0" rIns="95250" bIns="0" anchor="ctr"/>
          <a:lstStyle/>
          <a:p>
            <a:pPr algn="ctr">
              <a:lnSpc>
                <a:spcPct val="100000"/>
              </a:lnSpc>
              <a:buNone/>
              <a:defRPr sz="1725" b="0">
                <a:solidFill>
                  <a:srgbClr val="111111"/>
                </a:solidFill>
                <a:latin typeface="Arial"/>
                <a:ea typeface="Arial"/>
                <a:cs typeface="Arial"/>
              </a:defRPr>
            </a:pPr>
            <a:r>
              <a:rPr sz="1600" b="0" dirty="0">
                <a:solidFill>
                  <a:srgbClr val="111111"/>
                </a:solidFill>
                <a:latin typeface="Arial"/>
                <a:ea typeface="Arial"/>
                <a:cs typeface="Arial"/>
              </a:rPr>
              <a:t>App A</a:t>
            </a:r>
          </a:p>
        </p:txBody>
      </p:sp>
      <p:sp>
        <p:nvSpPr>
          <p:cNvPr id="67" name="矩形 66">
            <a:extLst>
              <a:ext uri="{FF2B5EF4-FFF2-40B4-BE49-F238E27FC236}">
                <a16:creationId xmlns:a16="http://schemas.microsoft.com/office/drawing/2014/main" id="{B65E9BC2-B60A-B16B-E69E-1BA0C4924B95}"/>
              </a:ext>
            </a:extLst>
          </p:cNvPr>
          <p:cNvSpPr>
            <a:spLocks noGrp="1"/>
          </p:cNvSpPr>
          <p:nvPr/>
        </p:nvSpPr>
        <p:spPr>
          <a:xfrm>
            <a:off x="1066800" y="3390900"/>
            <a:ext cx="1428750" cy="333375"/>
          </a:xfrm>
          <a:prstGeom prst="rect">
            <a:avLst/>
          </a:prstGeom>
          <a:noFill/>
          <a:ln w="9525">
            <a:solidFill>
              <a:srgbClr val="E6E7EA"/>
            </a:solidFill>
            <a:prstDash val="solid"/>
          </a:ln>
        </p:spPr>
        <p:txBody>
          <a:bodyPr wrap="square" lIns="95250" tIns="0" rIns="95250" bIns="0" anchor="ctr"/>
          <a:lstStyle/>
          <a:p>
            <a:pPr algn="ctr">
              <a:lnSpc>
                <a:spcPct val="100000"/>
              </a:lnSpc>
              <a:buNone/>
              <a:defRPr sz="1500" b="0">
                <a:solidFill>
                  <a:srgbClr val="111111"/>
                </a:solidFill>
                <a:latin typeface="Arial"/>
                <a:ea typeface="Arial"/>
                <a:cs typeface="Arial"/>
              </a:defRPr>
            </a:pPr>
            <a:r>
              <a:rPr sz="1600" b="0" dirty="0">
                <a:solidFill>
                  <a:srgbClr val="111111"/>
                </a:solidFill>
                <a:latin typeface="Arial"/>
                <a:ea typeface="Arial"/>
                <a:cs typeface="Arial"/>
              </a:rPr>
              <a:t>libs</a:t>
            </a:r>
          </a:p>
        </p:txBody>
      </p:sp>
      <p:sp>
        <p:nvSpPr>
          <p:cNvPr id="68" name="矩形 67">
            <a:extLst>
              <a:ext uri="{FF2B5EF4-FFF2-40B4-BE49-F238E27FC236}">
                <a16:creationId xmlns:a16="http://schemas.microsoft.com/office/drawing/2014/main" id="{C0922E17-1659-FEC3-F14B-CBC5F30ACACC}"/>
              </a:ext>
            </a:extLst>
          </p:cNvPr>
          <p:cNvSpPr>
            <a:spLocks noGrp="1"/>
          </p:cNvSpPr>
          <p:nvPr/>
        </p:nvSpPr>
        <p:spPr>
          <a:xfrm>
            <a:off x="1066800" y="3762374"/>
            <a:ext cx="1428750" cy="573617"/>
          </a:xfrm>
          <a:prstGeom prst="rect">
            <a:avLst/>
          </a:prstGeom>
          <a:noFill/>
          <a:ln w="9525">
            <a:solidFill>
              <a:srgbClr val="E6E7EA"/>
            </a:solidFill>
            <a:prstDash val="solid"/>
          </a:ln>
        </p:spPr>
        <p:txBody>
          <a:bodyPr wrap="square" lIns="95250" tIns="0" rIns="95250" bIns="0" anchor="ctr"/>
          <a:lstStyle/>
          <a:p>
            <a:pPr algn="ctr">
              <a:lnSpc>
                <a:spcPct val="100000"/>
              </a:lnSpc>
              <a:buNone/>
              <a:defRPr sz="1500" b="0">
                <a:solidFill>
                  <a:srgbClr val="111111"/>
                </a:solidFill>
                <a:latin typeface="Arial"/>
                <a:ea typeface="Arial"/>
                <a:cs typeface="Arial"/>
              </a:defRPr>
            </a:pPr>
            <a:r>
              <a:rPr sz="1600" b="0" dirty="0">
                <a:solidFill>
                  <a:srgbClr val="111111"/>
                </a:solidFill>
                <a:latin typeface="Arial"/>
                <a:ea typeface="Arial"/>
                <a:cs typeface="Arial"/>
              </a:rPr>
              <a:t>n</a:t>
            </a:r>
            <a:r>
              <a:rPr lang="en-US" sz="1600" b="0" dirty="0">
                <a:solidFill>
                  <a:srgbClr val="111111"/>
                </a:solidFill>
                <a:latin typeface="Arial"/>
                <a:ea typeface="Arial"/>
                <a:cs typeface="Arial"/>
              </a:rPr>
              <a:t>amespace</a:t>
            </a:r>
            <a:r>
              <a:rPr sz="1600" b="0" dirty="0">
                <a:solidFill>
                  <a:srgbClr val="111111"/>
                </a:solidFill>
                <a:latin typeface="Arial"/>
                <a:ea typeface="Arial"/>
                <a:cs typeface="Arial"/>
              </a:rPr>
              <a:t> / </a:t>
            </a:r>
            <a:r>
              <a:rPr sz="1600" b="0" dirty="0" err="1">
                <a:solidFill>
                  <a:srgbClr val="111111"/>
                </a:solidFill>
                <a:latin typeface="Arial"/>
                <a:ea typeface="Arial"/>
                <a:cs typeface="Arial"/>
              </a:rPr>
              <a:t>cg</a:t>
            </a:r>
            <a:r>
              <a:rPr lang="en-US" sz="1600" b="0" dirty="0" err="1">
                <a:solidFill>
                  <a:srgbClr val="111111"/>
                </a:solidFill>
                <a:latin typeface="Arial"/>
                <a:ea typeface="Arial"/>
                <a:cs typeface="Arial"/>
              </a:rPr>
              <a:t>roups</a:t>
            </a:r>
            <a:endParaRPr sz="1600" b="0" dirty="0">
              <a:solidFill>
                <a:srgbClr val="111111"/>
              </a:solidFill>
              <a:latin typeface="Arial"/>
              <a:ea typeface="Arial"/>
              <a:cs typeface="Arial"/>
            </a:endParaRPr>
          </a:p>
        </p:txBody>
      </p:sp>
      <p:sp>
        <p:nvSpPr>
          <p:cNvPr id="69" name="矩形 68">
            <a:extLst>
              <a:ext uri="{FF2B5EF4-FFF2-40B4-BE49-F238E27FC236}">
                <a16:creationId xmlns:a16="http://schemas.microsoft.com/office/drawing/2014/main" id="{B34B6741-DBC7-B086-EB56-FD4D74FDA5FB}"/>
              </a:ext>
            </a:extLst>
          </p:cNvPr>
          <p:cNvSpPr>
            <a:spLocks noGrp="1"/>
          </p:cNvSpPr>
          <p:nvPr/>
        </p:nvSpPr>
        <p:spPr>
          <a:xfrm>
            <a:off x="2571750" y="2933700"/>
            <a:ext cx="1428750" cy="419100"/>
          </a:xfrm>
          <a:prstGeom prst="rect">
            <a:avLst/>
          </a:prstGeom>
          <a:solidFill>
            <a:srgbClr val="FFFFFF"/>
          </a:solidFill>
          <a:ln w="11430">
            <a:solidFill>
              <a:srgbClr val="D4D7DC"/>
            </a:solidFill>
            <a:prstDash val="solid"/>
          </a:ln>
        </p:spPr>
        <p:txBody>
          <a:bodyPr wrap="square" lIns="95250" tIns="0" rIns="95250" bIns="0" anchor="ctr"/>
          <a:lstStyle/>
          <a:p>
            <a:pPr algn="ctr">
              <a:lnSpc>
                <a:spcPct val="100000"/>
              </a:lnSpc>
              <a:buNone/>
              <a:defRPr sz="1725" b="0">
                <a:solidFill>
                  <a:srgbClr val="111111"/>
                </a:solidFill>
                <a:latin typeface="Arial"/>
                <a:ea typeface="Arial"/>
                <a:cs typeface="Arial"/>
              </a:defRPr>
            </a:pPr>
            <a:r>
              <a:rPr sz="1600" b="0">
                <a:solidFill>
                  <a:srgbClr val="111111"/>
                </a:solidFill>
                <a:latin typeface="Arial"/>
                <a:ea typeface="Arial"/>
                <a:cs typeface="Arial"/>
              </a:rPr>
              <a:t>App B</a:t>
            </a:r>
          </a:p>
        </p:txBody>
      </p:sp>
      <p:sp>
        <p:nvSpPr>
          <p:cNvPr id="70" name="矩形 69">
            <a:extLst>
              <a:ext uri="{FF2B5EF4-FFF2-40B4-BE49-F238E27FC236}">
                <a16:creationId xmlns:a16="http://schemas.microsoft.com/office/drawing/2014/main" id="{B74DC201-482A-696A-E9BF-98EF06CE2C3B}"/>
              </a:ext>
            </a:extLst>
          </p:cNvPr>
          <p:cNvSpPr>
            <a:spLocks noGrp="1"/>
          </p:cNvSpPr>
          <p:nvPr/>
        </p:nvSpPr>
        <p:spPr>
          <a:xfrm>
            <a:off x="2571750" y="3390900"/>
            <a:ext cx="1428750" cy="333375"/>
          </a:xfrm>
          <a:prstGeom prst="rect">
            <a:avLst/>
          </a:prstGeom>
          <a:noFill/>
          <a:ln w="9525">
            <a:solidFill>
              <a:srgbClr val="E6E7EA"/>
            </a:solidFill>
            <a:prstDash val="solid"/>
          </a:ln>
        </p:spPr>
        <p:txBody>
          <a:bodyPr wrap="square" lIns="95250" tIns="0" rIns="95250" bIns="0" anchor="ctr"/>
          <a:lstStyle/>
          <a:p>
            <a:pPr algn="ctr">
              <a:lnSpc>
                <a:spcPct val="100000"/>
              </a:lnSpc>
              <a:buNone/>
              <a:defRPr sz="1500" b="0">
                <a:solidFill>
                  <a:srgbClr val="111111"/>
                </a:solidFill>
                <a:latin typeface="Arial"/>
                <a:ea typeface="Arial"/>
                <a:cs typeface="Arial"/>
              </a:defRPr>
            </a:pPr>
            <a:r>
              <a:rPr sz="1600" b="0">
                <a:solidFill>
                  <a:srgbClr val="111111"/>
                </a:solidFill>
                <a:latin typeface="Arial"/>
                <a:ea typeface="Arial"/>
                <a:cs typeface="Arial"/>
              </a:rPr>
              <a:t>libs</a:t>
            </a:r>
          </a:p>
        </p:txBody>
      </p:sp>
      <p:sp>
        <p:nvSpPr>
          <p:cNvPr id="72" name="矩形 71">
            <a:extLst>
              <a:ext uri="{FF2B5EF4-FFF2-40B4-BE49-F238E27FC236}">
                <a16:creationId xmlns:a16="http://schemas.microsoft.com/office/drawing/2014/main" id="{E6414A7B-C300-3C50-E94F-ECDB2D8F7379}"/>
              </a:ext>
            </a:extLst>
          </p:cNvPr>
          <p:cNvSpPr>
            <a:spLocks noGrp="1"/>
          </p:cNvSpPr>
          <p:nvPr/>
        </p:nvSpPr>
        <p:spPr>
          <a:xfrm>
            <a:off x="1066800" y="4457700"/>
            <a:ext cx="2933700" cy="457200"/>
          </a:xfrm>
          <a:prstGeom prst="rect">
            <a:avLst/>
          </a:prstGeom>
          <a:solidFill>
            <a:srgbClr val="FFFF00"/>
          </a:solidFill>
          <a:ln w="11430">
            <a:solidFill>
              <a:srgbClr val="D4D7DC"/>
            </a:solidFill>
            <a:prstDash val="solid"/>
          </a:ln>
        </p:spPr>
        <p:txBody>
          <a:bodyPr wrap="square" lIns="95250" tIns="0" rIns="95250" bIns="0" anchor="ctr"/>
          <a:lstStyle/>
          <a:p>
            <a:pPr algn="ctr">
              <a:lnSpc>
                <a:spcPct val="100000"/>
              </a:lnSpc>
              <a:buNone/>
              <a:defRPr sz="1800" b="1">
                <a:solidFill>
                  <a:srgbClr val="111111"/>
                </a:solidFill>
                <a:latin typeface="Arial"/>
                <a:ea typeface="Arial"/>
                <a:cs typeface="Arial"/>
              </a:defRPr>
            </a:pPr>
            <a:r>
              <a:rPr dirty="0">
                <a:solidFill>
                  <a:srgbClr val="111111"/>
                </a:solidFill>
                <a:latin typeface="Arial"/>
                <a:ea typeface="Arial"/>
                <a:cs typeface="Arial"/>
              </a:rPr>
              <a:t>shared host kernel</a:t>
            </a:r>
          </a:p>
        </p:txBody>
      </p:sp>
      <p:sp>
        <p:nvSpPr>
          <p:cNvPr id="74" name="直线连接符 73">
            <a:extLst>
              <a:ext uri="{FF2B5EF4-FFF2-40B4-BE49-F238E27FC236}">
                <a16:creationId xmlns:a16="http://schemas.microsoft.com/office/drawing/2014/main" id="{DCCA7081-2327-24F3-B09D-95706D53AE4F}"/>
              </a:ext>
            </a:extLst>
          </p:cNvPr>
          <p:cNvSpPr>
            <a:spLocks noGrp="1"/>
          </p:cNvSpPr>
          <p:nvPr/>
        </p:nvSpPr>
        <p:spPr>
          <a:xfrm>
            <a:off x="4333875" y="2914650"/>
            <a:ext cx="0" cy="2266950"/>
          </a:xfrm>
          <a:prstGeom prst="line">
            <a:avLst/>
          </a:prstGeom>
          <a:noFill/>
          <a:ln w="9525">
            <a:solidFill>
              <a:srgbClr val="E6E7EA"/>
            </a:solidFill>
            <a:prstDash val="solid"/>
          </a:ln>
        </p:spPr>
        <p:txBody>
          <a:bodyPr/>
          <a:lstStyle/>
          <a:p>
            <a:endParaRPr lang="en-US"/>
          </a:p>
        </p:txBody>
      </p:sp>
      <p:sp>
        <p:nvSpPr>
          <p:cNvPr id="75" name="直线连接符 74">
            <a:extLst>
              <a:ext uri="{FF2B5EF4-FFF2-40B4-BE49-F238E27FC236}">
                <a16:creationId xmlns:a16="http://schemas.microsoft.com/office/drawing/2014/main" id="{AC2C5CC6-B4C3-986D-892C-36E2D04F1ED5}"/>
              </a:ext>
            </a:extLst>
          </p:cNvPr>
          <p:cNvSpPr>
            <a:spLocks noGrp="1"/>
          </p:cNvSpPr>
          <p:nvPr/>
        </p:nvSpPr>
        <p:spPr>
          <a:xfrm>
            <a:off x="6858000" y="2914650"/>
            <a:ext cx="0" cy="2266950"/>
          </a:xfrm>
          <a:prstGeom prst="line">
            <a:avLst/>
          </a:prstGeom>
          <a:noFill/>
          <a:ln w="9525">
            <a:solidFill>
              <a:srgbClr val="E6E7EA"/>
            </a:solidFill>
            <a:prstDash val="solid"/>
          </a:ln>
        </p:spPr>
        <p:txBody>
          <a:bodyPr/>
          <a:lstStyle/>
          <a:p>
            <a:endParaRPr lang="en-US"/>
          </a:p>
        </p:txBody>
      </p:sp>
      <p:sp>
        <p:nvSpPr>
          <p:cNvPr id="76" name="矩形 75">
            <a:extLst>
              <a:ext uri="{FF2B5EF4-FFF2-40B4-BE49-F238E27FC236}">
                <a16:creationId xmlns:a16="http://schemas.microsoft.com/office/drawing/2014/main" id="{F454F8CE-4871-F7B0-649F-5EFB02E10823}"/>
              </a:ext>
            </a:extLst>
          </p:cNvPr>
          <p:cNvSpPr>
            <a:spLocks noGrp="1"/>
          </p:cNvSpPr>
          <p:nvPr/>
        </p:nvSpPr>
        <p:spPr>
          <a:xfrm>
            <a:off x="7448550" y="2324100"/>
            <a:ext cx="3429000" cy="400050"/>
          </a:xfrm>
          <a:prstGeom prst="rect">
            <a:avLst/>
          </a:prstGeom>
          <a:noFill/>
          <a:ln w="0">
            <a:noFill/>
            <a:prstDash val="solid"/>
          </a:ln>
        </p:spPr>
        <p:txBody>
          <a:bodyPr wrap="square" lIns="0" tIns="0" rIns="0" bIns="0" anchor="t"/>
          <a:lstStyle/>
          <a:p>
            <a:pPr algn="ctr">
              <a:lnSpc>
                <a:spcPct val="100000"/>
              </a:lnSpc>
              <a:buNone/>
              <a:defRPr sz="2100" b="1">
                <a:solidFill>
                  <a:srgbClr val="111111"/>
                </a:solidFill>
                <a:latin typeface="Arial"/>
                <a:ea typeface="Arial"/>
                <a:cs typeface="Arial"/>
              </a:defRPr>
            </a:pPr>
            <a:r>
              <a:rPr sz="2100" b="1" dirty="0">
                <a:solidFill>
                  <a:srgbClr val="2E6CF7"/>
                </a:solidFill>
                <a:latin typeface="Arial"/>
                <a:ea typeface="Arial"/>
                <a:cs typeface="Arial"/>
              </a:rPr>
              <a:t>Secure containers</a:t>
            </a:r>
          </a:p>
        </p:txBody>
      </p:sp>
      <p:sp>
        <p:nvSpPr>
          <p:cNvPr id="77" name="矩形 76">
            <a:extLst>
              <a:ext uri="{FF2B5EF4-FFF2-40B4-BE49-F238E27FC236}">
                <a16:creationId xmlns:a16="http://schemas.microsoft.com/office/drawing/2014/main" id="{D2BF820A-B4D9-DDAF-2213-F2296E846C24}"/>
              </a:ext>
            </a:extLst>
          </p:cNvPr>
          <p:cNvSpPr>
            <a:spLocks noGrp="1"/>
          </p:cNvSpPr>
          <p:nvPr/>
        </p:nvSpPr>
        <p:spPr>
          <a:xfrm>
            <a:off x="7239000" y="2781300"/>
            <a:ext cx="1962150" cy="1676400"/>
          </a:xfrm>
          <a:prstGeom prst="rect">
            <a:avLst/>
          </a:prstGeom>
          <a:solidFill>
            <a:srgbClr val="FFFFFF"/>
          </a:solidFill>
          <a:ln w="13335">
            <a:solidFill>
              <a:srgbClr val="D4D7DC"/>
            </a:solidFill>
            <a:prstDash val="solid"/>
          </a:ln>
        </p:spPr>
        <p:txBody>
          <a:bodyPr wrap="square" lIns="95250" tIns="0" rIns="95250" bIns="0" anchor="ctr"/>
          <a:lstStyle/>
          <a:p>
            <a:endParaRPr/>
          </a:p>
        </p:txBody>
      </p:sp>
      <p:sp>
        <p:nvSpPr>
          <p:cNvPr id="78" name="矩形 77">
            <a:extLst>
              <a:ext uri="{FF2B5EF4-FFF2-40B4-BE49-F238E27FC236}">
                <a16:creationId xmlns:a16="http://schemas.microsoft.com/office/drawing/2014/main" id="{97A9B21D-CB5D-A7D1-B06A-043C2A7D05D0}"/>
              </a:ext>
            </a:extLst>
          </p:cNvPr>
          <p:cNvSpPr>
            <a:spLocks noGrp="1"/>
          </p:cNvSpPr>
          <p:nvPr/>
        </p:nvSpPr>
        <p:spPr>
          <a:xfrm>
            <a:off x="7505700" y="3009900"/>
            <a:ext cx="1428750" cy="400050"/>
          </a:xfrm>
          <a:prstGeom prst="rect">
            <a:avLst/>
          </a:prstGeom>
          <a:solidFill>
            <a:srgbClr val="FFFFFF"/>
          </a:solidFill>
          <a:ln w="10478">
            <a:solidFill>
              <a:srgbClr val="D4D7DC"/>
            </a:solidFill>
            <a:prstDash val="solid"/>
          </a:ln>
        </p:spPr>
        <p:txBody>
          <a:bodyPr wrap="square" lIns="95250" tIns="0" rIns="95250" bIns="0" anchor="ctr"/>
          <a:lstStyle/>
          <a:p>
            <a:pPr algn="ctr">
              <a:lnSpc>
                <a:spcPct val="100000"/>
              </a:lnSpc>
              <a:buNone/>
              <a:defRPr sz="1650" b="0">
                <a:solidFill>
                  <a:srgbClr val="111111"/>
                </a:solidFill>
                <a:latin typeface="Arial"/>
                <a:ea typeface="Arial"/>
                <a:cs typeface="Arial"/>
              </a:defRPr>
            </a:pPr>
            <a:r>
              <a:rPr sz="1600" b="0" dirty="0">
                <a:solidFill>
                  <a:srgbClr val="111111"/>
                </a:solidFill>
                <a:latin typeface="Arial"/>
                <a:ea typeface="Arial"/>
                <a:cs typeface="Arial"/>
              </a:rPr>
              <a:t>Container A</a:t>
            </a:r>
          </a:p>
        </p:txBody>
      </p:sp>
      <p:sp>
        <p:nvSpPr>
          <p:cNvPr id="79" name="矩形 78">
            <a:extLst>
              <a:ext uri="{FF2B5EF4-FFF2-40B4-BE49-F238E27FC236}">
                <a16:creationId xmlns:a16="http://schemas.microsoft.com/office/drawing/2014/main" id="{943E0F2B-9605-01CE-7EE1-AB7745204811}"/>
              </a:ext>
            </a:extLst>
          </p:cNvPr>
          <p:cNvSpPr>
            <a:spLocks noGrp="1"/>
          </p:cNvSpPr>
          <p:nvPr/>
        </p:nvSpPr>
        <p:spPr>
          <a:xfrm>
            <a:off x="7505700" y="3562350"/>
            <a:ext cx="1428750" cy="400050"/>
          </a:xfrm>
          <a:prstGeom prst="rect">
            <a:avLst/>
          </a:prstGeom>
          <a:noFill/>
          <a:ln w="9525">
            <a:solidFill>
              <a:srgbClr val="E6E7EA"/>
            </a:solidFill>
            <a:prstDash val="solid"/>
          </a:ln>
        </p:spPr>
        <p:txBody>
          <a:bodyPr wrap="square" lIns="95250" tIns="0" rIns="95250" bIns="0" anchor="ctr"/>
          <a:lstStyle/>
          <a:p>
            <a:pPr algn="ctr">
              <a:lnSpc>
                <a:spcPct val="100000"/>
              </a:lnSpc>
              <a:buNone/>
              <a:defRPr sz="1500" b="0">
                <a:solidFill>
                  <a:srgbClr val="111111"/>
                </a:solidFill>
                <a:latin typeface="Arial"/>
                <a:ea typeface="Arial"/>
                <a:cs typeface="Arial"/>
              </a:defRPr>
            </a:pPr>
            <a:r>
              <a:rPr sz="1600" b="0" dirty="0">
                <a:solidFill>
                  <a:srgbClr val="111111"/>
                </a:solidFill>
                <a:latin typeface="Arial"/>
                <a:ea typeface="Arial"/>
                <a:cs typeface="Arial"/>
              </a:rPr>
              <a:t>guest kernel</a:t>
            </a:r>
          </a:p>
        </p:txBody>
      </p:sp>
      <p:sp>
        <p:nvSpPr>
          <p:cNvPr id="80" name="矩形 79">
            <a:extLst>
              <a:ext uri="{FF2B5EF4-FFF2-40B4-BE49-F238E27FC236}">
                <a16:creationId xmlns:a16="http://schemas.microsoft.com/office/drawing/2014/main" id="{45C97275-F22D-03DD-7CD3-F08098D808FB}"/>
              </a:ext>
            </a:extLst>
          </p:cNvPr>
          <p:cNvSpPr>
            <a:spLocks noGrp="1"/>
          </p:cNvSpPr>
          <p:nvPr/>
        </p:nvSpPr>
        <p:spPr>
          <a:xfrm>
            <a:off x="7639050" y="4105275"/>
            <a:ext cx="1162050" cy="2667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600" b="1" dirty="0" err="1">
                <a:solidFill>
                  <a:srgbClr val="2E6CF7"/>
                </a:solidFill>
                <a:latin typeface="Arial"/>
                <a:ea typeface="Arial"/>
                <a:cs typeface="Arial"/>
              </a:rPr>
              <a:t>microVM</a:t>
            </a:r>
            <a:endParaRPr sz="1600" b="1" dirty="0">
              <a:solidFill>
                <a:srgbClr val="2E6CF7"/>
              </a:solidFill>
              <a:latin typeface="Arial"/>
              <a:ea typeface="Arial"/>
              <a:cs typeface="Arial"/>
            </a:endParaRPr>
          </a:p>
        </p:txBody>
      </p:sp>
      <p:sp>
        <p:nvSpPr>
          <p:cNvPr id="81" name="矩形 80">
            <a:extLst>
              <a:ext uri="{FF2B5EF4-FFF2-40B4-BE49-F238E27FC236}">
                <a16:creationId xmlns:a16="http://schemas.microsoft.com/office/drawing/2014/main" id="{6F0E1EFE-D81C-4609-9FE7-DFD005A20CAC}"/>
              </a:ext>
            </a:extLst>
          </p:cNvPr>
          <p:cNvSpPr>
            <a:spLocks noGrp="1"/>
          </p:cNvSpPr>
          <p:nvPr/>
        </p:nvSpPr>
        <p:spPr>
          <a:xfrm>
            <a:off x="9429750" y="2781300"/>
            <a:ext cx="1962150" cy="1676400"/>
          </a:xfrm>
          <a:prstGeom prst="rect">
            <a:avLst/>
          </a:prstGeom>
          <a:solidFill>
            <a:srgbClr val="FFFFFF"/>
          </a:solidFill>
          <a:ln w="13335">
            <a:solidFill>
              <a:srgbClr val="D4D7DC"/>
            </a:solidFill>
            <a:prstDash val="solid"/>
          </a:ln>
        </p:spPr>
        <p:txBody>
          <a:bodyPr wrap="square" lIns="95250" tIns="0" rIns="95250" bIns="0" anchor="ctr"/>
          <a:lstStyle/>
          <a:p>
            <a:endParaRPr/>
          </a:p>
        </p:txBody>
      </p:sp>
      <p:sp>
        <p:nvSpPr>
          <p:cNvPr id="82" name="矩形 81">
            <a:extLst>
              <a:ext uri="{FF2B5EF4-FFF2-40B4-BE49-F238E27FC236}">
                <a16:creationId xmlns:a16="http://schemas.microsoft.com/office/drawing/2014/main" id="{40145FB6-8383-7022-76B8-709C2728E332}"/>
              </a:ext>
            </a:extLst>
          </p:cNvPr>
          <p:cNvSpPr>
            <a:spLocks noGrp="1"/>
          </p:cNvSpPr>
          <p:nvPr/>
        </p:nvSpPr>
        <p:spPr>
          <a:xfrm>
            <a:off x="9696450" y="3009900"/>
            <a:ext cx="1428750" cy="400050"/>
          </a:xfrm>
          <a:prstGeom prst="rect">
            <a:avLst/>
          </a:prstGeom>
          <a:solidFill>
            <a:srgbClr val="FFFFFF"/>
          </a:solidFill>
          <a:ln w="10478">
            <a:solidFill>
              <a:srgbClr val="D4D7DC"/>
            </a:solidFill>
            <a:prstDash val="solid"/>
          </a:ln>
        </p:spPr>
        <p:txBody>
          <a:bodyPr wrap="square" lIns="95250" tIns="0" rIns="95250" bIns="0" anchor="ctr"/>
          <a:lstStyle/>
          <a:p>
            <a:pPr algn="ctr">
              <a:lnSpc>
                <a:spcPct val="100000"/>
              </a:lnSpc>
              <a:buNone/>
              <a:defRPr sz="1650" b="0">
                <a:solidFill>
                  <a:srgbClr val="111111"/>
                </a:solidFill>
                <a:latin typeface="Arial"/>
                <a:ea typeface="Arial"/>
                <a:cs typeface="Arial"/>
              </a:defRPr>
            </a:pPr>
            <a:r>
              <a:rPr sz="1600" b="0" dirty="0">
                <a:solidFill>
                  <a:srgbClr val="111111"/>
                </a:solidFill>
                <a:latin typeface="Arial"/>
                <a:ea typeface="Arial"/>
                <a:cs typeface="Arial"/>
              </a:rPr>
              <a:t>Container B</a:t>
            </a:r>
          </a:p>
        </p:txBody>
      </p:sp>
      <p:sp>
        <p:nvSpPr>
          <p:cNvPr id="83" name="矩形 82">
            <a:extLst>
              <a:ext uri="{FF2B5EF4-FFF2-40B4-BE49-F238E27FC236}">
                <a16:creationId xmlns:a16="http://schemas.microsoft.com/office/drawing/2014/main" id="{E572DC89-58C4-5EA3-C533-052EA7125A88}"/>
              </a:ext>
            </a:extLst>
          </p:cNvPr>
          <p:cNvSpPr>
            <a:spLocks noGrp="1"/>
          </p:cNvSpPr>
          <p:nvPr/>
        </p:nvSpPr>
        <p:spPr>
          <a:xfrm>
            <a:off x="9696450" y="3562350"/>
            <a:ext cx="1428750" cy="400050"/>
          </a:xfrm>
          <a:prstGeom prst="rect">
            <a:avLst/>
          </a:prstGeom>
          <a:noFill/>
          <a:ln w="9525">
            <a:solidFill>
              <a:srgbClr val="E6E7EA"/>
            </a:solidFill>
            <a:prstDash val="solid"/>
          </a:ln>
        </p:spPr>
        <p:txBody>
          <a:bodyPr wrap="square" lIns="95250" tIns="0" rIns="95250" bIns="0" anchor="ctr"/>
          <a:lstStyle/>
          <a:p>
            <a:pPr algn="ctr">
              <a:lnSpc>
                <a:spcPct val="100000"/>
              </a:lnSpc>
              <a:buNone/>
              <a:defRPr sz="1500" b="0">
                <a:solidFill>
                  <a:srgbClr val="111111"/>
                </a:solidFill>
                <a:latin typeface="Arial"/>
                <a:ea typeface="Arial"/>
                <a:cs typeface="Arial"/>
              </a:defRPr>
            </a:pPr>
            <a:r>
              <a:rPr sz="1600" b="0" dirty="0">
                <a:solidFill>
                  <a:srgbClr val="111111"/>
                </a:solidFill>
                <a:latin typeface="Arial"/>
                <a:ea typeface="Arial"/>
                <a:cs typeface="Arial"/>
              </a:rPr>
              <a:t>guest kernel</a:t>
            </a:r>
          </a:p>
        </p:txBody>
      </p:sp>
      <p:sp>
        <p:nvSpPr>
          <p:cNvPr id="84" name="矩形 83">
            <a:extLst>
              <a:ext uri="{FF2B5EF4-FFF2-40B4-BE49-F238E27FC236}">
                <a16:creationId xmlns:a16="http://schemas.microsoft.com/office/drawing/2014/main" id="{0CCA8CCD-80D8-9587-E7E0-175967A8D484}"/>
              </a:ext>
            </a:extLst>
          </p:cNvPr>
          <p:cNvSpPr>
            <a:spLocks noGrp="1"/>
          </p:cNvSpPr>
          <p:nvPr/>
        </p:nvSpPr>
        <p:spPr>
          <a:xfrm>
            <a:off x="9829800" y="4105275"/>
            <a:ext cx="1162050" cy="2667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600" b="1" dirty="0" err="1">
                <a:solidFill>
                  <a:srgbClr val="2E6CF7"/>
                </a:solidFill>
                <a:latin typeface="Arial"/>
                <a:ea typeface="Arial"/>
                <a:cs typeface="Arial"/>
              </a:rPr>
              <a:t>microVM</a:t>
            </a:r>
            <a:endParaRPr sz="1600" b="1" dirty="0">
              <a:solidFill>
                <a:srgbClr val="2E6CF7"/>
              </a:solidFill>
              <a:latin typeface="Arial"/>
              <a:ea typeface="Arial"/>
              <a:cs typeface="Arial"/>
            </a:endParaRPr>
          </a:p>
        </p:txBody>
      </p:sp>
      <p:sp>
        <p:nvSpPr>
          <p:cNvPr id="85" name="矩形 84">
            <a:extLst>
              <a:ext uri="{FF2B5EF4-FFF2-40B4-BE49-F238E27FC236}">
                <a16:creationId xmlns:a16="http://schemas.microsoft.com/office/drawing/2014/main" id="{EB53F257-4F7E-B25E-D1FB-E8989212FE79}"/>
              </a:ext>
            </a:extLst>
          </p:cNvPr>
          <p:cNvSpPr>
            <a:spLocks noGrp="1"/>
          </p:cNvSpPr>
          <p:nvPr/>
        </p:nvSpPr>
        <p:spPr>
          <a:xfrm>
            <a:off x="7239000" y="4705350"/>
            <a:ext cx="4152900" cy="457200"/>
          </a:xfrm>
          <a:prstGeom prst="rect">
            <a:avLst/>
          </a:prstGeom>
          <a:solidFill>
            <a:srgbClr val="FFFF00"/>
          </a:solidFill>
          <a:ln w="11430">
            <a:solidFill>
              <a:srgbClr val="D4D7DC"/>
            </a:solidFill>
            <a:prstDash val="solid"/>
          </a:ln>
        </p:spPr>
        <p:txBody>
          <a:bodyPr wrap="square" lIns="95250" tIns="0" rIns="95250" bIns="0" anchor="ctr"/>
          <a:lstStyle/>
          <a:p>
            <a:pPr algn="ctr">
              <a:lnSpc>
                <a:spcPct val="100000"/>
              </a:lnSpc>
              <a:buNone/>
              <a:defRPr sz="1800" b="1">
                <a:solidFill>
                  <a:srgbClr val="111111"/>
                </a:solidFill>
                <a:latin typeface="Arial"/>
                <a:ea typeface="Arial"/>
                <a:cs typeface="Arial"/>
              </a:defRPr>
            </a:pPr>
            <a:r>
              <a:rPr b="1" dirty="0">
                <a:solidFill>
                  <a:srgbClr val="111111"/>
                </a:solidFill>
                <a:latin typeface="Arial"/>
                <a:ea typeface="Arial"/>
                <a:cs typeface="Arial"/>
              </a:rPr>
              <a:t>hardware-enforced </a:t>
            </a:r>
            <a:r>
              <a:rPr lang="en-US" b="1" dirty="0">
                <a:solidFill>
                  <a:srgbClr val="111111"/>
                </a:solidFill>
                <a:latin typeface="Arial"/>
                <a:ea typeface="Arial"/>
                <a:cs typeface="Arial"/>
              </a:rPr>
              <a:t>isolation</a:t>
            </a:r>
            <a:endParaRPr b="1" dirty="0">
              <a:solidFill>
                <a:srgbClr val="111111"/>
              </a:solidFill>
              <a:latin typeface="Arial"/>
              <a:ea typeface="Arial"/>
              <a:cs typeface="Arial"/>
            </a:endParaRPr>
          </a:p>
        </p:txBody>
      </p:sp>
      <p:sp>
        <p:nvSpPr>
          <p:cNvPr id="86" name="矩形 85">
            <a:extLst>
              <a:ext uri="{FF2B5EF4-FFF2-40B4-BE49-F238E27FC236}">
                <a16:creationId xmlns:a16="http://schemas.microsoft.com/office/drawing/2014/main" id="{F8773E85-4031-D96D-E4F7-AC8EF95777BC}"/>
              </a:ext>
            </a:extLst>
          </p:cNvPr>
          <p:cNvSpPr>
            <a:spLocks noGrp="1"/>
          </p:cNvSpPr>
          <p:nvPr/>
        </p:nvSpPr>
        <p:spPr>
          <a:xfrm>
            <a:off x="7239000" y="5257800"/>
            <a:ext cx="4152900" cy="361950"/>
          </a:xfrm>
          <a:prstGeom prst="rect">
            <a:avLst/>
          </a:prstGeom>
          <a:solidFill>
            <a:schemeClr val="bg2"/>
          </a:solidFill>
          <a:ln w="9525">
            <a:solidFill>
              <a:srgbClr val="E6E7EA"/>
            </a:solidFill>
            <a:prstDash val="solid"/>
          </a:ln>
        </p:spPr>
        <p:txBody>
          <a:bodyPr wrap="square" lIns="95250" tIns="0" rIns="95250" bIns="0" anchor="ctr"/>
          <a:lstStyle/>
          <a:p>
            <a:pPr algn="ctr">
              <a:lnSpc>
                <a:spcPct val="100000"/>
              </a:lnSpc>
              <a:buNone/>
              <a:defRPr sz="1500" b="0">
                <a:solidFill>
                  <a:srgbClr val="111111"/>
                </a:solidFill>
                <a:latin typeface="Arial"/>
                <a:ea typeface="Arial"/>
                <a:cs typeface="Arial"/>
              </a:defRPr>
            </a:pPr>
            <a:r>
              <a:rPr sz="1600" b="1" dirty="0">
                <a:solidFill>
                  <a:srgbClr val="2E6CF7"/>
                </a:solidFill>
                <a:latin typeface="Arial"/>
                <a:ea typeface="Arial"/>
                <a:cs typeface="Arial"/>
              </a:rPr>
              <a:t>Kata Containers</a:t>
            </a:r>
          </a:p>
        </p:txBody>
      </p:sp>
      <p:sp>
        <p:nvSpPr>
          <p:cNvPr id="29" name="矩形 28">
            <a:extLst>
              <a:ext uri="{FF2B5EF4-FFF2-40B4-BE49-F238E27FC236}">
                <a16:creationId xmlns:a16="http://schemas.microsoft.com/office/drawing/2014/main" id="{35967BBC-C4F5-0F3B-AFB4-7EAF50875F13}"/>
              </a:ext>
            </a:extLst>
          </p:cNvPr>
          <p:cNvSpPr>
            <a:spLocks noGrp="1"/>
          </p:cNvSpPr>
          <p:nvPr/>
        </p:nvSpPr>
        <p:spPr>
          <a:xfrm>
            <a:off x="4648200" y="3707342"/>
            <a:ext cx="1809750" cy="628650"/>
          </a:xfrm>
          <a:prstGeom prst="rect">
            <a:avLst/>
          </a:prstGeom>
          <a:noFill/>
          <a:ln w="0">
            <a:noFill/>
            <a:prstDash val="solid"/>
          </a:ln>
        </p:spPr>
        <p:txBody>
          <a:bodyPr wrap="square" lIns="0" tIns="0" rIns="0" bIns="0" anchor="t"/>
          <a:lstStyle/>
          <a:p>
            <a:pPr algn="ctr">
              <a:lnSpc>
                <a:spcPct val="105000"/>
              </a:lnSpc>
              <a:buNone/>
              <a:defRPr sz="1725" b="1">
                <a:solidFill>
                  <a:srgbClr val="A40000"/>
                </a:solidFill>
                <a:latin typeface="Arial"/>
                <a:ea typeface="Arial"/>
                <a:cs typeface="Arial"/>
              </a:defRPr>
            </a:pPr>
            <a:r>
              <a:rPr lang="en" dirty="0">
                <a:solidFill>
                  <a:srgbClr val="B23A33"/>
                </a:solidFill>
                <a:latin typeface="Arial"/>
                <a:ea typeface="Arial"/>
                <a:cs typeface="Arial"/>
              </a:rPr>
              <a:t>boundary</a:t>
            </a:r>
          </a:p>
          <a:p>
            <a:pPr algn="ctr">
              <a:lnSpc>
                <a:spcPct val="105000"/>
              </a:lnSpc>
              <a:defRPr sz="1725" b="1">
                <a:solidFill>
                  <a:srgbClr val="A40000"/>
                </a:solidFill>
                <a:latin typeface="Arial"/>
                <a:ea typeface="Arial"/>
                <a:cs typeface="Arial"/>
              </a:defRPr>
            </a:pPr>
            <a:r>
              <a:rPr lang="en" dirty="0">
                <a:solidFill>
                  <a:srgbClr val="B23A33"/>
                </a:solidFill>
                <a:latin typeface="Arial"/>
                <a:ea typeface="Arial"/>
                <a:cs typeface="Arial"/>
              </a:rPr>
              <a:t>moves down</a:t>
            </a:r>
          </a:p>
          <a:p>
            <a:pPr algn="ctr">
              <a:lnSpc>
                <a:spcPct val="105000"/>
              </a:lnSpc>
              <a:defRPr sz="1725" b="1">
                <a:solidFill>
                  <a:srgbClr val="A40000"/>
                </a:solidFill>
                <a:latin typeface="Arial"/>
                <a:ea typeface="Arial"/>
                <a:cs typeface="Arial"/>
              </a:defRPr>
            </a:pPr>
            <a:endParaRPr dirty="0">
              <a:solidFill>
                <a:srgbClr val="B23A33"/>
              </a:solidFill>
              <a:latin typeface="Arial"/>
              <a:ea typeface="Arial"/>
              <a:cs typeface="Arial"/>
            </a:endParaRPr>
          </a:p>
        </p:txBody>
      </p:sp>
      <p:sp>
        <p:nvSpPr>
          <p:cNvPr id="3" name="矩形 67">
            <a:extLst>
              <a:ext uri="{FF2B5EF4-FFF2-40B4-BE49-F238E27FC236}">
                <a16:creationId xmlns:a16="http://schemas.microsoft.com/office/drawing/2014/main" id="{3208F504-AEE1-FB1C-04DD-01F399F84065}"/>
              </a:ext>
            </a:extLst>
          </p:cNvPr>
          <p:cNvSpPr>
            <a:spLocks noGrp="1"/>
          </p:cNvSpPr>
          <p:nvPr/>
        </p:nvSpPr>
        <p:spPr>
          <a:xfrm>
            <a:off x="2561114" y="3748521"/>
            <a:ext cx="1428750" cy="573617"/>
          </a:xfrm>
          <a:prstGeom prst="rect">
            <a:avLst/>
          </a:prstGeom>
          <a:noFill/>
          <a:ln w="9525">
            <a:solidFill>
              <a:srgbClr val="E6E7EA"/>
            </a:solidFill>
            <a:prstDash val="solid"/>
          </a:ln>
        </p:spPr>
        <p:txBody>
          <a:bodyPr wrap="square" lIns="95250" tIns="0" rIns="95250" bIns="0" anchor="ctr"/>
          <a:lstStyle/>
          <a:p>
            <a:pPr algn="ctr">
              <a:lnSpc>
                <a:spcPct val="100000"/>
              </a:lnSpc>
              <a:buNone/>
              <a:defRPr sz="1500" b="0">
                <a:solidFill>
                  <a:srgbClr val="111111"/>
                </a:solidFill>
                <a:latin typeface="Arial"/>
                <a:ea typeface="Arial"/>
                <a:cs typeface="Arial"/>
              </a:defRPr>
            </a:pPr>
            <a:r>
              <a:rPr sz="1600" b="0" dirty="0">
                <a:solidFill>
                  <a:srgbClr val="111111"/>
                </a:solidFill>
                <a:latin typeface="Arial"/>
                <a:ea typeface="Arial"/>
                <a:cs typeface="Arial"/>
              </a:rPr>
              <a:t>n</a:t>
            </a:r>
            <a:r>
              <a:rPr lang="en-US" sz="1600" b="0" dirty="0">
                <a:solidFill>
                  <a:srgbClr val="111111"/>
                </a:solidFill>
                <a:latin typeface="Arial"/>
                <a:ea typeface="Arial"/>
                <a:cs typeface="Arial"/>
              </a:rPr>
              <a:t>amespace</a:t>
            </a:r>
            <a:r>
              <a:rPr sz="1600" b="0" dirty="0">
                <a:solidFill>
                  <a:srgbClr val="111111"/>
                </a:solidFill>
                <a:latin typeface="Arial"/>
                <a:ea typeface="Arial"/>
                <a:cs typeface="Arial"/>
              </a:rPr>
              <a:t> / </a:t>
            </a:r>
            <a:r>
              <a:rPr sz="1600" b="0" dirty="0" err="1">
                <a:solidFill>
                  <a:srgbClr val="111111"/>
                </a:solidFill>
                <a:latin typeface="Arial"/>
                <a:ea typeface="Arial"/>
                <a:cs typeface="Arial"/>
              </a:rPr>
              <a:t>cg</a:t>
            </a:r>
            <a:r>
              <a:rPr lang="en-US" sz="1600" b="0" dirty="0" err="1">
                <a:solidFill>
                  <a:srgbClr val="111111"/>
                </a:solidFill>
                <a:latin typeface="Arial"/>
                <a:ea typeface="Arial"/>
                <a:cs typeface="Arial"/>
              </a:rPr>
              <a:t>roups</a:t>
            </a:r>
            <a:endParaRPr sz="1600" b="0" dirty="0">
              <a:solidFill>
                <a:srgbClr val="111111"/>
              </a:solidFill>
              <a:latin typeface="Arial"/>
              <a:ea typeface="Arial"/>
              <a:cs typeface="Arial"/>
            </a:endParaRPr>
          </a:p>
        </p:txBody>
      </p:sp>
    </p:spTree>
    <p:extLst>
      <p:ext uri="{BB962C8B-B14F-4D97-AF65-F5344CB8AC3E}">
        <p14:creationId xmlns:p14="http://schemas.microsoft.com/office/powerpoint/2010/main" val="1978321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a:extLst>
              <a:ext uri="{FF2B5EF4-FFF2-40B4-BE49-F238E27FC236}">
                <a16:creationId xmlns:a16="http://schemas.microsoft.com/office/drawing/2014/main" id="{C70F00A8-9AED-47A4-B1DB-82A9654AD713}"/>
              </a:ext>
            </a:extLst>
          </p:cNvPr>
          <p:cNvSpPr>
            <a:spLocks noGrp="1"/>
          </p:cNvSpPr>
          <p:nvPr/>
        </p:nvSpPr>
        <p:spPr>
          <a:xfrm>
            <a:off x="514350" y="685800"/>
            <a:ext cx="11049000" cy="6096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lang="en-US" sz="4000" b="1" dirty="0">
                <a:solidFill>
                  <a:srgbClr val="A40000"/>
                </a:solidFill>
                <a:latin typeface="+mn-lt"/>
                <a:ea typeface="Arial"/>
                <a:cs typeface="Arial"/>
              </a:rPr>
              <a:t>Nested virtualization</a:t>
            </a:r>
            <a:endParaRPr sz="4000" b="1" dirty="0">
              <a:solidFill>
                <a:srgbClr val="A40000"/>
              </a:solidFill>
              <a:latin typeface="+mn-lt"/>
              <a:ea typeface="Arial"/>
              <a:cs typeface="Arial"/>
            </a:endParaRPr>
          </a:p>
        </p:txBody>
      </p:sp>
      <p:sp>
        <p:nvSpPr>
          <p:cNvPr id="3" name="矩形 2">
            <a:extLst>
              <a:ext uri="{FF2B5EF4-FFF2-40B4-BE49-F238E27FC236}">
                <a16:creationId xmlns:a16="http://schemas.microsoft.com/office/drawing/2014/main" id="{D4D4089B-A7C4-420B-A40B-1DD73832AD88}"/>
              </a:ext>
            </a:extLst>
          </p:cNvPr>
          <p:cNvSpPr>
            <a:spLocks noGrp="1"/>
          </p:cNvSpPr>
          <p:nvPr/>
        </p:nvSpPr>
        <p:spPr>
          <a:xfrm>
            <a:off x="819150" y="2198198"/>
            <a:ext cx="10553700" cy="1009650"/>
          </a:xfrm>
          <a:prstGeom prst="rect">
            <a:avLst/>
          </a:prstGeom>
          <a:solidFill>
            <a:srgbClr val="F7F9FC"/>
          </a:solidFill>
          <a:ln w="9525">
            <a:noFill/>
            <a:prstDash val="solid"/>
          </a:ln>
        </p:spPr>
        <p:txBody>
          <a:bodyPr/>
          <a:lstStyle/>
          <a:p>
            <a:endParaRPr lang="en-US"/>
          </a:p>
        </p:txBody>
      </p:sp>
      <p:sp>
        <p:nvSpPr>
          <p:cNvPr id="4" name="矩形 3">
            <a:extLst>
              <a:ext uri="{FF2B5EF4-FFF2-40B4-BE49-F238E27FC236}">
                <a16:creationId xmlns:a16="http://schemas.microsoft.com/office/drawing/2014/main" id="{67A07E68-42CA-4AFD-8EC7-AB42B74146F7}"/>
              </a:ext>
            </a:extLst>
          </p:cNvPr>
          <p:cNvSpPr>
            <a:spLocks noGrp="1"/>
          </p:cNvSpPr>
          <p:nvPr/>
        </p:nvSpPr>
        <p:spPr>
          <a:xfrm>
            <a:off x="1066800" y="2502998"/>
            <a:ext cx="1524000" cy="495300"/>
          </a:xfrm>
          <a:prstGeom prst="rect">
            <a:avLst/>
          </a:prstGeom>
          <a:noFill/>
          <a:ln w="0">
            <a:noFill/>
            <a:prstDash val="solid"/>
          </a:ln>
        </p:spPr>
        <p:txBody>
          <a:bodyPr wrap="square" lIns="0" tIns="0" rIns="0" bIns="0" anchor="t"/>
          <a:lstStyle/>
          <a:p>
            <a:pPr algn="l">
              <a:lnSpc>
                <a:spcPct val="105000"/>
              </a:lnSpc>
              <a:buNone/>
              <a:defRPr sz="1725" b="0">
                <a:solidFill>
                  <a:srgbClr val="111111"/>
                </a:solidFill>
                <a:latin typeface="Arial"/>
                <a:ea typeface="Arial"/>
                <a:cs typeface="Arial"/>
              </a:defRPr>
            </a:pPr>
            <a:r>
              <a:rPr sz="1725" b="0">
                <a:solidFill>
                  <a:srgbClr val="111111"/>
                </a:solidFill>
                <a:latin typeface="Arial"/>
                <a:ea typeface="Arial"/>
                <a:cs typeface="Arial"/>
              </a:rPr>
              <a:t>bursty</a:t>
            </a:r>
          </a:p>
          <a:p>
            <a:pPr algn="l">
              <a:lnSpc>
                <a:spcPct val="105000"/>
              </a:lnSpc>
              <a:buNone/>
              <a:defRPr sz="1725" b="0">
                <a:solidFill>
                  <a:srgbClr val="111111"/>
                </a:solidFill>
                <a:latin typeface="Arial"/>
                <a:ea typeface="Arial"/>
                <a:cs typeface="Arial"/>
              </a:defRPr>
            </a:pPr>
            <a:r>
              <a:rPr sz="1725" b="0">
                <a:solidFill>
                  <a:srgbClr val="111111"/>
                </a:solidFill>
                <a:latin typeface="Arial"/>
                <a:ea typeface="Arial"/>
                <a:cs typeface="Arial"/>
              </a:rPr>
              <a:t>workload</a:t>
            </a:r>
          </a:p>
        </p:txBody>
      </p:sp>
      <p:sp>
        <p:nvSpPr>
          <p:cNvPr id="5" name="直线连接符 4">
            <a:extLst>
              <a:ext uri="{FF2B5EF4-FFF2-40B4-BE49-F238E27FC236}">
                <a16:creationId xmlns:a16="http://schemas.microsoft.com/office/drawing/2014/main" id="{9F7BFE0B-AC35-42FF-A4E3-590F977F0802}"/>
              </a:ext>
            </a:extLst>
          </p:cNvPr>
          <p:cNvSpPr>
            <a:spLocks noGrp="1"/>
          </p:cNvSpPr>
          <p:nvPr/>
        </p:nvSpPr>
        <p:spPr>
          <a:xfrm>
            <a:off x="3048000" y="2903048"/>
            <a:ext cx="5715000" cy="0"/>
          </a:xfrm>
          <a:prstGeom prst="line">
            <a:avLst/>
          </a:prstGeom>
          <a:noFill/>
          <a:ln w="19050">
            <a:solidFill>
              <a:srgbClr val="D4D7DC"/>
            </a:solidFill>
            <a:prstDash val="solid"/>
          </a:ln>
        </p:spPr>
        <p:txBody>
          <a:bodyPr/>
          <a:lstStyle/>
          <a:p>
            <a:endParaRPr lang="en-US"/>
          </a:p>
        </p:txBody>
      </p:sp>
      <p:sp>
        <p:nvSpPr>
          <p:cNvPr id="6" name="矩形 5">
            <a:extLst>
              <a:ext uri="{FF2B5EF4-FFF2-40B4-BE49-F238E27FC236}">
                <a16:creationId xmlns:a16="http://schemas.microsoft.com/office/drawing/2014/main" id="{AB66F495-5AE9-4B74-B63F-740D32A6DB41}"/>
              </a:ext>
            </a:extLst>
          </p:cNvPr>
          <p:cNvSpPr>
            <a:spLocks noGrp="1"/>
          </p:cNvSpPr>
          <p:nvPr/>
        </p:nvSpPr>
        <p:spPr>
          <a:xfrm>
            <a:off x="3276600" y="2731598"/>
            <a:ext cx="285750" cy="171450"/>
          </a:xfrm>
          <a:prstGeom prst="rect">
            <a:avLst/>
          </a:prstGeom>
          <a:solidFill>
            <a:srgbClr val="C171DE"/>
          </a:solidFill>
          <a:ln w="0">
            <a:noFill/>
            <a:prstDash val="solid"/>
          </a:ln>
        </p:spPr>
        <p:txBody>
          <a:bodyPr/>
          <a:lstStyle/>
          <a:p>
            <a:endParaRPr lang="en-US"/>
          </a:p>
        </p:txBody>
      </p:sp>
      <p:sp>
        <p:nvSpPr>
          <p:cNvPr id="7" name="矩形 6">
            <a:extLst>
              <a:ext uri="{FF2B5EF4-FFF2-40B4-BE49-F238E27FC236}">
                <a16:creationId xmlns:a16="http://schemas.microsoft.com/office/drawing/2014/main" id="{0FBB5F68-2524-42D7-9784-6598B240144F}"/>
              </a:ext>
            </a:extLst>
          </p:cNvPr>
          <p:cNvSpPr>
            <a:spLocks noGrp="1"/>
          </p:cNvSpPr>
          <p:nvPr/>
        </p:nvSpPr>
        <p:spPr>
          <a:xfrm>
            <a:off x="3752850" y="2674448"/>
            <a:ext cx="285750" cy="228600"/>
          </a:xfrm>
          <a:prstGeom prst="rect">
            <a:avLst/>
          </a:prstGeom>
          <a:solidFill>
            <a:srgbClr val="C171DE"/>
          </a:solidFill>
          <a:ln w="0">
            <a:noFill/>
            <a:prstDash val="solid"/>
          </a:ln>
        </p:spPr>
        <p:txBody>
          <a:bodyPr/>
          <a:lstStyle/>
          <a:p>
            <a:endParaRPr lang="en-US"/>
          </a:p>
        </p:txBody>
      </p:sp>
      <p:sp>
        <p:nvSpPr>
          <p:cNvPr id="8" name="矩形 7">
            <a:extLst>
              <a:ext uri="{FF2B5EF4-FFF2-40B4-BE49-F238E27FC236}">
                <a16:creationId xmlns:a16="http://schemas.microsoft.com/office/drawing/2014/main" id="{148F3C90-A775-4C30-BE10-2215666E33D2}"/>
              </a:ext>
            </a:extLst>
          </p:cNvPr>
          <p:cNvSpPr>
            <a:spLocks noGrp="1"/>
          </p:cNvSpPr>
          <p:nvPr/>
        </p:nvSpPr>
        <p:spPr>
          <a:xfrm>
            <a:off x="4229100" y="2712548"/>
            <a:ext cx="285750" cy="190500"/>
          </a:xfrm>
          <a:prstGeom prst="rect">
            <a:avLst/>
          </a:prstGeom>
          <a:solidFill>
            <a:srgbClr val="C171DE"/>
          </a:solidFill>
          <a:ln w="0">
            <a:noFill/>
            <a:prstDash val="solid"/>
          </a:ln>
        </p:spPr>
        <p:txBody>
          <a:bodyPr/>
          <a:lstStyle/>
          <a:p>
            <a:endParaRPr lang="en-US"/>
          </a:p>
        </p:txBody>
      </p:sp>
      <p:sp>
        <p:nvSpPr>
          <p:cNvPr id="9" name="矩形 8">
            <a:extLst>
              <a:ext uri="{FF2B5EF4-FFF2-40B4-BE49-F238E27FC236}">
                <a16:creationId xmlns:a16="http://schemas.microsoft.com/office/drawing/2014/main" id="{6E166728-61CF-4426-9FDB-AB8F0217FAAA}"/>
              </a:ext>
            </a:extLst>
          </p:cNvPr>
          <p:cNvSpPr>
            <a:spLocks noGrp="1"/>
          </p:cNvSpPr>
          <p:nvPr/>
        </p:nvSpPr>
        <p:spPr>
          <a:xfrm>
            <a:off x="4705350" y="2636348"/>
            <a:ext cx="285750" cy="266700"/>
          </a:xfrm>
          <a:prstGeom prst="rect">
            <a:avLst/>
          </a:prstGeom>
          <a:solidFill>
            <a:srgbClr val="C171DE"/>
          </a:solidFill>
          <a:ln w="0">
            <a:noFill/>
            <a:prstDash val="solid"/>
          </a:ln>
        </p:spPr>
        <p:txBody>
          <a:bodyPr/>
          <a:lstStyle/>
          <a:p>
            <a:endParaRPr lang="en-US"/>
          </a:p>
        </p:txBody>
      </p:sp>
      <p:sp>
        <p:nvSpPr>
          <p:cNvPr id="10" name="矩形 9">
            <a:extLst>
              <a:ext uri="{FF2B5EF4-FFF2-40B4-BE49-F238E27FC236}">
                <a16:creationId xmlns:a16="http://schemas.microsoft.com/office/drawing/2014/main" id="{61331102-496A-46F9-95C1-93E8050B32C3}"/>
              </a:ext>
            </a:extLst>
          </p:cNvPr>
          <p:cNvSpPr>
            <a:spLocks noGrp="1"/>
          </p:cNvSpPr>
          <p:nvPr/>
        </p:nvSpPr>
        <p:spPr>
          <a:xfrm>
            <a:off x="5181600" y="2683973"/>
            <a:ext cx="285750" cy="219075"/>
          </a:xfrm>
          <a:prstGeom prst="rect">
            <a:avLst/>
          </a:prstGeom>
          <a:solidFill>
            <a:srgbClr val="C171DE"/>
          </a:solidFill>
          <a:ln w="0">
            <a:noFill/>
            <a:prstDash val="solid"/>
          </a:ln>
        </p:spPr>
        <p:txBody>
          <a:bodyPr/>
          <a:lstStyle/>
          <a:p>
            <a:endParaRPr lang="en-US"/>
          </a:p>
        </p:txBody>
      </p:sp>
      <p:sp>
        <p:nvSpPr>
          <p:cNvPr id="11" name="矩形 10">
            <a:extLst>
              <a:ext uri="{FF2B5EF4-FFF2-40B4-BE49-F238E27FC236}">
                <a16:creationId xmlns:a16="http://schemas.microsoft.com/office/drawing/2014/main" id="{860B2DAD-926F-466D-BE3C-36DDDB76FE23}"/>
              </a:ext>
            </a:extLst>
          </p:cNvPr>
          <p:cNvSpPr>
            <a:spLocks noGrp="1"/>
          </p:cNvSpPr>
          <p:nvPr/>
        </p:nvSpPr>
        <p:spPr>
          <a:xfrm>
            <a:off x="5657850" y="2598248"/>
            <a:ext cx="285750" cy="304800"/>
          </a:xfrm>
          <a:prstGeom prst="rect">
            <a:avLst/>
          </a:prstGeom>
          <a:solidFill>
            <a:srgbClr val="C171DE"/>
          </a:solidFill>
          <a:ln w="0">
            <a:noFill/>
            <a:prstDash val="solid"/>
          </a:ln>
        </p:spPr>
        <p:txBody>
          <a:bodyPr/>
          <a:lstStyle/>
          <a:p>
            <a:endParaRPr lang="en-US"/>
          </a:p>
        </p:txBody>
      </p:sp>
      <p:sp>
        <p:nvSpPr>
          <p:cNvPr id="12" name="矩形 11">
            <a:extLst>
              <a:ext uri="{FF2B5EF4-FFF2-40B4-BE49-F238E27FC236}">
                <a16:creationId xmlns:a16="http://schemas.microsoft.com/office/drawing/2014/main" id="{9D504419-3EBB-48D8-84B9-894FA8A4A042}"/>
              </a:ext>
            </a:extLst>
          </p:cNvPr>
          <p:cNvSpPr>
            <a:spLocks noGrp="1"/>
          </p:cNvSpPr>
          <p:nvPr/>
        </p:nvSpPr>
        <p:spPr>
          <a:xfrm>
            <a:off x="6134100" y="2369648"/>
            <a:ext cx="285750" cy="533400"/>
          </a:xfrm>
          <a:prstGeom prst="rect">
            <a:avLst/>
          </a:prstGeom>
          <a:solidFill>
            <a:srgbClr val="F0EAAA"/>
          </a:solidFill>
          <a:ln w="0">
            <a:noFill/>
            <a:prstDash val="solid"/>
          </a:ln>
        </p:spPr>
        <p:txBody>
          <a:bodyPr/>
          <a:lstStyle/>
          <a:p>
            <a:endParaRPr lang="en-US"/>
          </a:p>
        </p:txBody>
      </p:sp>
      <p:sp>
        <p:nvSpPr>
          <p:cNvPr id="13" name="矩形 12">
            <a:extLst>
              <a:ext uri="{FF2B5EF4-FFF2-40B4-BE49-F238E27FC236}">
                <a16:creationId xmlns:a16="http://schemas.microsoft.com/office/drawing/2014/main" id="{7E8B0167-7EA9-4598-9735-4A2180A4D94D}"/>
              </a:ext>
            </a:extLst>
          </p:cNvPr>
          <p:cNvSpPr>
            <a:spLocks noGrp="1"/>
          </p:cNvSpPr>
          <p:nvPr/>
        </p:nvSpPr>
        <p:spPr>
          <a:xfrm>
            <a:off x="6610350" y="2312498"/>
            <a:ext cx="285750" cy="590550"/>
          </a:xfrm>
          <a:prstGeom prst="rect">
            <a:avLst/>
          </a:prstGeom>
          <a:solidFill>
            <a:srgbClr val="F0EAAA"/>
          </a:solidFill>
          <a:ln w="0">
            <a:noFill/>
            <a:prstDash val="solid"/>
          </a:ln>
        </p:spPr>
        <p:txBody>
          <a:bodyPr/>
          <a:lstStyle/>
          <a:p>
            <a:endParaRPr lang="en-US"/>
          </a:p>
        </p:txBody>
      </p:sp>
      <p:sp>
        <p:nvSpPr>
          <p:cNvPr id="14" name="矩形 13">
            <a:extLst>
              <a:ext uri="{FF2B5EF4-FFF2-40B4-BE49-F238E27FC236}">
                <a16:creationId xmlns:a16="http://schemas.microsoft.com/office/drawing/2014/main" id="{6F45EFE7-51D9-4964-8045-A018809A49FE}"/>
              </a:ext>
            </a:extLst>
          </p:cNvPr>
          <p:cNvSpPr>
            <a:spLocks noGrp="1"/>
          </p:cNvSpPr>
          <p:nvPr/>
        </p:nvSpPr>
        <p:spPr>
          <a:xfrm>
            <a:off x="7086600" y="2407748"/>
            <a:ext cx="285750" cy="495300"/>
          </a:xfrm>
          <a:prstGeom prst="rect">
            <a:avLst/>
          </a:prstGeom>
          <a:solidFill>
            <a:srgbClr val="F0EAAA"/>
          </a:solidFill>
          <a:ln w="0">
            <a:noFill/>
            <a:prstDash val="solid"/>
          </a:ln>
        </p:spPr>
        <p:txBody>
          <a:bodyPr/>
          <a:lstStyle/>
          <a:p>
            <a:endParaRPr lang="en-US"/>
          </a:p>
        </p:txBody>
      </p:sp>
      <p:sp>
        <p:nvSpPr>
          <p:cNvPr id="15" name="矩形 14">
            <a:extLst>
              <a:ext uri="{FF2B5EF4-FFF2-40B4-BE49-F238E27FC236}">
                <a16:creationId xmlns:a16="http://schemas.microsoft.com/office/drawing/2014/main" id="{40E45A96-E903-402B-B90E-4C95DD30724D}"/>
              </a:ext>
            </a:extLst>
          </p:cNvPr>
          <p:cNvSpPr>
            <a:spLocks noGrp="1"/>
          </p:cNvSpPr>
          <p:nvPr/>
        </p:nvSpPr>
        <p:spPr>
          <a:xfrm>
            <a:off x="7562850" y="2579198"/>
            <a:ext cx="285750" cy="323850"/>
          </a:xfrm>
          <a:prstGeom prst="rect">
            <a:avLst/>
          </a:prstGeom>
          <a:solidFill>
            <a:srgbClr val="C171DE"/>
          </a:solidFill>
          <a:ln w="0">
            <a:noFill/>
            <a:prstDash val="solid"/>
          </a:ln>
        </p:spPr>
        <p:txBody>
          <a:bodyPr/>
          <a:lstStyle/>
          <a:p>
            <a:endParaRPr lang="en-US"/>
          </a:p>
        </p:txBody>
      </p:sp>
      <p:sp>
        <p:nvSpPr>
          <p:cNvPr id="16" name="矩形 15">
            <a:extLst>
              <a:ext uri="{FF2B5EF4-FFF2-40B4-BE49-F238E27FC236}">
                <a16:creationId xmlns:a16="http://schemas.microsoft.com/office/drawing/2014/main" id="{C09204FC-E78C-4D60-8AF6-DE23FE29D6BB}"/>
              </a:ext>
            </a:extLst>
          </p:cNvPr>
          <p:cNvSpPr>
            <a:spLocks noGrp="1"/>
          </p:cNvSpPr>
          <p:nvPr/>
        </p:nvSpPr>
        <p:spPr>
          <a:xfrm>
            <a:off x="8039100" y="2636348"/>
            <a:ext cx="285750" cy="266700"/>
          </a:xfrm>
          <a:prstGeom prst="rect">
            <a:avLst/>
          </a:prstGeom>
          <a:solidFill>
            <a:srgbClr val="C171DE"/>
          </a:solidFill>
          <a:ln w="0">
            <a:noFill/>
            <a:prstDash val="solid"/>
          </a:ln>
        </p:spPr>
        <p:txBody>
          <a:bodyPr/>
          <a:lstStyle/>
          <a:p>
            <a:endParaRPr lang="en-US"/>
          </a:p>
        </p:txBody>
      </p:sp>
      <p:sp>
        <p:nvSpPr>
          <p:cNvPr id="17" name="矩形 16">
            <a:extLst>
              <a:ext uri="{FF2B5EF4-FFF2-40B4-BE49-F238E27FC236}">
                <a16:creationId xmlns:a16="http://schemas.microsoft.com/office/drawing/2014/main" id="{2A47AB6B-1F97-4201-AC0F-152404631EB3}"/>
              </a:ext>
            </a:extLst>
          </p:cNvPr>
          <p:cNvSpPr>
            <a:spLocks noGrp="1"/>
          </p:cNvSpPr>
          <p:nvPr/>
        </p:nvSpPr>
        <p:spPr>
          <a:xfrm>
            <a:off x="3886200" y="2922098"/>
            <a:ext cx="2000250" cy="266700"/>
          </a:xfrm>
          <a:prstGeom prst="rect">
            <a:avLst/>
          </a:prstGeom>
          <a:noFill/>
          <a:ln w="0">
            <a:noFill/>
            <a:prstDash val="solid"/>
          </a:ln>
        </p:spPr>
        <p:txBody>
          <a:bodyPr wrap="square" lIns="0" tIns="0" rIns="0" bIns="0" anchor="t"/>
          <a:lstStyle/>
          <a:p>
            <a:pPr algn="ct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steady state</a:t>
            </a:r>
          </a:p>
        </p:txBody>
      </p:sp>
      <p:sp>
        <p:nvSpPr>
          <p:cNvPr id="18" name="矩形 17">
            <a:extLst>
              <a:ext uri="{FF2B5EF4-FFF2-40B4-BE49-F238E27FC236}">
                <a16:creationId xmlns:a16="http://schemas.microsoft.com/office/drawing/2014/main" id="{C3513C86-2624-4AB1-8AD8-177FBB217B8F}"/>
              </a:ext>
            </a:extLst>
          </p:cNvPr>
          <p:cNvSpPr>
            <a:spLocks noGrp="1"/>
          </p:cNvSpPr>
          <p:nvPr/>
        </p:nvSpPr>
        <p:spPr>
          <a:xfrm>
            <a:off x="6343650" y="2922098"/>
            <a:ext cx="1619250" cy="266700"/>
          </a:xfrm>
          <a:prstGeom prst="rect">
            <a:avLst/>
          </a:prstGeom>
          <a:noFill/>
          <a:ln w="0">
            <a:noFill/>
            <a:prstDash val="solid"/>
          </a:ln>
        </p:spPr>
        <p:txBody>
          <a:bodyPr wrap="square" lIns="0" tIns="0" rIns="0" bIns="0" anchor="t"/>
          <a:lstStyle/>
          <a:p>
            <a:pPr algn="ctr">
              <a:lnSpc>
                <a:spcPct val="100000"/>
              </a:lnSpc>
              <a:buNone/>
              <a:defRPr sz="1800" b="0">
                <a:solidFill>
                  <a:srgbClr val="A40000"/>
                </a:solidFill>
                <a:latin typeface="Arial"/>
                <a:ea typeface="Arial"/>
                <a:cs typeface="Arial"/>
              </a:defRPr>
            </a:pPr>
            <a:r>
              <a:rPr sz="1800" b="0">
                <a:solidFill>
                  <a:srgbClr val="A40000"/>
                </a:solidFill>
                <a:latin typeface="Arial"/>
                <a:ea typeface="Arial"/>
                <a:cs typeface="Arial"/>
              </a:rPr>
              <a:t>burst</a:t>
            </a:r>
          </a:p>
        </p:txBody>
      </p:sp>
      <p:sp>
        <p:nvSpPr>
          <p:cNvPr id="19" name="矩形 18">
            <a:extLst>
              <a:ext uri="{FF2B5EF4-FFF2-40B4-BE49-F238E27FC236}">
                <a16:creationId xmlns:a16="http://schemas.microsoft.com/office/drawing/2014/main" id="{AC699197-89CB-44AE-A97D-5E1283532104}"/>
              </a:ext>
            </a:extLst>
          </p:cNvPr>
          <p:cNvSpPr>
            <a:spLocks noGrp="1"/>
          </p:cNvSpPr>
          <p:nvPr/>
        </p:nvSpPr>
        <p:spPr>
          <a:xfrm>
            <a:off x="685800" y="3752200"/>
            <a:ext cx="4572000" cy="2381250"/>
          </a:xfrm>
          <a:prstGeom prst="rect">
            <a:avLst/>
          </a:prstGeom>
          <a:solidFill>
            <a:srgbClr val="FFFFFF"/>
          </a:solidFill>
          <a:ln w="9525">
            <a:noFill/>
            <a:prstDash val="solid"/>
          </a:ln>
        </p:spPr>
        <p:txBody>
          <a:bodyPr/>
          <a:lstStyle/>
          <a:p>
            <a:endParaRPr lang="en-US"/>
          </a:p>
        </p:txBody>
      </p:sp>
      <p:sp>
        <p:nvSpPr>
          <p:cNvPr id="20" name="矩形 19">
            <a:extLst>
              <a:ext uri="{FF2B5EF4-FFF2-40B4-BE49-F238E27FC236}">
                <a16:creationId xmlns:a16="http://schemas.microsoft.com/office/drawing/2014/main" id="{BFA82783-97EF-4DEC-B5B5-E0DE964244D1}"/>
              </a:ext>
            </a:extLst>
          </p:cNvPr>
          <p:cNvSpPr>
            <a:spLocks noGrp="1"/>
          </p:cNvSpPr>
          <p:nvPr/>
        </p:nvSpPr>
        <p:spPr>
          <a:xfrm>
            <a:off x="1104900" y="3942700"/>
            <a:ext cx="3733800" cy="400050"/>
          </a:xfrm>
          <a:prstGeom prst="rect">
            <a:avLst/>
          </a:prstGeom>
          <a:noFill/>
          <a:ln w="0">
            <a:noFill/>
            <a:prstDash val="solid"/>
          </a:ln>
        </p:spPr>
        <p:txBody>
          <a:bodyPr wrap="square" lIns="0" tIns="0" rIns="0" bIns="0" anchor="t"/>
          <a:lstStyle/>
          <a:p>
            <a:pPr algn="ctr">
              <a:lnSpc>
                <a:spcPct val="100000"/>
              </a:lnSpc>
              <a:buNone/>
              <a:defRPr sz="2250" b="1">
                <a:solidFill>
                  <a:srgbClr val="111111"/>
                </a:solidFill>
                <a:latin typeface="Arial"/>
                <a:ea typeface="Arial"/>
                <a:cs typeface="Arial"/>
              </a:defRPr>
            </a:pPr>
            <a:r>
              <a:rPr sz="2250" b="1" dirty="0">
                <a:solidFill>
                  <a:srgbClr val="2E6CF7"/>
                </a:solidFill>
                <a:latin typeface="Arial"/>
                <a:ea typeface="Arial"/>
                <a:cs typeface="Arial"/>
              </a:rPr>
              <a:t>Bare-metal pool</a:t>
            </a:r>
          </a:p>
        </p:txBody>
      </p:sp>
      <p:sp>
        <p:nvSpPr>
          <p:cNvPr id="21" name="矩形 20">
            <a:extLst>
              <a:ext uri="{FF2B5EF4-FFF2-40B4-BE49-F238E27FC236}">
                <a16:creationId xmlns:a16="http://schemas.microsoft.com/office/drawing/2014/main" id="{7B581569-7033-444E-A8A8-C2082B6E7197}"/>
              </a:ext>
            </a:extLst>
          </p:cNvPr>
          <p:cNvSpPr>
            <a:spLocks noGrp="1"/>
          </p:cNvSpPr>
          <p:nvPr/>
        </p:nvSpPr>
        <p:spPr>
          <a:xfrm>
            <a:off x="1104900" y="4533250"/>
            <a:ext cx="1200150" cy="819150"/>
          </a:xfrm>
          <a:prstGeom prst="rect">
            <a:avLst/>
          </a:prstGeom>
          <a:solidFill>
            <a:srgbClr val="FFFFFF"/>
          </a:solidFill>
          <a:ln w="11430">
            <a:solidFill>
              <a:srgbClr val="D4D7DC"/>
            </a:solidFill>
            <a:prstDash val="solid"/>
          </a:ln>
        </p:spPr>
        <p:txBody>
          <a:bodyPr wrap="square" lIns="114300" tIns="0" rIns="114300" bIns="0" anchor="ctr"/>
          <a:lstStyle/>
          <a:p>
            <a:endParaRPr/>
          </a:p>
        </p:txBody>
      </p:sp>
      <p:sp>
        <p:nvSpPr>
          <p:cNvPr id="22" name="矩形 21">
            <a:extLst>
              <a:ext uri="{FF2B5EF4-FFF2-40B4-BE49-F238E27FC236}">
                <a16:creationId xmlns:a16="http://schemas.microsoft.com/office/drawing/2014/main" id="{C2493637-AD26-4841-89D6-70357907D4FD}"/>
              </a:ext>
            </a:extLst>
          </p:cNvPr>
          <p:cNvSpPr>
            <a:spLocks noGrp="1"/>
          </p:cNvSpPr>
          <p:nvPr/>
        </p:nvSpPr>
        <p:spPr>
          <a:xfrm>
            <a:off x="1238250" y="4666600"/>
            <a:ext cx="933450" cy="266700"/>
          </a:xfrm>
          <a:prstGeom prst="rect">
            <a:avLst/>
          </a:prstGeom>
          <a:solidFill>
            <a:srgbClr val="FFFFFF"/>
          </a:solidFill>
          <a:ln w="9525">
            <a:solidFill>
              <a:srgbClr val="E6E7EA"/>
            </a:solid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ctr A</a:t>
            </a:r>
          </a:p>
        </p:txBody>
      </p:sp>
      <p:sp>
        <p:nvSpPr>
          <p:cNvPr id="23" name="矩形 22">
            <a:extLst>
              <a:ext uri="{FF2B5EF4-FFF2-40B4-BE49-F238E27FC236}">
                <a16:creationId xmlns:a16="http://schemas.microsoft.com/office/drawing/2014/main" id="{1686F788-CFC1-43B0-9FDA-B13C181333E6}"/>
              </a:ext>
            </a:extLst>
          </p:cNvPr>
          <p:cNvSpPr>
            <a:spLocks noGrp="1"/>
          </p:cNvSpPr>
          <p:nvPr/>
        </p:nvSpPr>
        <p:spPr>
          <a:xfrm>
            <a:off x="1219200" y="5009500"/>
            <a:ext cx="971550" cy="2286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microVM</a:t>
            </a:r>
          </a:p>
        </p:txBody>
      </p:sp>
      <p:sp>
        <p:nvSpPr>
          <p:cNvPr id="24" name="矩形 23">
            <a:extLst>
              <a:ext uri="{FF2B5EF4-FFF2-40B4-BE49-F238E27FC236}">
                <a16:creationId xmlns:a16="http://schemas.microsoft.com/office/drawing/2014/main" id="{F081268C-43A1-44A9-B597-C3211A5C5282}"/>
              </a:ext>
            </a:extLst>
          </p:cNvPr>
          <p:cNvSpPr>
            <a:spLocks noGrp="1"/>
          </p:cNvSpPr>
          <p:nvPr/>
        </p:nvSpPr>
        <p:spPr>
          <a:xfrm>
            <a:off x="2552700" y="4533250"/>
            <a:ext cx="1200150" cy="819150"/>
          </a:xfrm>
          <a:prstGeom prst="rect">
            <a:avLst/>
          </a:prstGeom>
          <a:solidFill>
            <a:srgbClr val="FFFFFF"/>
          </a:solidFill>
          <a:ln w="11430">
            <a:solidFill>
              <a:srgbClr val="D4D7DC"/>
            </a:solidFill>
            <a:prstDash val="solid"/>
          </a:ln>
        </p:spPr>
        <p:txBody>
          <a:bodyPr wrap="square" lIns="114300" tIns="0" rIns="114300" bIns="0" anchor="ctr"/>
          <a:lstStyle/>
          <a:p>
            <a:endParaRPr/>
          </a:p>
        </p:txBody>
      </p:sp>
      <p:sp>
        <p:nvSpPr>
          <p:cNvPr id="25" name="矩形 24">
            <a:extLst>
              <a:ext uri="{FF2B5EF4-FFF2-40B4-BE49-F238E27FC236}">
                <a16:creationId xmlns:a16="http://schemas.microsoft.com/office/drawing/2014/main" id="{1263E81B-D7E9-4CC9-86BF-AC84C082B161}"/>
              </a:ext>
            </a:extLst>
          </p:cNvPr>
          <p:cNvSpPr>
            <a:spLocks noGrp="1"/>
          </p:cNvSpPr>
          <p:nvPr/>
        </p:nvSpPr>
        <p:spPr>
          <a:xfrm>
            <a:off x="2686050" y="4666600"/>
            <a:ext cx="933450" cy="266700"/>
          </a:xfrm>
          <a:prstGeom prst="rect">
            <a:avLst/>
          </a:prstGeom>
          <a:solidFill>
            <a:srgbClr val="FFFFFF"/>
          </a:solidFill>
          <a:ln w="9525">
            <a:solidFill>
              <a:srgbClr val="E6E7EA"/>
            </a:solid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ctr B</a:t>
            </a:r>
          </a:p>
        </p:txBody>
      </p:sp>
      <p:sp>
        <p:nvSpPr>
          <p:cNvPr id="26" name="矩形 25">
            <a:extLst>
              <a:ext uri="{FF2B5EF4-FFF2-40B4-BE49-F238E27FC236}">
                <a16:creationId xmlns:a16="http://schemas.microsoft.com/office/drawing/2014/main" id="{A6D13CF5-343C-47F1-87D9-7C34F720D028}"/>
              </a:ext>
            </a:extLst>
          </p:cNvPr>
          <p:cNvSpPr>
            <a:spLocks noGrp="1"/>
          </p:cNvSpPr>
          <p:nvPr/>
        </p:nvSpPr>
        <p:spPr>
          <a:xfrm>
            <a:off x="2667000" y="5009500"/>
            <a:ext cx="971550" cy="2286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microVM</a:t>
            </a:r>
          </a:p>
        </p:txBody>
      </p:sp>
      <p:sp>
        <p:nvSpPr>
          <p:cNvPr id="27" name="矩形 26">
            <a:extLst>
              <a:ext uri="{FF2B5EF4-FFF2-40B4-BE49-F238E27FC236}">
                <a16:creationId xmlns:a16="http://schemas.microsoft.com/office/drawing/2014/main" id="{6B9ED2C2-D634-4183-B07C-09027A21DEA4}"/>
              </a:ext>
            </a:extLst>
          </p:cNvPr>
          <p:cNvSpPr>
            <a:spLocks noGrp="1"/>
          </p:cNvSpPr>
          <p:nvPr/>
        </p:nvSpPr>
        <p:spPr>
          <a:xfrm>
            <a:off x="4000500" y="4533250"/>
            <a:ext cx="1200150" cy="819150"/>
          </a:xfrm>
          <a:prstGeom prst="rect">
            <a:avLst/>
          </a:prstGeom>
          <a:solidFill>
            <a:srgbClr val="FFFFFF"/>
          </a:solidFill>
          <a:ln w="11430">
            <a:solidFill>
              <a:srgbClr val="D4D7DC"/>
            </a:solidFill>
            <a:prstDash val="solid"/>
          </a:ln>
        </p:spPr>
        <p:txBody>
          <a:bodyPr wrap="square" lIns="114300" tIns="0" rIns="114300" bIns="0" anchor="ctr"/>
          <a:lstStyle/>
          <a:p>
            <a:endParaRPr/>
          </a:p>
        </p:txBody>
      </p:sp>
      <p:sp>
        <p:nvSpPr>
          <p:cNvPr id="28" name="矩形 27">
            <a:extLst>
              <a:ext uri="{FF2B5EF4-FFF2-40B4-BE49-F238E27FC236}">
                <a16:creationId xmlns:a16="http://schemas.microsoft.com/office/drawing/2014/main" id="{E88A52EA-EED3-4EB0-8996-9D4C8160AC2F}"/>
              </a:ext>
            </a:extLst>
          </p:cNvPr>
          <p:cNvSpPr>
            <a:spLocks noGrp="1"/>
          </p:cNvSpPr>
          <p:nvPr/>
        </p:nvSpPr>
        <p:spPr>
          <a:xfrm>
            <a:off x="4133850" y="4666600"/>
            <a:ext cx="933450" cy="266700"/>
          </a:xfrm>
          <a:prstGeom prst="rect">
            <a:avLst/>
          </a:prstGeom>
          <a:solidFill>
            <a:srgbClr val="FFFFFF"/>
          </a:solidFill>
          <a:ln w="9525">
            <a:solidFill>
              <a:srgbClr val="E6E7EA"/>
            </a:solid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ctr C</a:t>
            </a:r>
          </a:p>
        </p:txBody>
      </p:sp>
      <p:sp>
        <p:nvSpPr>
          <p:cNvPr id="29" name="矩形 28">
            <a:extLst>
              <a:ext uri="{FF2B5EF4-FFF2-40B4-BE49-F238E27FC236}">
                <a16:creationId xmlns:a16="http://schemas.microsoft.com/office/drawing/2014/main" id="{01A48F77-293B-46D2-8985-2EEC0E47E45E}"/>
              </a:ext>
            </a:extLst>
          </p:cNvPr>
          <p:cNvSpPr>
            <a:spLocks noGrp="1"/>
          </p:cNvSpPr>
          <p:nvPr/>
        </p:nvSpPr>
        <p:spPr>
          <a:xfrm>
            <a:off x="4114800" y="5009500"/>
            <a:ext cx="971550" cy="2286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microVM</a:t>
            </a:r>
          </a:p>
        </p:txBody>
      </p:sp>
      <p:sp>
        <p:nvSpPr>
          <p:cNvPr id="30" name="矩形 29">
            <a:extLst>
              <a:ext uri="{FF2B5EF4-FFF2-40B4-BE49-F238E27FC236}">
                <a16:creationId xmlns:a16="http://schemas.microsoft.com/office/drawing/2014/main" id="{FCE74176-772A-4ECD-ABDE-EF36398CF718}"/>
              </a:ext>
            </a:extLst>
          </p:cNvPr>
          <p:cNvSpPr>
            <a:spLocks noGrp="1"/>
          </p:cNvSpPr>
          <p:nvPr/>
        </p:nvSpPr>
        <p:spPr>
          <a:xfrm>
            <a:off x="952500" y="5619100"/>
            <a:ext cx="1943100" cy="361950"/>
          </a:xfrm>
          <a:prstGeom prst="rect">
            <a:avLst/>
          </a:prstGeom>
          <a:solidFill>
            <a:schemeClr val="bg2"/>
          </a:solidFill>
          <a:ln w="9525">
            <a:no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lang="en-US" sz="1500" b="1" dirty="0">
                <a:solidFill>
                  <a:srgbClr val="00B050"/>
                </a:solidFill>
                <a:latin typeface="Arial"/>
                <a:ea typeface="Arial"/>
                <a:cs typeface="Arial"/>
              </a:rPr>
              <a:t>N</a:t>
            </a:r>
            <a:r>
              <a:rPr sz="1500" b="1" dirty="0">
                <a:solidFill>
                  <a:srgbClr val="00B050"/>
                </a:solidFill>
                <a:latin typeface="Arial"/>
                <a:ea typeface="Arial"/>
                <a:cs typeface="Arial"/>
              </a:rPr>
              <a:t>ear-native speed</a:t>
            </a:r>
          </a:p>
        </p:txBody>
      </p:sp>
      <p:sp>
        <p:nvSpPr>
          <p:cNvPr id="31" name="矩形 30">
            <a:extLst>
              <a:ext uri="{FF2B5EF4-FFF2-40B4-BE49-F238E27FC236}">
                <a16:creationId xmlns:a16="http://schemas.microsoft.com/office/drawing/2014/main" id="{C0683391-A1CD-4F9B-B511-5C6C720238D8}"/>
              </a:ext>
            </a:extLst>
          </p:cNvPr>
          <p:cNvSpPr>
            <a:spLocks noGrp="1"/>
          </p:cNvSpPr>
          <p:nvPr/>
        </p:nvSpPr>
        <p:spPr>
          <a:xfrm>
            <a:off x="3048000" y="5619100"/>
            <a:ext cx="1943100" cy="361950"/>
          </a:xfrm>
          <a:prstGeom prst="rect">
            <a:avLst/>
          </a:prstGeom>
          <a:solidFill>
            <a:schemeClr val="bg2"/>
          </a:solidFill>
          <a:ln w="9525">
            <a:no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lang="en-US" sz="1500" b="1" dirty="0">
                <a:solidFill>
                  <a:srgbClr val="C00000"/>
                </a:solidFill>
                <a:latin typeface="Arial"/>
                <a:ea typeface="Arial"/>
                <a:cs typeface="Arial"/>
              </a:rPr>
              <a:t>S</a:t>
            </a:r>
            <a:r>
              <a:rPr sz="1500" b="1" dirty="0">
                <a:solidFill>
                  <a:srgbClr val="C00000"/>
                </a:solidFill>
                <a:latin typeface="Arial"/>
                <a:ea typeface="Arial"/>
                <a:cs typeface="Arial"/>
              </a:rPr>
              <a:t>low to provision</a:t>
            </a:r>
          </a:p>
        </p:txBody>
      </p:sp>
      <p:sp>
        <p:nvSpPr>
          <p:cNvPr id="34" name="矩形 33">
            <a:extLst>
              <a:ext uri="{FF2B5EF4-FFF2-40B4-BE49-F238E27FC236}">
                <a16:creationId xmlns:a16="http://schemas.microsoft.com/office/drawing/2014/main" id="{F0EFE6EE-C3EF-48FF-985C-E4B06C5326F6}"/>
              </a:ext>
            </a:extLst>
          </p:cNvPr>
          <p:cNvSpPr>
            <a:spLocks noGrp="1"/>
          </p:cNvSpPr>
          <p:nvPr/>
        </p:nvSpPr>
        <p:spPr>
          <a:xfrm>
            <a:off x="6934200" y="3752200"/>
            <a:ext cx="4572000" cy="2381250"/>
          </a:xfrm>
          <a:prstGeom prst="rect">
            <a:avLst/>
          </a:prstGeom>
          <a:solidFill>
            <a:srgbClr val="FFFFFF"/>
          </a:solidFill>
          <a:ln w="9525">
            <a:noFill/>
            <a:prstDash val="solid"/>
          </a:ln>
        </p:spPr>
        <p:txBody>
          <a:bodyPr/>
          <a:lstStyle/>
          <a:p>
            <a:endParaRPr lang="en-US"/>
          </a:p>
        </p:txBody>
      </p:sp>
      <p:sp>
        <p:nvSpPr>
          <p:cNvPr id="35" name="矩形 34">
            <a:extLst>
              <a:ext uri="{FF2B5EF4-FFF2-40B4-BE49-F238E27FC236}">
                <a16:creationId xmlns:a16="http://schemas.microsoft.com/office/drawing/2014/main" id="{EAF3F8EF-7634-4B5D-AE30-BF2E1FCF4E17}"/>
              </a:ext>
            </a:extLst>
          </p:cNvPr>
          <p:cNvSpPr>
            <a:spLocks noGrp="1"/>
          </p:cNvSpPr>
          <p:nvPr/>
        </p:nvSpPr>
        <p:spPr>
          <a:xfrm>
            <a:off x="7353300" y="3942700"/>
            <a:ext cx="3733800" cy="400050"/>
          </a:xfrm>
          <a:prstGeom prst="rect">
            <a:avLst/>
          </a:prstGeom>
          <a:noFill/>
          <a:ln w="0">
            <a:noFill/>
            <a:prstDash val="solid"/>
          </a:ln>
        </p:spPr>
        <p:txBody>
          <a:bodyPr wrap="square" lIns="0" tIns="0" rIns="0" bIns="0" anchor="t"/>
          <a:lstStyle/>
          <a:p>
            <a:pPr algn="ctr">
              <a:lnSpc>
                <a:spcPct val="100000"/>
              </a:lnSpc>
              <a:buNone/>
              <a:defRPr sz="2250" b="1">
                <a:solidFill>
                  <a:srgbClr val="111111"/>
                </a:solidFill>
                <a:latin typeface="Arial"/>
                <a:ea typeface="Arial"/>
                <a:cs typeface="Arial"/>
              </a:defRPr>
            </a:pPr>
            <a:r>
              <a:rPr sz="2250" b="1" dirty="0">
                <a:solidFill>
                  <a:srgbClr val="2E6CF7"/>
                </a:solidFill>
                <a:latin typeface="Arial"/>
                <a:ea typeface="Arial"/>
                <a:cs typeface="Arial"/>
              </a:rPr>
              <a:t>On-demand cloud VMs</a:t>
            </a:r>
          </a:p>
        </p:txBody>
      </p:sp>
      <p:sp>
        <p:nvSpPr>
          <p:cNvPr id="36" name="矩形 35">
            <a:extLst>
              <a:ext uri="{FF2B5EF4-FFF2-40B4-BE49-F238E27FC236}">
                <a16:creationId xmlns:a16="http://schemas.microsoft.com/office/drawing/2014/main" id="{88817AA2-907F-4C5D-835E-ABE5060276D7}"/>
              </a:ext>
            </a:extLst>
          </p:cNvPr>
          <p:cNvSpPr>
            <a:spLocks noGrp="1"/>
          </p:cNvSpPr>
          <p:nvPr/>
        </p:nvSpPr>
        <p:spPr>
          <a:xfrm>
            <a:off x="7543800" y="4438000"/>
            <a:ext cx="1619250" cy="1123950"/>
          </a:xfrm>
          <a:prstGeom prst="rect">
            <a:avLst/>
          </a:prstGeom>
          <a:solidFill>
            <a:srgbClr val="FFFFFF"/>
          </a:solidFill>
          <a:ln w="11430">
            <a:solidFill>
              <a:srgbClr val="D4D7DC"/>
            </a:solidFill>
            <a:prstDash val="solid"/>
          </a:ln>
        </p:spPr>
        <p:txBody>
          <a:bodyPr wrap="square" lIns="114300" tIns="0" rIns="114300" bIns="0" anchor="ctr"/>
          <a:lstStyle/>
          <a:p>
            <a:endParaRPr/>
          </a:p>
        </p:txBody>
      </p:sp>
      <p:sp>
        <p:nvSpPr>
          <p:cNvPr id="37" name="矩形 36">
            <a:extLst>
              <a:ext uri="{FF2B5EF4-FFF2-40B4-BE49-F238E27FC236}">
                <a16:creationId xmlns:a16="http://schemas.microsoft.com/office/drawing/2014/main" id="{76DAEBCB-31B8-4B51-AC58-6E352BA3ED38}"/>
              </a:ext>
            </a:extLst>
          </p:cNvPr>
          <p:cNvSpPr>
            <a:spLocks noGrp="1"/>
          </p:cNvSpPr>
          <p:nvPr/>
        </p:nvSpPr>
        <p:spPr>
          <a:xfrm>
            <a:off x="7753350" y="4552300"/>
            <a:ext cx="1200150" cy="819150"/>
          </a:xfrm>
          <a:prstGeom prst="rect">
            <a:avLst/>
          </a:prstGeom>
          <a:solidFill>
            <a:srgbClr val="FFFFFF"/>
          </a:solidFill>
          <a:ln w="11430">
            <a:solidFill>
              <a:srgbClr val="D4D7DC"/>
            </a:solidFill>
            <a:prstDash val="solid"/>
          </a:ln>
        </p:spPr>
        <p:txBody>
          <a:bodyPr wrap="square" lIns="114300" tIns="0" rIns="114300" bIns="0" anchor="ctr"/>
          <a:lstStyle/>
          <a:p>
            <a:endParaRPr/>
          </a:p>
        </p:txBody>
      </p:sp>
      <p:sp>
        <p:nvSpPr>
          <p:cNvPr id="38" name="矩形 37">
            <a:extLst>
              <a:ext uri="{FF2B5EF4-FFF2-40B4-BE49-F238E27FC236}">
                <a16:creationId xmlns:a16="http://schemas.microsoft.com/office/drawing/2014/main" id="{BC0C4296-A2F9-45BE-8E75-068C0E1C18B4}"/>
              </a:ext>
            </a:extLst>
          </p:cNvPr>
          <p:cNvSpPr>
            <a:spLocks noGrp="1"/>
          </p:cNvSpPr>
          <p:nvPr/>
        </p:nvSpPr>
        <p:spPr>
          <a:xfrm>
            <a:off x="7886700" y="4685650"/>
            <a:ext cx="933450" cy="266700"/>
          </a:xfrm>
          <a:prstGeom prst="rect">
            <a:avLst/>
          </a:prstGeom>
          <a:solidFill>
            <a:srgbClr val="FFFFFF"/>
          </a:solidFill>
          <a:ln w="9525">
            <a:solidFill>
              <a:srgbClr val="E6E7EA"/>
            </a:solid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ctr A</a:t>
            </a:r>
          </a:p>
        </p:txBody>
      </p:sp>
      <p:sp>
        <p:nvSpPr>
          <p:cNvPr id="39" name="矩形 38">
            <a:extLst>
              <a:ext uri="{FF2B5EF4-FFF2-40B4-BE49-F238E27FC236}">
                <a16:creationId xmlns:a16="http://schemas.microsoft.com/office/drawing/2014/main" id="{D77CF02B-1702-4BE2-BF1F-5DBB6AB30260}"/>
              </a:ext>
            </a:extLst>
          </p:cNvPr>
          <p:cNvSpPr>
            <a:spLocks noGrp="1"/>
          </p:cNvSpPr>
          <p:nvPr/>
        </p:nvSpPr>
        <p:spPr>
          <a:xfrm>
            <a:off x="7867650" y="5028550"/>
            <a:ext cx="971550" cy="2286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microVM</a:t>
            </a:r>
          </a:p>
        </p:txBody>
      </p:sp>
      <p:sp>
        <p:nvSpPr>
          <p:cNvPr id="40" name="矩形 39">
            <a:extLst>
              <a:ext uri="{FF2B5EF4-FFF2-40B4-BE49-F238E27FC236}">
                <a16:creationId xmlns:a16="http://schemas.microsoft.com/office/drawing/2014/main" id="{EA5E2B1B-F024-4059-BDA3-E5F9A30D95F2}"/>
              </a:ext>
            </a:extLst>
          </p:cNvPr>
          <p:cNvSpPr>
            <a:spLocks noGrp="1"/>
          </p:cNvSpPr>
          <p:nvPr/>
        </p:nvSpPr>
        <p:spPr>
          <a:xfrm>
            <a:off x="7772400" y="5276200"/>
            <a:ext cx="1162050" cy="228600"/>
          </a:xfrm>
          <a:prstGeom prst="rect">
            <a:avLst/>
          </a:prstGeom>
          <a:solidFill>
            <a:srgbClr val="FFFFFF"/>
          </a:solidFill>
          <a:ln w="9525">
            <a:solidFill>
              <a:srgbClr val="E6E7EA"/>
            </a:solidFill>
            <a:prstDash val="solid"/>
          </a:ln>
        </p:spPr>
        <p:txBody>
          <a:bodyPr wrap="square" lIns="114300" tIns="0" rIns="114300" bIns="0" anchor="ctr"/>
          <a:lstStyle/>
          <a:p>
            <a:pPr algn="ctr">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cloud VM</a:t>
            </a:r>
          </a:p>
        </p:txBody>
      </p:sp>
      <p:sp>
        <p:nvSpPr>
          <p:cNvPr id="41" name="矩形 40">
            <a:extLst>
              <a:ext uri="{FF2B5EF4-FFF2-40B4-BE49-F238E27FC236}">
                <a16:creationId xmlns:a16="http://schemas.microsoft.com/office/drawing/2014/main" id="{89CC9881-4F4B-4D6C-82CB-ED8495AACAB4}"/>
              </a:ext>
            </a:extLst>
          </p:cNvPr>
          <p:cNvSpPr>
            <a:spLocks noGrp="1"/>
          </p:cNvSpPr>
          <p:nvPr/>
        </p:nvSpPr>
        <p:spPr>
          <a:xfrm>
            <a:off x="9467850" y="4438000"/>
            <a:ext cx="1619250" cy="1123950"/>
          </a:xfrm>
          <a:prstGeom prst="rect">
            <a:avLst/>
          </a:prstGeom>
          <a:solidFill>
            <a:srgbClr val="FFFFFF"/>
          </a:solidFill>
          <a:ln w="11430">
            <a:solidFill>
              <a:srgbClr val="D4D7DC"/>
            </a:solidFill>
            <a:prstDash val="solid"/>
          </a:ln>
        </p:spPr>
        <p:txBody>
          <a:bodyPr wrap="square" lIns="114300" tIns="0" rIns="114300" bIns="0" anchor="ctr"/>
          <a:lstStyle/>
          <a:p>
            <a:endParaRPr/>
          </a:p>
        </p:txBody>
      </p:sp>
      <p:sp>
        <p:nvSpPr>
          <p:cNvPr id="42" name="矩形 41">
            <a:extLst>
              <a:ext uri="{FF2B5EF4-FFF2-40B4-BE49-F238E27FC236}">
                <a16:creationId xmlns:a16="http://schemas.microsoft.com/office/drawing/2014/main" id="{0401A397-C782-4C36-B5D9-03E9D5EEE0C1}"/>
              </a:ext>
            </a:extLst>
          </p:cNvPr>
          <p:cNvSpPr>
            <a:spLocks noGrp="1"/>
          </p:cNvSpPr>
          <p:nvPr/>
        </p:nvSpPr>
        <p:spPr>
          <a:xfrm>
            <a:off x="9677400" y="4552300"/>
            <a:ext cx="1200150" cy="819150"/>
          </a:xfrm>
          <a:prstGeom prst="rect">
            <a:avLst/>
          </a:prstGeom>
          <a:solidFill>
            <a:srgbClr val="FFFFFF"/>
          </a:solidFill>
          <a:ln w="11430">
            <a:solidFill>
              <a:srgbClr val="D4D7DC"/>
            </a:solidFill>
            <a:prstDash val="solid"/>
          </a:ln>
        </p:spPr>
        <p:txBody>
          <a:bodyPr wrap="square" lIns="114300" tIns="0" rIns="114300" bIns="0" anchor="ctr"/>
          <a:lstStyle/>
          <a:p>
            <a:endParaRPr/>
          </a:p>
        </p:txBody>
      </p:sp>
      <p:sp>
        <p:nvSpPr>
          <p:cNvPr id="43" name="矩形 42">
            <a:extLst>
              <a:ext uri="{FF2B5EF4-FFF2-40B4-BE49-F238E27FC236}">
                <a16:creationId xmlns:a16="http://schemas.microsoft.com/office/drawing/2014/main" id="{82516E1C-8A19-4A69-B5BD-D268E36E4F6B}"/>
              </a:ext>
            </a:extLst>
          </p:cNvPr>
          <p:cNvSpPr>
            <a:spLocks noGrp="1"/>
          </p:cNvSpPr>
          <p:nvPr/>
        </p:nvSpPr>
        <p:spPr>
          <a:xfrm>
            <a:off x="9810750" y="4685650"/>
            <a:ext cx="933450" cy="266700"/>
          </a:xfrm>
          <a:prstGeom prst="rect">
            <a:avLst/>
          </a:prstGeom>
          <a:solidFill>
            <a:srgbClr val="FFFFFF"/>
          </a:solidFill>
          <a:ln w="9525">
            <a:solidFill>
              <a:srgbClr val="E6E7EA"/>
            </a:solid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ctr B</a:t>
            </a:r>
          </a:p>
        </p:txBody>
      </p:sp>
      <p:sp>
        <p:nvSpPr>
          <p:cNvPr id="44" name="矩形 43">
            <a:extLst>
              <a:ext uri="{FF2B5EF4-FFF2-40B4-BE49-F238E27FC236}">
                <a16:creationId xmlns:a16="http://schemas.microsoft.com/office/drawing/2014/main" id="{FA688E4A-F51D-4DDD-AB3D-4141EEA12BB5}"/>
              </a:ext>
            </a:extLst>
          </p:cNvPr>
          <p:cNvSpPr>
            <a:spLocks noGrp="1"/>
          </p:cNvSpPr>
          <p:nvPr/>
        </p:nvSpPr>
        <p:spPr>
          <a:xfrm>
            <a:off x="9791700" y="5028550"/>
            <a:ext cx="971550" cy="2286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microVM</a:t>
            </a:r>
          </a:p>
        </p:txBody>
      </p:sp>
      <p:sp>
        <p:nvSpPr>
          <p:cNvPr id="45" name="矩形 44">
            <a:extLst>
              <a:ext uri="{FF2B5EF4-FFF2-40B4-BE49-F238E27FC236}">
                <a16:creationId xmlns:a16="http://schemas.microsoft.com/office/drawing/2014/main" id="{4BA966B1-70DB-4CF9-9275-2DC015EB6104}"/>
              </a:ext>
            </a:extLst>
          </p:cNvPr>
          <p:cNvSpPr>
            <a:spLocks noGrp="1"/>
          </p:cNvSpPr>
          <p:nvPr/>
        </p:nvSpPr>
        <p:spPr>
          <a:xfrm>
            <a:off x="9696450" y="5276200"/>
            <a:ext cx="1162050" cy="228600"/>
          </a:xfrm>
          <a:prstGeom prst="rect">
            <a:avLst/>
          </a:prstGeom>
          <a:solidFill>
            <a:srgbClr val="FFFFFF"/>
          </a:solidFill>
          <a:ln w="9525">
            <a:solidFill>
              <a:srgbClr val="E6E7EA"/>
            </a:solidFill>
            <a:prstDash val="solid"/>
          </a:ln>
        </p:spPr>
        <p:txBody>
          <a:bodyPr wrap="square" lIns="114300" tIns="0" rIns="114300" bIns="0" anchor="ctr"/>
          <a:lstStyle/>
          <a:p>
            <a:pPr algn="ctr">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cloud VM</a:t>
            </a:r>
          </a:p>
        </p:txBody>
      </p:sp>
      <p:sp>
        <p:nvSpPr>
          <p:cNvPr id="46" name="矩形 45">
            <a:extLst>
              <a:ext uri="{FF2B5EF4-FFF2-40B4-BE49-F238E27FC236}">
                <a16:creationId xmlns:a16="http://schemas.microsoft.com/office/drawing/2014/main" id="{436499C9-5DF3-4980-B990-395E42CB2890}"/>
              </a:ext>
            </a:extLst>
          </p:cNvPr>
          <p:cNvSpPr>
            <a:spLocks noGrp="1"/>
          </p:cNvSpPr>
          <p:nvPr/>
        </p:nvSpPr>
        <p:spPr>
          <a:xfrm>
            <a:off x="7409572" y="5733400"/>
            <a:ext cx="1828800" cy="304800"/>
          </a:xfrm>
          <a:prstGeom prst="rect">
            <a:avLst/>
          </a:prstGeom>
          <a:solidFill>
            <a:schemeClr val="bg2"/>
          </a:solidFill>
          <a:ln w="9525">
            <a:noFill/>
            <a:prstDash val="solid"/>
          </a:ln>
        </p:spPr>
        <p:txBody>
          <a:bodyPr wrap="square" lIns="114300" tIns="0" rIns="114300" bIns="0" anchor="ctr"/>
          <a:lstStyle/>
          <a:p>
            <a:pPr algn="ctr">
              <a:lnSpc>
                <a:spcPct val="100000"/>
              </a:lnSpc>
              <a:buNone/>
              <a:defRPr sz="1500" b="0">
                <a:solidFill>
                  <a:srgbClr val="111111"/>
                </a:solidFill>
                <a:latin typeface="Arial"/>
                <a:ea typeface="Arial"/>
                <a:cs typeface="Arial"/>
              </a:defRPr>
            </a:pPr>
            <a:r>
              <a:rPr lang="en-US" sz="1500" b="1" dirty="0">
                <a:solidFill>
                  <a:srgbClr val="00B050"/>
                </a:solidFill>
                <a:latin typeface="Arial"/>
                <a:ea typeface="Arial"/>
                <a:cs typeface="Arial"/>
              </a:rPr>
              <a:t>E</a:t>
            </a:r>
            <a:r>
              <a:rPr sz="1500" b="1" dirty="0">
                <a:solidFill>
                  <a:srgbClr val="00B050"/>
                </a:solidFill>
                <a:latin typeface="Arial"/>
                <a:ea typeface="Arial"/>
                <a:cs typeface="Arial"/>
              </a:rPr>
              <a:t>lastic scale-out</a:t>
            </a:r>
          </a:p>
        </p:txBody>
      </p:sp>
      <p:sp>
        <p:nvSpPr>
          <p:cNvPr id="47" name="矩形 46">
            <a:extLst>
              <a:ext uri="{FF2B5EF4-FFF2-40B4-BE49-F238E27FC236}">
                <a16:creationId xmlns:a16="http://schemas.microsoft.com/office/drawing/2014/main" id="{9741AB33-69F8-4395-AD60-10B9F19EBD19}"/>
              </a:ext>
            </a:extLst>
          </p:cNvPr>
          <p:cNvSpPr>
            <a:spLocks noGrp="1"/>
          </p:cNvSpPr>
          <p:nvPr/>
        </p:nvSpPr>
        <p:spPr>
          <a:xfrm>
            <a:off x="9467850" y="5733400"/>
            <a:ext cx="1714500" cy="304800"/>
          </a:xfrm>
          <a:prstGeom prst="rect">
            <a:avLst/>
          </a:prstGeom>
          <a:solidFill>
            <a:schemeClr val="bg2"/>
          </a:solidFill>
          <a:ln w="9525">
            <a:solidFill>
              <a:srgbClr val="D4D7DC"/>
            </a:solidFill>
            <a:prstDash val="solid"/>
          </a:ln>
        </p:spPr>
        <p:txBody>
          <a:bodyPr wrap="square" lIns="114300" tIns="0" rIns="114300" bIns="0" anchor="ctr"/>
          <a:lstStyle/>
          <a:p>
            <a:pPr algn="ctr">
              <a:lnSpc>
                <a:spcPct val="100000"/>
              </a:lnSpc>
              <a:buNone/>
              <a:defRPr sz="1500" b="1">
                <a:solidFill>
                  <a:srgbClr val="A40000"/>
                </a:solidFill>
                <a:latin typeface="Arial"/>
                <a:ea typeface="Arial"/>
                <a:cs typeface="Arial"/>
              </a:defRPr>
            </a:pPr>
            <a:r>
              <a:rPr lang="en-US" sz="1500" b="1" dirty="0">
                <a:solidFill>
                  <a:srgbClr val="A40000"/>
                </a:solidFill>
                <a:latin typeface="Arial"/>
                <a:ea typeface="Arial"/>
                <a:cs typeface="Arial"/>
              </a:rPr>
              <a:t>High overhead</a:t>
            </a:r>
            <a:endParaRPr sz="1500" b="1" dirty="0">
              <a:solidFill>
                <a:srgbClr val="A40000"/>
              </a:solidFill>
              <a:latin typeface="Arial"/>
              <a:ea typeface="Arial"/>
              <a:cs typeface="Arial"/>
            </a:endParaRPr>
          </a:p>
        </p:txBody>
      </p:sp>
      <p:sp>
        <p:nvSpPr>
          <p:cNvPr id="48" name="矩形 47">
            <a:extLst>
              <a:ext uri="{FF2B5EF4-FFF2-40B4-BE49-F238E27FC236}">
                <a16:creationId xmlns:a16="http://schemas.microsoft.com/office/drawing/2014/main" id="{23C998BC-B5CB-4C39-8A29-9A265C2BE1A0}"/>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05</a:t>
            </a:r>
          </a:p>
        </p:txBody>
      </p:sp>
      <p:sp>
        <p:nvSpPr>
          <p:cNvPr id="33" name="右箭头 32">
            <a:extLst>
              <a:ext uri="{FF2B5EF4-FFF2-40B4-BE49-F238E27FC236}">
                <a16:creationId xmlns:a16="http://schemas.microsoft.com/office/drawing/2014/main" id="{83F52A7A-CFED-4061-85CA-73745576B96D}"/>
              </a:ext>
            </a:extLst>
          </p:cNvPr>
          <p:cNvSpPr>
            <a:spLocks noGrp="1"/>
          </p:cNvSpPr>
          <p:nvPr/>
        </p:nvSpPr>
        <p:spPr>
          <a:xfrm>
            <a:off x="5676607" y="4799950"/>
            <a:ext cx="1428750" cy="609600"/>
          </a:xfrm>
          <a:prstGeom prst="rightArrow">
            <a:avLst/>
          </a:prstGeom>
          <a:solidFill>
            <a:srgbClr val="F7F1F1"/>
          </a:solidFill>
          <a:ln w="0">
            <a:solidFill>
              <a:srgbClr val="A40000"/>
            </a:solidFill>
            <a:prstDash val="solid"/>
          </a:ln>
        </p:spPr>
        <p:txBody>
          <a:bodyPr wrap="square" lIns="114300" tIns="0" rIns="114300" bIns="0" anchor="ctr"/>
          <a:lstStyle/>
          <a:p>
            <a:pPr algn="ctr">
              <a:lnSpc>
                <a:spcPct val="100000"/>
              </a:lnSpc>
              <a:buNone/>
              <a:defRPr sz="1650" b="1">
                <a:solidFill>
                  <a:srgbClr val="A40000"/>
                </a:solidFill>
                <a:latin typeface="Arial"/>
                <a:ea typeface="Arial"/>
                <a:cs typeface="Arial"/>
              </a:defRPr>
            </a:pPr>
            <a:r>
              <a:rPr sz="1650" b="1">
                <a:solidFill>
                  <a:srgbClr val="A40000"/>
                </a:solidFill>
                <a:latin typeface="Arial"/>
                <a:ea typeface="Arial"/>
                <a:cs typeface="Arial"/>
              </a:rPr>
              <a:t>VM-in-VM</a:t>
            </a:r>
          </a:p>
        </p:txBody>
      </p:sp>
      <p:sp>
        <p:nvSpPr>
          <p:cNvPr id="50" name="矩形 46">
            <a:extLst>
              <a:ext uri="{FF2B5EF4-FFF2-40B4-BE49-F238E27FC236}">
                <a16:creationId xmlns:a16="http://schemas.microsoft.com/office/drawing/2014/main" id="{C21821ED-99E9-9E45-3696-74EAF95DCE8D}"/>
              </a:ext>
            </a:extLst>
          </p:cNvPr>
          <p:cNvSpPr>
            <a:spLocks noGrp="1"/>
          </p:cNvSpPr>
          <p:nvPr/>
        </p:nvSpPr>
        <p:spPr>
          <a:xfrm>
            <a:off x="8090609" y="6304021"/>
            <a:ext cx="2295525" cy="438150"/>
          </a:xfrm>
          <a:prstGeom prst="rect">
            <a:avLst/>
          </a:prstGeom>
          <a:solidFill>
            <a:schemeClr val="bg2"/>
          </a:solidFill>
          <a:ln w="9525">
            <a:solidFill>
              <a:srgbClr val="D4D7DC"/>
            </a:solidFill>
            <a:prstDash val="solid"/>
          </a:ln>
        </p:spPr>
        <p:txBody>
          <a:bodyPr wrap="square" lIns="114300" tIns="0" rIns="114300" bIns="0" anchor="ctr"/>
          <a:lstStyle/>
          <a:p>
            <a:pPr algn="ctr">
              <a:lnSpc>
                <a:spcPct val="100000"/>
              </a:lnSpc>
              <a:buNone/>
              <a:defRPr sz="1500" b="1">
                <a:solidFill>
                  <a:srgbClr val="A40000"/>
                </a:solidFill>
                <a:latin typeface="Arial"/>
                <a:ea typeface="Arial"/>
                <a:cs typeface="Arial"/>
              </a:defRPr>
            </a:pPr>
            <a:r>
              <a:rPr lang="en-US" sz="1500" b="1" dirty="0">
                <a:solidFill>
                  <a:srgbClr val="A40000"/>
                </a:solidFill>
                <a:latin typeface="Arial"/>
                <a:ea typeface="Arial"/>
                <a:cs typeface="Arial"/>
              </a:rPr>
              <a:t>Nested virtualization</a:t>
            </a:r>
            <a:endParaRPr sz="1500" b="1" dirty="0">
              <a:solidFill>
                <a:srgbClr val="A40000"/>
              </a:solidFill>
              <a:latin typeface="Arial"/>
              <a:ea typeface="Arial"/>
              <a:cs typeface="Arial"/>
            </a:endParaRPr>
          </a:p>
        </p:txBody>
      </p:sp>
    </p:spTree>
    <p:extLst>
      <p:ext uri="{BB962C8B-B14F-4D97-AF65-F5344CB8AC3E}">
        <p14:creationId xmlns:p14="http://schemas.microsoft.com/office/powerpoint/2010/main" val="1588402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923AA34E-7536-4429-BE9E-8999D70FBB85}"/>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lang="en-US" sz="3400" b="1" dirty="0">
                <a:solidFill>
                  <a:srgbClr val="A40000"/>
                </a:solidFill>
                <a:latin typeface="+mn-lt"/>
                <a:ea typeface="Arial"/>
                <a:cs typeface="Arial"/>
              </a:rPr>
              <a:t>A close look at (single-level) CPU and memory virtualization</a:t>
            </a:r>
            <a:endParaRPr sz="3400" b="1" dirty="0">
              <a:solidFill>
                <a:srgbClr val="A40000"/>
              </a:solidFill>
              <a:latin typeface="+mn-lt"/>
              <a:ea typeface="Arial"/>
              <a:cs typeface="Arial"/>
            </a:endParaRPr>
          </a:p>
        </p:txBody>
      </p:sp>
      <p:sp>
        <p:nvSpPr>
          <p:cNvPr id="5" name="矩形 4">
            <a:extLst>
              <a:ext uri="{FF2B5EF4-FFF2-40B4-BE49-F238E27FC236}">
                <a16:creationId xmlns:a16="http://schemas.microsoft.com/office/drawing/2014/main" id="{1753BC8F-0D55-4FD3-8067-DDB69865E5F8}"/>
              </a:ext>
            </a:extLst>
          </p:cNvPr>
          <p:cNvSpPr>
            <a:spLocks noGrp="1"/>
          </p:cNvSpPr>
          <p:nvPr/>
        </p:nvSpPr>
        <p:spPr>
          <a:xfrm>
            <a:off x="990600" y="2647950"/>
            <a:ext cx="4572000" cy="857250"/>
          </a:xfrm>
          <a:prstGeom prst="rect">
            <a:avLst/>
          </a:prstGeom>
          <a:solidFill>
            <a:srgbClr val="F7F9FC"/>
          </a:solidFill>
          <a:ln w="9525">
            <a:solidFill>
              <a:srgbClr val="D4D7DC"/>
            </a:solidFill>
            <a:prstDash val="solid"/>
          </a:ln>
        </p:spPr>
        <p:txBody>
          <a:bodyPr/>
          <a:lstStyle/>
          <a:p>
            <a:endParaRPr lang="en-US"/>
          </a:p>
        </p:txBody>
      </p:sp>
      <p:sp>
        <p:nvSpPr>
          <p:cNvPr id="6" name="矩形 5">
            <a:extLst>
              <a:ext uri="{FF2B5EF4-FFF2-40B4-BE49-F238E27FC236}">
                <a16:creationId xmlns:a16="http://schemas.microsoft.com/office/drawing/2014/main" id="{DEFE3A53-ACA3-4D59-82F0-D5989718D8D0}"/>
              </a:ext>
            </a:extLst>
          </p:cNvPr>
          <p:cNvSpPr>
            <a:spLocks noGrp="1"/>
          </p:cNvSpPr>
          <p:nvPr/>
        </p:nvSpPr>
        <p:spPr>
          <a:xfrm>
            <a:off x="990600" y="4286250"/>
            <a:ext cx="4572000" cy="838200"/>
          </a:xfrm>
          <a:prstGeom prst="rect">
            <a:avLst/>
          </a:prstGeom>
          <a:solidFill>
            <a:srgbClr val="FFFFFF"/>
          </a:solidFill>
          <a:ln w="9525">
            <a:solidFill>
              <a:srgbClr val="D4D7DC"/>
            </a:solidFill>
            <a:prstDash val="solid"/>
          </a:ln>
        </p:spPr>
        <p:txBody>
          <a:bodyPr/>
          <a:lstStyle/>
          <a:p>
            <a:endParaRPr lang="en-US"/>
          </a:p>
        </p:txBody>
      </p:sp>
      <p:sp>
        <p:nvSpPr>
          <p:cNvPr id="7" name="矩形 6">
            <a:extLst>
              <a:ext uri="{FF2B5EF4-FFF2-40B4-BE49-F238E27FC236}">
                <a16:creationId xmlns:a16="http://schemas.microsoft.com/office/drawing/2014/main" id="{46B705CE-E1ED-4F95-8182-590441CAF442}"/>
              </a:ext>
            </a:extLst>
          </p:cNvPr>
          <p:cNvSpPr>
            <a:spLocks noGrp="1"/>
          </p:cNvSpPr>
          <p:nvPr/>
        </p:nvSpPr>
        <p:spPr>
          <a:xfrm>
            <a:off x="1200150" y="2800350"/>
            <a:ext cx="4095750" cy="30480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VMX non-root mode</a:t>
            </a:r>
          </a:p>
        </p:txBody>
      </p:sp>
      <p:sp>
        <p:nvSpPr>
          <p:cNvPr id="8" name="矩形 7">
            <a:extLst>
              <a:ext uri="{FF2B5EF4-FFF2-40B4-BE49-F238E27FC236}">
                <a16:creationId xmlns:a16="http://schemas.microsoft.com/office/drawing/2014/main" id="{972BAE72-92F0-4255-9AEA-A555FD1F7506}"/>
              </a:ext>
            </a:extLst>
          </p:cNvPr>
          <p:cNvSpPr>
            <a:spLocks noGrp="1"/>
          </p:cNvSpPr>
          <p:nvPr/>
        </p:nvSpPr>
        <p:spPr>
          <a:xfrm>
            <a:off x="1200150" y="3143250"/>
            <a:ext cx="4095750" cy="2667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guest kernel / user code</a:t>
            </a:r>
          </a:p>
        </p:txBody>
      </p:sp>
      <p:sp>
        <p:nvSpPr>
          <p:cNvPr id="9" name="矩形 8">
            <a:extLst>
              <a:ext uri="{FF2B5EF4-FFF2-40B4-BE49-F238E27FC236}">
                <a16:creationId xmlns:a16="http://schemas.microsoft.com/office/drawing/2014/main" id="{C6026A07-B78B-42C8-8A86-00F22C2044B7}"/>
              </a:ext>
            </a:extLst>
          </p:cNvPr>
          <p:cNvSpPr>
            <a:spLocks noGrp="1"/>
          </p:cNvSpPr>
          <p:nvPr/>
        </p:nvSpPr>
        <p:spPr>
          <a:xfrm>
            <a:off x="1200150" y="4419600"/>
            <a:ext cx="4095750" cy="30480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VMX root mode</a:t>
            </a:r>
          </a:p>
        </p:txBody>
      </p:sp>
      <p:sp>
        <p:nvSpPr>
          <p:cNvPr id="10" name="矩形 9">
            <a:extLst>
              <a:ext uri="{FF2B5EF4-FFF2-40B4-BE49-F238E27FC236}">
                <a16:creationId xmlns:a16="http://schemas.microsoft.com/office/drawing/2014/main" id="{1F74B344-4D5E-4BD4-830C-5029645A4B7F}"/>
              </a:ext>
            </a:extLst>
          </p:cNvPr>
          <p:cNvSpPr>
            <a:spLocks noGrp="1"/>
          </p:cNvSpPr>
          <p:nvPr/>
        </p:nvSpPr>
        <p:spPr>
          <a:xfrm>
            <a:off x="1200150" y="4743450"/>
            <a:ext cx="4095750" cy="2667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host hypervisor</a:t>
            </a:r>
          </a:p>
        </p:txBody>
      </p:sp>
      <p:sp>
        <p:nvSpPr>
          <p:cNvPr id="11" name="直线连接符 10">
            <a:extLst>
              <a:ext uri="{FF2B5EF4-FFF2-40B4-BE49-F238E27FC236}">
                <a16:creationId xmlns:a16="http://schemas.microsoft.com/office/drawing/2014/main" id="{CD222CDA-52E3-4EE6-8E86-6607838611F6}"/>
              </a:ext>
            </a:extLst>
          </p:cNvPr>
          <p:cNvSpPr>
            <a:spLocks noGrp="1"/>
          </p:cNvSpPr>
          <p:nvPr/>
        </p:nvSpPr>
        <p:spPr>
          <a:xfrm>
            <a:off x="1276350" y="3905250"/>
            <a:ext cx="4000500" cy="0"/>
          </a:xfrm>
          <a:prstGeom prst="line">
            <a:avLst/>
          </a:prstGeom>
          <a:noFill/>
          <a:ln w="30480">
            <a:solidFill>
              <a:srgbClr val="5F6368"/>
            </a:solidFill>
            <a:prstDash val="solid"/>
          </a:ln>
        </p:spPr>
        <p:txBody>
          <a:bodyPr/>
          <a:lstStyle/>
          <a:p>
            <a:endParaRPr lang="en-US"/>
          </a:p>
        </p:txBody>
      </p:sp>
      <p:sp>
        <p:nvSpPr>
          <p:cNvPr id="12" name="矩形 11">
            <a:extLst>
              <a:ext uri="{FF2B5EF4-FFF2-40B4-BE49-F238E27FC236}">
                <a16:creationId xmlns:a16="http://schemas.microsoft.com/office/drawing/2014/main" id="{F59BAEFC-712E-4926-AA33-940E254C7954}"/>
              </a:ext>
            </a:extLst>
          </p:cNvPr>
          <p:cNvSpPr>
            <a:spLocks noGrp="1"/>
          </p:cNvSpPr>
          <p:nvPr/>
        </p:nvSpPr>
        <p:spPr>
          <a:xfrm>
            <a:off x="1943100" y="3638550"/>
            <a:ext cx="2667000" cy="266700"/>
          </a:xfrm>
          <a:prstGeom prst="rect">
            <a:avLst/>
          </a:prstGeom>
          <a:noFill/>
          <a:ln w="0">
            <a:noFill/>
            <a:prstDash val="solid"/>
          </a:ln>
        </p:spPr>
        <p:txBody>
          <a:bodyPr wrap="square" lIns="0" tIns="0" rIns="0" bIns="0" anchor="t"/>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one hardware boundary</a:t>
            </a:r>
          </a:p>
        </p:txBody>
      </p:sp>
      <p:sp>
        <p:nvSpPr>
          <p:cNvPr id="13" name="下箭头 12">
            <a:extLst>
              <a:ext uri="{FF2B5EF4-FFF2-40B4-BE49-F238E27FC236}">
                <a16:creationId xmlns:a16="http://schemas.microsoft.com/office/drawing/2014/main" id="{B82AF2EB-DBD4-4178-A8E2-5E29063A1AC4}"/>
              </a:ext>
            </a:extLst>
          </p:cNvPr>
          <p:cNvSpPr>
            <a:spLocks noGrp="1"/>
          </p:cNvSpPr>
          <p:nvPr/>
        </p:nvSpPr>
        <p:spPr>
          <a:xfrm>
            <a:off x="1752600" y="3581400"/>
            <a:ext cx="247650" cy="628650"/>
          </a:xfrm>
          <a:prstGeom prst="downArrow">
            <a:avLst/>
          </a:prstGeom>
          <a:solidFill>
            <a:srgbClr val="5F6368"/>
          </a:solidFill>
          <a:ln w="0">
            <a:solidFill>
              <a:srgbClr val="5F6368"/>
            </a:solidFill>
            <a:prstDash val="solid"/>
          </a:ln>
        </p:spPr>
        <p:txBody>
          <a:bodyPr/>
          <a:lstStyle/>
          <a:p>
            <a:endParaRPr lang="en-US"/>
          </a:p>
        </p:txBody>
      </p:sp>
      <p:sp>
        <p:nvSpPr>
          <p:cNvPr id="14" name="矩形 13">
            <a:extLst>
              <a:ext uri="{FF2B5EF4-FFF2-40B4-BE49-F238E27FC236}">
                <a16:creationId xmlns:a16="http://schemas.microsoft.com/office/drawing/2014/main" id="{4B625D98-A883-4AFF-961B-B1244C9C2EFC}"/>
              </a:ext>
            </a:extLst>
          </p:cNvPr>
          <p:cNvSpPr>
            <a:spLocks noGrp="1"/>
          </p:cNvSpPr>
          <p:nvPr/>
        </p:nvSpPr>
        <p:spPr>
          <a:xfrm>
            <a:off x="1009650" y="4038600"/>
            <a:ext cx="723900" cy="266700"/>
          </a:xfrm>
          <a:prstGeom prst="rect">
            <a:avLst/>
          </a:prstGeom>
          <a:noFill/>
          <a:ln w="0">
            <a:noFill/>
            <a:prstDash val="solid"/>
          </a:ln>
        </p:spPr>
        <p:txBody>
          <a:bodyPr wrap="square" lIns="0" tIns="0" rIns="0" bIns="0" anchor="t"/>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VM exit</a:t>
            </a:r>
          </a:p>
        </p:txBody>
      </p:sp>
      <p:sp>
        <p:nvSpPr>
          <p:cNvPr id="15" name="上箭头 14">
            <a:extLst>
              <a:ext uri="{FF2B5EF4-FFF2-40B4-BE49-F238E27FC236}">
                <a16:creationId xmlns:a16="http://schemas.microsoft.com/office/drawing/2014/main" id="{FE74D048-1C39-433B-93DF-98C634014D84}"/>
              </a:ext>
            </a:extLst>
          </p:cNvPr>
          <p:cNvSpPr>
            <a:spLocks noGrp="1"/>
          </p:cNvSpPr>
          <p:nvPr/>
        </p:nvSpPr>
        <p:spPr>
          <a:xfrm>
            <a:off x="4552950" y="3581400"/>
            <a:ext cx="247650" cy="628650"/>
          </a:xfrm>
          <a:prstGeom prst="upArrow">
            <a:avLst/>
          </a:prstGeom>
          <a:solidFill>
            <a:srgbClr val="5F6368"/>
          </a:solidFill>
          <a:ln w="0">
            <a:solidFill>
              <a:srgbClr val="5F6368"/>
            </a:solidFill>
            <a:prstDash val="solid"/>
          </a:ln>
        </p:spPr>
        <p:txBody>
          <a:bodyPr/>
          <a:lstStyle/>
          <a:p>
            <a:endParaRPr lang="en-US"/>
          </a:p>
        </p:txBody>
      </p:sp>
      <p:sp>
        <p:nvSpPr>
          <p:cNvPr id="16" name="矩形 15">
            <a:extLst>
              <a:ext uri="{FF2B5EF4-FFF2-40B4-BE49-F238E27FC236}">
                <a16:creationId xmlns:a16="http://schemas.microsoft.com/office/drawing/2014/main" id="{B90EFEC9-A36C-4663-8CD5-517371787C37}"/>
              </a:ext>
            </a:extLst>
          </p:cNvPr>
          <p:cNvSpPr>
            <a:spLocks noGrp="1"/>
          </p:cNvSpPr>
          <p:nvPr/>
        </p:nvSpPr>
        <p:spPr>
          <a:xfrm>
            <a:off x="4819650" y="4038600"/>
            <a:ext cx="1104900" cy="266700"/>
          </a:xfrm>
          <a:prstGeom prst="rect">
            <a:avLst/>
          </a:prstGeom>
          <a:noFill/>
          <a:ln w="0">
            <a:noFill/>
            <a:prstDash val="solid"/>
          </a:ln>
        </p:spPr>
        <p:txBody>
          <a:bodyPr wrap="square" lIns="0" tIns="0" rIns="0" bIns="0" anchor="t"/>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VM entry</a:t>
            </a:r>
          </a:p>
        </p:txBody>
      </p:sp>
      <p:sp>
        <p:nvSpPr>
          <p:cNvPr id="17" name="矩形 16">
            <a:extLst>
              <a:ext uri="{FF2B5EF4-FFF2-40B4-BE49-F238E27FC236}">
                <a16:creationId xmlns:a16="http://schemas.microsoft.com/office/drawing/2014/main" id="{3A91F08B-B696-4B25-8FC3-116619B75B61}"/>
              </a:ext>
            </a:extLst>
          </p:cNvPr>
          <p:cNvSpPr>
            <a:spLocks noGrp="1"/>
          </p:cNvSpPr>
          <p:nvPr/>
        </p:nvSpPr>
        <p:spPr>
          <a:xfrm>
            <a:off x="2514600" y="5314950"/>
            <a:ext cx="1524000" cy="361950"/>
          </a:xfrm>
          <a:prstGeom prst="rect">
            <a:avLst/>
          </a:prstGeom>
          <a:solidFill>
            <a:schemeClr val="accent4">
              <a:lumMod val="40000"/>
              <a:lumOff val="60000"/>
            </a:schemeClr>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VMCS</a:t>
            </a:r>
          </a:p>
        </p:txBody>
      </p:sp>
      <p:sp>
        <p:nvSpPr>
          <p:cNvPr id="18" name="矩形 17">
            <a:extLst>
              <a:ext uri="{FF2B5EF4-FFF2-40B4-BE49-F238E27FC236}">
                <a16:creationId xmlns:a16="http://schemas.microsoft.com/office/drawing/2014/main" id="{0CE616E9-1010-4785-8AD3-AF637C9E4C86}"/>
              </a:ext>
            </a:extLst>
          </p:cNvPr>
          <p:cNvSpPr>
            <a:spLocks noGrp="1"/>
          </p:cNvSpPr>
          <p:nvPr/>
        </p:nvSpPr>
        <p:spPr>
          <a:xfrm>
            <a:off x="1352550" y="5791200"/>
            <a:ext cx="3905250" cy="2667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saves and restores CPU state</a:t>
            </a:r>
          </a:p>
        </p:txBody>
      </p:sp>
      <p:sp>
        <p:nvSpPr>
          <p:cNvPr id="19" name="直线连接符 18">
            <a:extLst>
              <a:ext uri="{FF2B5EF4-FFF2-40B4-BE49-F238E27FC236}">
                <a16:creationId xmlns:a16="http://schemas.microsoft.com/office/drawing/2014/main" id="{D094AD24-4ED5-4B33-83A1-74CA482ABE8E}"/>
              </a:ext>
            </a:extLst>
          </p:cNvPr>
          <p:cNvSpPr>
            <a:spLocks noGrp="1"/>
          </p:cNvSpPr>
          <p:nvPr/>
        </p:nvSpPr>
        <p:spPr>
          <a:xfrm>
            <a:off x="6648450" y="3390900"/>
            <a:ext cx="3981450" cy="0"/>
          </a:xfrm>
          <a:prstGeom prst="line">
            <a:avLst/>
          </a:prstGeom>
          <a:noFill/>
          <a:ln w="13335">
            <a:solidFill>
              <a:srgbClr val="D4D7DC"/>
            </a:solidFill>
            <a:prstDash val="solid"/>
          </a:ln>
        </p:spPr>
        <p:txBody>
          <a:bodyPr/>
          <a:lstStyle/>
          <a:p>
            <a:endParaRPr lang="en-US"/>
          </a:p>
        </p:txBody>
      </p:sp>
      <p:sp>
        <p:nvSpPr>
          <p:cNvPr id="20" name="矩形 19">
            <a:extLst>
              <a:ext uri="{FF2B5EF4-FFF2-40B4-BE49-F238E27FC236}">
                <a16:creationId xmlns:a16="http://schemas.microsoft.com/office/drawing/2014/main" id="{55530B1E-568C-4812-AA28-E96868152666}"/>
              </a:ext>
            </a:extLst>
          </p:cNvPr>
          <p:cNvSpPr>
            <a:spLocks noGrp="1"/>
          </p:cNvSpPr>
          <p:nvPr/>
        </p:nvSpPr>
        <p:spPr>
          <a:xfrm>
            <a:off x="6534150" y="3028950"/>
            <a:ext cx="876300" cy="36195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GVA</a:t>
            </a:r>
          </a:p>
        </p:txBody>
      </p:sp>
      <p:sp>
        <p:nvSpPr>
          <p:cNvPr id="21" name="右箭头 20">
            <a:extLst>
              <a:ext uri="{FF2B5EF4-FFF2-40B4-BE49-F238E27FC236}">
                <a16:creationId xmlns:a16="http://schemas.microsoft.com/office/drawing/2014/main" id="{380FD38C-B9B6-431C-AD81-01EFA1211CF0}"/>
              </a:ext>
            </a:extLst>
          </p:cNvPr>
          <p:cNvSpPr>
            <a:spLocks noGrp="1"/>
          </p:cNvSpPr>
          <p:nvPr/>
        </p:nvSpPr>
        <p:spPr>
          <a:xfrm>
            <a:off x="7524750" y="3257550"/>
            <a:ext cx="514350" cy="266700"/>
          </a:xfrm>
          <a:prstGeom prst="rightArrow">
            <a:avLst/>
          </a:prstGeom>
          <a:solidFill>
            <a:srgbClr val="5F6368"/>
          </a:solidFill>
          <a:ln w="0">
            <a:solidFill>
              <a:srgbClr val="5F6368"/>
            </a:solidFill>
            <a:prstDash val="solid"/>
          </a:ln>
        </p:spPr>
        <p:txBody>
          <a:bodyPr/>
          <a:lstStyle/>
          <a:p>
            <a:endParaRPr lang="en-US"/>
          </a:p>
        </p:txBody>
      </p:sp>
      <p:sp>
        <p:nvSpPr>
          <p:cNvPr id="22" name="矩形 21">
            <a:extLst>
              <a:ext uri="{FF2B5EF4-FFF2-40B4-BE49-F238E27FC236}">
                <a16:creationId xmlns:a16="http://schemas.microsoft.com/office/drawing/2014/main" id="{C35D97AA-4501-4ABC-8DD5-917011CF217D}"/>
              </a:ext>
            </a:extLst>
          </p:cNvPr>
          <p:cNvSpPr>
            <a:spLocks noGrp="1"/>
          </p:cNvSpPr>
          <p:nvPr/>
        </p:nvSpPr>
        <p:spPr>
          <a:xfrm>
            <a:off x="8172450" y="3028950"/>
            <a:ext cx="1066800" cy="36195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GPT</a:t>
            </a:r>
          </a:p>
        </p:txBody>
      </p:sp>
      <p:sp>
        <p:nvSpPr>
          <p:cNvPr id="23" name="矩形 22">
            <a:extLst>
              <a:ext uri="{FF2B5EF4-FFF2-40B4-BE49-F238E27FC236}">
                <a16:creationId xmlns:a16="http://schemas.microsoft.com/office/drawing/2014/main" id="{5344F97B-A970-4B84-8007-BA5F9CD47ED9}"/>
              </a:ext>
            </a:extLst>
          </p:cNvPr>
          <p:cNvSpPr>
            <a:spLocks noGrp="1"/>
          </p:cNvSpPr>
          <p:nvPr/>
        </p:nvSpPr>
        <p:spPr>
          <a:xfrm>
            <a:off x="7943850" y="2800350"/>
            <a:ext cx="666750" cy="24765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CR3</a:t>
            </a:r>
          </a:p>
        </p:txBody>
      </p:sp>
      <p:sp>
        <p:nvSpPr>
          <p:cNvPr id="24" name="右箭头 23">
            <a:extLst>
              <a:ext uri="{FF2B5EF4-FFF2-40B4-BE49-F238E27FC236}">
                <a16:creationId xmlns:a16="http://schemas.microsoft.com/office/drawing/2014/main" id="{3F3528B4-A9B4-41E1-B6F7-7FF10880E930}"/>
              </a:ext>
            </a:extLst>
          </p:cNvPr>
          <p:cNvSpPr>
            <a:spLocks noGrp="1"/>
          </p:cNvSpPr>
          <p:nvPr/>
        </p:nvSpPr>
        <p:spPr>
          <a:xfrm>
            <a:off x="9353550" y="3257550"/>
            <a:ext cx="514350" cy="266700"/>
          </a:xfrm>
          <a:prstGeom prst="rightArrow">
            <a:avLst/>
          </a:prstGeom>
          <a:solidFill>
            <a:srgbClr val="5F6368"/>
          </a:solidFill>
          <a:ln w="0">
            <a:solidFill>
              <a:srgbClr val="5F6368"/>
            </a:solidFill>
            <a:prstDash val="solid"/>
          </a:ln>
        </p:spPr>
        <p:txBody>
          <a:bodyPr/>
          <a:lstStyle/>
          <a:p>
            <a:endParaRPr lang="en-US"/>
          </a:p>
        </p:txBody>
      </p:sp>
      <p:sp>
        <p:nvSpPr>
          <p:cNvPr id="25" name="矩形 24">
            <a:extLst>
              <a:ext uri="{FF2B5EF4-FFF2-40B4-BE49-F238E27FC236}">
                <a16:creationId xmlns:a16="http://schemas.microsoft.com/office/drawing/2014/main" id="{BA58DFA6-4AA0-4D3A-8916-86981CF5745C}"/>
              </a:ext>
            </a:extLst>
          </p:cNvPr>
          <p:cNvSpPr>
            <a:spLocks noGrp="1"/>
          </p:cNvSpPr>
          <p:nvPr/>
        </p:nvSpPr>
        <p:spPr>
          <a:xfrm>
            <a:off x="10020300" y="3028950"/>
            <a:ext cx="876300" cy="36195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GPA</a:t>
            </a:r>
          </a:p>
        </p:txBody>
      </p:sp>
      <p:sp>
        <p:nvSpPr>
          <p:cNvPr id="26" name="矩形 25">
            <a:extLst>
              <a:ext uri="{FF2B5EF4-FFF2-40B4-BE49-F238E27FC236}">
                <a16:creationId xmlns:a16="http://schemas.microsoft.com/office/drawing/2014/main" id="{420B46B6-AC66-4F7D-98F6-3C614F3092EE}"/>
              </a:ext>
            </a:extLst>
          </p:cNvPr>
          <p:cNvSpPr>
            <a:spLocks noGrp="1"/>
          </p:cNvSpPr>
          <p:nvPr/>
        </p:nvSpPr>
        <p:spPr>
          <a:xfrm>
            <a:off x="7410450" y="3638550"/>
            <a:ext cx="2857500" cy="285750"/>
          </a:xfrm>
          <a:prstGeom prst="rect">
            <a:avLst/>
          </a:prstGeom>
          <a:noFill/>
          <a:ln w="0">
            <a:noFill/>
            <a:prstDash val="solid"/>
          </a:ln>
        </p:spPr>
        <p:txBody>
          <a:bodyPr wrap="square" lIns="0" tIns="0" rIns="0" bIns="0" anchor="t"/>
          <a:lstStyle/>
          <a:p>
            <a:pPr algn="ctr">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stage 1: guest page-table walk</a:t>
            </a:r>
          </a:p>
        </p:txBody>
      </p:sp>
      <p:sp>
        <p:nvSpPr>
          <p:cNvPr id="27" name="下箭头 26">
            <a:extLst>
              <a:ext uri="{FF2B5EF4-FFF2-40B4-BE49-F238E27FC236}">
                <a16:creationId xmlns:a16="http://schemas.microsoft.com/office/drawing/2014/main" id="{0CE014FA-ABB2-48FB-807F-173E11D83791}"/>
              </a:ext>
            </a:extLst>
          </p:cNvPr>
          <p:cNvSpPr>
            <a:spLocks noGrp="1"/>
          </p:cNvSpPr>
          <p:nvPr/>
        </p:nvSpPr>
        <p:spPr>
          <a:xfrm>
            <a:off x="10325100" y="3905250"/>
            <a:ext cx="285750" cy="514350"/>
          </a:xfrm>
          <a:prstGeom prst="downArrow">
            <a:avLst/>
          </a:prstGeom>
          <a:solidFill>
            <a:srgbClr val="5F6368"/>
          </a:solidFill>
          <a:ln w="0">
            <a:solidFill>
              <a:srgbClr val="5F6368"/>
            </a:solidFill>
            <a:prstDash val="solid"/>
          </a:ln>
        </p:spPr>
        <p:txBody>
          <a:bodyPr/>
          <a:lstStyle/>
          <a:p>
            <a:endParaRPr lang="en-US"/>
          </a:p>
        </p:txBody>
      </p:sp>
      <p:sp>
        <p:nvSpPr>
          <p:cNvPr id="28" name="矩形 27">
            <a:extLst>
              <a:ext uri="{FF2B5EF4-FFF2-40B4-BE49-F238E27FC236}">
                <a16:creationId xmlns:a16="http://schemas.microsoft.com/office/drawing/2014/main" id="{79C423CD-47A4-4F35-9F07-C2E226261657}"/>
              </a:ext>
            </a:extLst>
          </p:cNvPr>
          <p:cNvSpPr>
            <a:spLocks noGrp="1"/>
          </p:cNvSpPr>
          <p:nvPr/>
        </p:nvSpPr>
        <p:spPr>
          <a:xfrm>
            <a:off x="10591800" y="4000500"/>
            <a:ext cx="609600" cy="2667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EPTP</a:t>
            </a:r>
          </a:p>
        </p:txBody>
      </p:sp>
      <p:sp>
        <p:nvSpPr>
          <p:cNvPr id="29" name="矩形 28">
            <a:extLst>
              <a:ext uri="{FF2B5EF4-FFF2-40B4-BE49-F238E27FC236}">
                <a16:creationId xmlns:a16="http://schemas.microsoft.com/office/drawing/2014/main" id="{1701098A-DB03-4BC0-B15C-F23449C73C2B}"/>
              </a:ext>
            </a:extLst>
          </p:cNvPr>
          <p:cNvSpPr>
            <a:spLocks noGrp="1"/>
          </p:cNvSpPr>
          <p:nvPr/>
        </p:nvSpPr>
        <p:spPr>
          <a:xfrm>
            <a:off x="9315450" y="4457700"/>
            <a:ext cx="1238250" cy="361950"/>
          </a:xfrm>
          <a:prstGeom prst="rect">
            <a:avLst/>
          </a:prstGeom>
          <a:solidFill>
            <a:schemeClr val="accent4">
              <a:lumMod val="40000"/>
              <a:lumOff val="60000"/>
            </a:schemeClr>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EPT</a:t>
            </a:r>
          </a:p>
        </p:txBody>
      </p:sp>
      <p:sp>
        <p:nvSpPr>
          <p:cNvPr id="30" name="左箭头 29">
            <a:extLst>
              <a:ext uri="{FF2B5EF4-FFF2-40B4-BE49-F238E27FC236}">
                <a16:creationId xmlns:a16="http://schemas.microsoft.com/office/drawing/2014/main" id="{F28B8C3F-3D8B-4F48-9269-4CB9CB86F63D}"/>
              </a:ext>
            </a:extLst>
          </p:cNvPr>
          <p:cNvSpPr>
            <a:spLocks noGrp="1"/>
          </p:cNvSpPr>
          <p:nvPr/>
        </p:nvSpPr>
        <p:spPr>
          <a:xfrm>
            <a:off x="8401050" y="4572000"/>
            <a:ext cx="666750" cy="266700"/>
          </a:xfrm>
          <a:prstGeom prst="leftArrow">
            <a:avLst/>
          </a:prstGeom>
          <a:solidFill>
            <a:srgbClr val="5F6368"/>
          </a:solidFill>
          <a:ln w="0">
            <a:solidFill>
              <a:srgbClr val="5F6368"/>
            </a:solidFill>
            <a:prstDash val="solid"/>
          </a:ln>
        </p:spPr>
        <p:txBody>
          <a:bodyPr/>
          <a:lstStyle/>
          <a:p>
            <a:endParaRPr lang="en-US"/>
          </a:p>
        </p:txBody>
      </p:sp>
      <p:sp>
        <p:nvSpPr>
          <p:cNvPr id="31" name="矩形 30">
            <a:extLst>
              <a:ext uri="{FF2B5EF4-FFF2-40B4-BE49-F238E27FC236}">
                <a16:creationId xmlns:a16="http://schemas.microsoft.com/office/drawing/2014/main" id="{1F78518B-6435-4B76-A7A0-B803E2F2436D}"/>
              </a:ext>
            </a:extLst>
          </p:cNvPr>
          <p:cNvSpPr>
            <a:spLocks noGrp="1"/>
          </p:cNvSpPr>
          <p:nvPr/>
        </p:nvSpPr>
        <p:spPr>
          <a:xfrm>
            <a:off x="7239000" y="4457700"/>
            <a:ext cx="1066800" cy="361950"/>
          </a:xfrm>
          <a:prstGeom prst="rect">
            <a:avLst/>
          </a:prstGeom>
          <a:solidFill>
            <a:srgbClr val="F8F8F8"/>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HPA</a:t>
            </a:r>
          </a:p>
        </p:txBody>
      </p:sp>
      <p:sp>
        <p:nvSpPr>
          <p:cNvPr id="32" name="矩形 31">
            <a:extLst>
              <a:ext uri="{FF2B5EF4-FFF2-40B4-BE49-F238E27FC236}">
                <a16:creationId xmlns:a16="http://schemas.microsoft.com/office/drawing/2014/main" id="{CE8D12CD-D6B2-4D63-A132-9AEAA6043E4C}"/>
              </a:ext>
            </a:extLst>
          </p:cNvPr>
          <p:cNvSpPr>
            <a:spLocks noGrp="1"/>
          </p:cNvSpPr>
          <p:nvPr/>
        </p:nvSpPr>
        <p:spPr>
          <a:xfrm>
            <a:off x="7410450" y="5105400"/>
            <a:ext cx="3505200" cy="285750"/>
          </a:xfrm>
          <a:prstGeom prst="rect">
            <a:avLst/>
          </a:prstGeom>
          <a:noFill/>
          <a:ln w="0">
            <a:noFill/>
            <a:prstDash val="solid"/>
          </a:ln>
        </p:spPr>
        <p:txBody>
          <a:bodyPr wrap="square" lIns="0" tIns="0" rIns="0" bIns="0" anchor="t"/>
          <a:lstStyle/>
          <a:p>
            <a:pPr algn="ctr">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stage 2: host-controlled EPT walk</a:t>
            </a:r>
          </a:p>
        </p:txBody>
      </p:sp>
      <p:sp>
        <p:nvSpPr>
          <p:cNvPr id="34" name="矩形 33">
            <a:extLst>
              <a:ext uri="{FF2B5EF4-FFF2-40B4-BE49-F238E27FC236}">
                <a16:creationId xmlns:a16="http://schemas.microsoft.com/office/drawing/2014/main" id="{ABD2BC61-5737-4B92-893C-2702CDCD0E0E}"/>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06</a:t>
            </a:r>
          </a:p>
        </p:txBody>
      </p:sp>
      <p:sp>
        <p:nvSpPr>
          <p:cNvPr id="36" name="矩形 35">
            <a:extLst>
              <a:ext uri="{FF2B5EF4-FFF2-40B4-BE49-F238E27FC236}">
                <a16:creationId xmlns:a16="http://schemas.microsoft.com/office/drawing/2014/main" id="{19A7CF60-5591-851E-5767-5F058A49FC54}"/>
              </a:ext>
            </a:extLst>
          </p:cNvPr>
          <p:cNvSpPr>
            <a:spLocks noGrp="1"/>
          </p:cNvSpPr>
          <p:nvPr/>
        </p:nvSpPr>
        <p:spPr>
          <a:xfrm>
            <a:off x="1104900" y="2038350"/>
            <a:ext cx="4286250" cy="361950"/>
          </a:xfrm>
          <a:prstGeom prst="rect">
            <a:avLst/>
          </a:prstGeom>
          <a:noFill/>
          <a:ln w="0">
            <a:noFill/>
            <a:prstDash val="solid"/>
          </a:ln>
        </p:spPr>
        <p:txBody>
          <a:bodyPr wrap="square" lIns="0" tIns="0" rIns="0" bIns="0" anchor="t"/>
          <a:lstStyle/>
          <a:p>
            <a:pPr algn="ctr">
              <a:lnSpc>
                <a:spcPct val="100000"/>
              </a:lnSpc>
              <a:buNone/>
              <a:defRPr sz="2100" b="1">
                <a:solidFill>
                  <a:srgbClr val="2097D6"/>
                </a:solidFill>
                <a:latin typeface="Arial"/>
                <a:ea typeface="Arial"/>
                <a:cs typeface="Arial"/>
              </a:defRPr>
            </a:pPr>
            <a:r>
              <a:rPr sz="2100" b="1" dirty="0">
                <a:solidFill>
                  <a:srgbClr val="2E6CF7"/>
                </a:solidFill>
                <a:latin typeface="Arial"/>
                <a:ea typeface="Arial"/>
                <a:cs typeface="Arial"/>
              </a:rPr>
              <a:t>CPU virtualization: VMCS</a:t>
            </a:r>
          </a:p>
        </p:txBody>
      </p:sp>
      <p:sp>
        <p:nvSpPr>
          <p:cNvPr id="37" name="矩形 36">
            <a:extLst>
              <a:ext uri="{FF2B5EF4-FFF2-40B4-BE49-F238E27FC236}">
                <a16:creationId xmlns:a16="http://schemas.microsoft.com/office/drawing/2014/main" id="{34725D17-8124-F9F0-2818-6D1A1B5F091F}"/>
              </a:ext>
            </a:extLst>
          </p:cNvPr>
          <p:cNvSpPr>
            <a:spLocks noGrp="1"/>
          </p:cNvSpPr>
          <p:nvPr/>
        </p:nvSpPr>
        <p:spPr>
          <a:xfrm>
            <a:off x="6762750" y="2038350"/>
            <a:ext cx="4286250" cy="361950"/>
          </a:xfrm>
          <a:prstGeom prst="rect">
            <a:avLst/>
          </a:prstGeom>
          <a:noFill/>
          <a:ln w="0">
            <a:noFill/>
            <a:prstDash val="solid"/>
          </a:ln>
        </p:spPr>
        <p:txBody>
          <a:bodyPr wrap="square" lIns="0" tIns="0" rIns="0" bIns="0" anchor="t"/>
          <a:lstStyle/>
          <a:p>
            <a:pPr algn="ctr">
              <a:lnSpc>
                <a:spcPct val="100000"/>
              </a:lnSpc>
              <a:buNone/>
              <a:defRPr sz="2100" b="1">
                <a:solidFill>
                  <a:srgbClr val="F29900"/>
                </a:solidFill>
                <a:latin typeface="Arial"/>
                <a:ea typeface="Arial"/>
                <a:cs typeface="Arial"/>
              </a:defRPr>
            </a:pPr>
            <a:r>
              <a:rPr sz="2100" b="1" dirty="0">
                <a:solidFill>
                  <a:srgbClr val="2E6CF7"/>
                </a:solidFill>
                <a:latin typeface="Arial"/>
                <a:ea typeface="Arial"/>
                <a:cs typeface="Arial"/>
              </a:rPr>
              <a:t>Memory virtualization: EPT</a:t>
            </a:r>
          </a:p>
        </p:txBody>
      </p:sp>
    </p:spTree>
    <p:extLst>
      <p:ext uri="{BB962C8B-B14F-4D97-AF65-F5344CB8AC3E}">
        <p14:creationId xmlns:p14="http://schemas.microsoft.com/office/powerpoint/2010/main" val="38158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2" grpId="0"/>
      <p:bldP spid="14" grpId="0"/>
      <p:bldP spid="16" grpId="0"/>
      <p:bldP spid="17" grpId="0" animBg="1"/>
      <p:bldP spid="18" grpId="0"/>
      <p:bldP spid="20" grpId="0" animBg="1"/>
      <p:bldP spid="22" grpId="0" animBg="1"/>
      <p:bldP spid="23" grpId="0"/>
      <p:bldP spid="25" grpId="0" animBg="1"/>
      <p:bldP spid="26" grpId="0"/>
      <p:bldP spid="28" grpId="0"/>
      <p:bldP spid="29" grpId="0" animBg="1"/>
      <p:bldP spid="31" grpId="0" animBg="1"/>
      <p:bldP spid="32" grpId="0"/>
      <p:bldP spid="36" grpId="0"/>
      <p:bldP spid="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CB89D2EB-F1C5-42D1-A5B3-28B1AE4FC151}"/>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lang="en-US" sz="3600" b="1" dirty="0">
                <a:solidFill>
                  <a:srgbClr val="A40000"/>
                </a:solidFill>
                <a:latin typeface="+mn-lt"/>
                <a:ea typeface="Arial"/>
                <a:cs typeface="Arial"/>
              </a:rPr>
              <a:t>Challenges in nested (two-level) virtualization</a:t>
            </a:r>
            <a:endParaRPr sz="3600" b="1" dirty="0">
              <a:solidFill>
                <a:srgbClr val="A40000"/>
              </a:solidFill>
              <a:latin typeface="+mn-lt"/>
              <a:ea typeface="Arial"/>
              <a:cs typeface="Arial"/>
            </a:endParaRPr>
          </a:p>
        </p:txBody>
      </p:sp>
      <p:sp>
        <p:nvSpPr>
          <p:cNvPr id="3" name="矩形 2">
            <a:extLst>
              <a:ext uri="{FF2B5EF4-FFF2-40B4-BE49-F238E27FC236}">
                <a16:creationId xmlns:a16="http://schemas.microsoft.com/office/drawing/2014/main" id="{9E697E70-0417-41B8-B3F9-A81D34A6B908}"/>
              </a:ext>
            </a:extLst>
          </p:cNvPr>
          <p:cNvSpPr>
            <a:spLocks noGrp="1"/>
          </p:cNvSpPr>
          <p:nvPr/>
        </p:nvSpPr>
        <p:spPr>
          <a:xfrm>
            <a:off x="876300" y="2095500"/>
            <a:ext cx="10363200" cy="742950"/>
          </a:xfrm>
          <a:prstGeom prst="rect">
            <a:avLst/>
          </a:prstGeom>
          <a:solidFill>
            <a:srgbClr val="FFFF00"/>
          </a:solidFill>
          <a:ln w="9525">
            <a:solidFill>
              <a:srgbClr val="D4D7DC"/>
            </a:solidFill>
            <a:prstDash val="solid"/>
          </a:ln>
        </p:spPr>
        <p:txBody>
          <a:bodyPr/>
          <a:lstStyle/>
          <a:p>
            <a:endParaRPr lang="en-US"/>
          </a:p>
        </p:txBody>
      </p:sp>
      <p:sp>
        <p:nvSpPr>
          <p:cNvPr id="4" name="矩形 3">
            <a:extLst>
              <a:ext uri="{FF2B5EF4-FFF2-40B4-BE49-F238E27FC236}">
                <a16:creationId xmlns:a16="http://schemas.microsoft.com/office/drawing/2014/main" id="{6582E64A-BA97-4025-BDCA-EF9D9520BCCC}"/>
              </a:ext>
            </a:extLst>
          </p:cNvPr>
          <p:cNvSpPr>
            <a:spLocks noGrp="1"/>
          </p:cNvSpPr>
          <p:nvPr/>
        </p:nvSpPr>
        <p:spPr>
          <a:xfrm>
            <a:off x="1066800" y="2305050"/>
            <a:ext cx="666750" cy="32385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L2</a:t>
            </a:r>
          </a:p>
        </p:txBody>
      </p:sp>
      <p:sp>
        <p:nvSpPr>
          <p:cNvPr id="5" name="矩形 4">
            <a:extLst>
              <a:ext uri="{FF2B5EF4-FFF2-40B4-BE49-F238E27FC236}">
                <a16:creationId xmlns:a16="http://schemas.microsoft.com/office/drawing/2014/main" id="{77C3C9D4-43AC-4FF1-B86B-542504F1087C}"/>
              </a:ext>
            </a:extLst>
          </p:cNvPr>
          <p:cNvSpPr>
            <a:spLocks noGrp="1"/>
          </p:cNvSpPr>
          <p:nvPr/>
        </p:nvSpPr>
        <p:spPr>
          <a:xfrm>
            <a:off x="2038350" y="2305050"/>
            <a:ext cx="5334000" cy="323850"/>
          </a:xfrm>
          <a:prstGeom prst="rect">
            <a:avLst/>
          </a:prstGeom>
          <a:noFill/>
          <a:ln w="0">
            <a:noFill/>
            <a:prstDash val="solid"/>
          </a:ln>
        </p:spPr>
        <p:txBody>
          <a:bodyPr wrap="square" lIns="0" tIns="0" rIns="0" bIns="0" anchor="t"/>
          <a:lstStyle/>
          <a:p>
            <a:pPr algn="l">
              <a:lnSpc>
                <a:spcPct val="100000"/>
              </a:lnSpc>
              <a:buNone/>
              <a:defRPr sz="2025" b="1">
                <a:solidFill>
                  <a:srgbClr val="111111"/>
                </a:solidFill>
                <a:latin typeface="Arial"/>
                <a:ea typeface="Arial"/>
                <a:cs typeface="Arial"/>
              </a:defRPr>
            </a:pPr>
            <a:r>
              <a:rPr sz="2025" b="1">
                <a:solidFill>
                  <a:srgbClr val="111111"/>
                </a:solidFill>
                <a:latin typeface="Arial"/>
                <a:ea typeface="Arial"/>
                <a:cs typeface="Arial"/>
              </a:rPr>
              <a:t>secure container microVM</a:t>
            </a:r>
          </a:p>
        </p:txBody>
      </p:sp>
      <p:sp>
        <p:nvSpPr>
          <p:cNvPr id="6" name="矩形 5">
            <a:extLst>
              <a:ext uri="{FF2B5EF4-FFF2-40B4-BE49-F238E27FC236}">
                <a16:creationId xmlns:a16="http://schemas.microsoft.com/office/drawing/2014/main" id="{8FE81B2B-C2D9-40EF-9354-FFF8C0FF6459}"/>
              </a:ext>
            </a:extLst>
          </p:cNvPr>
          <p:cNvSpPr>
            <a:spLocks noGrp="1"/>
          </p:cNvSpPr>
          <p:nvPr/>
        </p:nvSpPr>
        <p:spPr>
          <a:xfrm>
            <a:off x="876300" y="3429000"/>
            <a:ext cx="10363200" cy="742950"/>
          </a:xfrm>
          <a:prstGeom prst="rect">
            <a:avLst/>
          </a:prstGeom>
          <a:solidFill>
            <a:srgbClr val="FFFFFF"/>
          </a:solidFill>
          <a:ln w="9525">
            <a:solidFill>
              <a:srgbClr val="D4D7DC"/>
            </a:solidFill>
            <a:prstDash val="solid"/>
          </a:ln>
        </p:spPr>
        <p:txBody>
          <a:bodyPr/>
          <a:lstStyle/>
          <a:p>
            <a:endParaRPr lang="en-US"/>
          </a:p>
        </p:txBody>
      </p:sp>
      <p:sp>
        <p:nvSpPr>
          <p:cNvPr id="7" name="矩形 6">
            <a:extLst>
              <a:ext uri="{FF2B5EF4-FFF2-40B4-BE49-F238E27FC236}">
                <a16:creationId xmlns:a16="http://schemas.microsoft.com/office/drawing/2014/main" id="{9A8D2DD6-CD2D-498F-96C4-BB99AC6F502B}"/>
              </a:ext>
            </a:extLst>
          </p:cNvPr>
          <p:cNvSpPr>
            <a:spLocks noGrp="1"/>
          </p:cNvSpPr>
          <p:nvPr/>
        </p:nvSpPr>
        <p:spPr>
          <a:xfrm>
            <a:off x="1066800" y="3638550"/>
            <a:ext cx="666750" cy="32385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L1</a:t>
            </a:r>
          </a:p>
        </p:txBody>
      </p:sp>
      <p:sp>
        <p:nvSpPr>
          <p:cNvPr id="8" name="矩形 7">
            <a:extLst>
              <a:ext uri="{FF2B5EF4-FFF2-40B4-BE49-F238E27FC236}">
                <a16:creationId xmlns:a16="http://schemas.microsoft.com/office/drawing/2014/main" id="{C760DA2F-E1CC-46D8-83B9-4F2D08A93A79}"/>
              </a:ext>
            </a:extLst>
          </p:cNvPr>
          <p:cNvSpPr>
            <a:spLocks noGrp="1"/>
          </p:cNvSpPr>
          <p:nvPr/>
        </p:nvSpPr>
        <p:spPr>
          <a:xfrm>
            <a:off x="2038350" y="3638550"/>
            <a:ext cx="5334000" cy="323850"/>
          </a:xfrm>
          <a:prstGeom prst="rect">
            <a:avLst/>
          </a:prstGeom>
          <a:noFill/>
          <a:ln w="0">
            <a:noFill/>
            <a:prstDash val="solid"/>
          </a:ln>
        </p:spPr>
        <p:txBody>
          <a:bodyPr wrap="square" lIns="0" tIns="0" rIns="0" bIns="0" anchor="t"/>
          <a:lstStyle/>
          <a:p>
            <a:pPr algn="l">
              <a:lnSpc>
                <a:spcPct val="100000"/>
              </a:lnSpc>
              <a:buNone/>
              <a:defRPr sz="2025" b="1">
                <a:solidFill>
                  <a:srgbClr val="111111"/>
                </a:solidFill>
                <a:latin typeface="Arial"/>
                <a:ea typeface="Arial"/>
                <a:cs typeface="Arial"/>
              </a:defRPr>
            </a:pPr>
            <a:r>
              <a:rPr sz="2025" b="1">
                <a:solidFill>
                  <a:srgbClr val="111111"/>
                </a:solidFill>
                <a:latin typeface="Arial"/>
                <a:ea typeface="Arial"/>
                <a:cs typeface="Arial"/>
              </a:rPr>
              <a:t>cloud VM + guest hypervisor</a:t>
            </a:r>
          </a:p>
        </p:txBody>
      </p:sp>
      <p:sp>
        <p:nvSpPr>
          <p:cNvPr id="9" name="矩形 8">
            <a:extLst>
              <a:ext uri="{FF2B5EF4-FFF2-40B4-BE49-F238E27FC236}">
                <a16:creationId xmlns:a16="http://schemas.microsoft.com/office/drawing/2014/main" id="{626EC779-2E79-444A-A064-C7C054B92C2C}"/>
              </a:ext>
            </a:extLst>
          </p:cNvPr>
          <p:cNvSpPr>
            <a:spLocks noGrp="1"/>
          </p:cNvSpPr>
          <p:nvPr/>
        </p:nvSpPr>
        <p:spPr>
          <a:xfrm>
            <a:off x="876300" y="4762500"/>
            <a:ext cx="10363200" cy="742950"/>
          </a:xfrm>
          <a:prstGeom prst="rect">
            <a:avLst/>
          </a:prstGeom>
          <a:solidFill>
            <a:srgbClr val="F7F9FC"/>
          </a:solidFill>
          <a:ln w="9525">
            <a:solidFill>
              <a:srgbClr val="D4D7DC"/>
            </a:solidFill>
            <a:prstDash val="solid"/>
          </a:ln>
        </p:spPr>
        <p:txBody>
          <a:bodyPr/>
          <a:lstStyle/>
          <a:p>
            <a:endParaRPr lang="en-US"/>
          </a:p>
        </p:txBody>
      </p:sp>
      <p:sp>
        <p:nvSpPr>
          <p:cNvPr id="10" name="矩形 9">
            <a:extLst>
              <a:ext uri="{FF2B5EF4-FFF2-40B4-BE49-F238E27FC236}">
                <a16:creationId xmlns:a16="http://schemas.microsoft.com/office/drawing/2014/main" id="{189ED3F8-06B9-4543-AC63-6B73C9C1030E}"/>
              </a:ext>
            </a:extLst>
          </p:cNvPr>
          <p:cNvSpPr>
            <a:spLocks noGrp="1"/>
          </p:cNvSpPr>
          <p:nvPr/>
        </p:nvSpPr>
        <p:spPr>
          <a:xfrm>
            <a:off x="1066800" y="4972050"/>
            <a:ext cx="666750" cy="32385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L0</a:t>
            </a:r>
          </a:p>
        </p:txBody>
      </p:sp>
      <p:sp>
        <p:nvSpPr>
          <p:cNvPr id="11" name="矩形 10">
            <a:extLst>
              <a:ext uri="{FF2B5EF4-FFF2-40B4-BE49-F238E27FC236}">
                <a16:creationId xmlns:a16="http://schemas.microsoft.com/office/drawing/2014/main" id="{9F5A6E40-07FC-4FDE-9B5E-6092A618C3F6}"/>
              </a:ext>
            </a:extLst>
          </p:cNvPr>
          <p:cNvSpPr>
            <a:spLocks noGrp="1"/>
          </p:cNvSpPr>
          <p:nvPr/>
        </p:nvSpPr>
        <p:spPr>
          <a:xfrm>
            <a:off x="2038350" y="4972050"/>
            <a:ext cx="5334000" cy="323850"/>
          </a:xfrm>
          <a:prstGeom prst="rect">
            <a:avLst/>
          </a:prstGeom>
          <a:noFill/>
          <a:ln w="0">
            <a:noFill/>
            <a:prstDash val="solid"/>
          </a:ln>
        </p:spPr>
        <p:txBody>
          <a:bodyPr wrap="square" lIns="0" tIns="0" rIns="0" bIns="0" anchor="t"/>
          <a:lstStyle/>
          <a:p>
            <a:pPr algn="l">
              <a:lnSpc>
                <a:spcPct val="100000"/>
              </a:lnSpc>
              <a:buNone/>
              <a:defRPr sz="2025" b="1">
                <a:solidFill>
                  <a:srgbClr val="111111"/>
                </a:solidFill>
                <a:latin typeface="Arial"/>
                <a:ea typeface="Arial"/>
                <a:cs typeface="Arial"/>
              </a:defRPr>
            </a:pPr>
            <a:r>
              <a:rPr sz="2025" b="1">
                <a:solidFill>
                  <a:srgbClr val="111111"/>
                </a:solidFill>
                <a:latin typeface="Arial"/>
                <a:ea typeface="Arial"/>
                <a:cs typeface="Arial"/>
              </a:rPr>
              <a:t>host hypervisor + hardware</a:t>
            </a:r>
          </a:p>
        </p:txBody>
      </p:sp>
      <p:sp>
        <p:nvSpPr>
          <p:cNvPr id="12" name="直线连接符 11">
            <a:extLst>
              <a:ext uri="{FF2B5EF4-FFF2-40B4-BE49-F238E27FC236}">
                <a16:creationId xmlns:a16="http://schemas.microsoft.com/office/drawing/2014/main" id="{E23D438F-A4A4-43EE-91B6-5ECAB3CB342F}"/>
              </a:ext>
            </a:extLst>
          </p:cNvPr>
          <p:cNvSpPr>
            <a:spLocks noGrp="1"/>
          </p:cNvSpPr>
          <p:nvPr/>
        </p:nvSpPr>
        <p:spPr>
          <a:xfrm>
            <a:off x="1257300" y="3162300"/>
            <a:ext cx="9334500" cy="0"/>
          </a:xfrm>
          <a:prstGeom prst="line">
            <a:avLst/>
          </a:prstGeom>
          <a:noFill/>
          <a:ln w="38100">
            <a:solidFill>
              <a:srgbClr val="B23A33"/>
            </a:solidFill>
            <a:prstDash val="dash"/>
          </a:ln>
        </p:spPr>
        <p:txBody>
          <a:bodyPr/>
          <a:lstStyle/>
          <a:p>
            <a:endParaRPr lang="en-US"/>
          </a:p>
        </p:txBody>
      </p:sp>
      <p:sp>
        <p:nvSpPr>
          <p:cNvPr id="13" name="直线连接符 12">
            <a:extLst>
              <a:ext uri="{FF2B5EF4-FFF2-40B4-BE49-F238E27FC236}">
                <a16:creationId xmlns:a16="http://schemas.microsoft.com/office/drawing/2014/main" id="{69E0C942-4E76-4B5B-A566-DF7374E3377B}"/>
              </a:ext>
            </a:extLst>
          </p:cNvPr>
          <p:cNvSpPr>
            <a:spLocks noGrp="1"/>
          </p:cNvSpPr>
          <p:nvPr/>
        </p:nvSpPr>
        <p:spPr>
          <a:xfrm>
            <a:off x="1257300" y="4495800"/>
            <a:ext cx="9334500" cy="0"/>
          </a:xfrm>
          <a:prstGeom prst="line">
            <a:avLst/>
          </a:prstGeom>
          <a:noFill/>
          <a:ln w="38100">
            <a:solidFill>
              <a:srgbClr val="2E6CF7"/>
            </a:solidFill>
            <a:prstDash val="solid"/>
          </a:ln>
        </p:spPr>
        <p:txBody>
          <a:bodyPr/>
          <a:lstStyle/>
          <a:p>
            <a:endParaRPr lang="en-US"/>
          </a:p>
        </p:txBody>
      </p:sp>
      <p:sp>
        <p:nvSpPr>
          <p:cNvPr id="14" name="矩形 13">
            <a:extLst>
              <a:ext uri="{FF2B5EF4-FFF2-40B4-BE49-F238E27FC236}">
                <a16:creationId xmlns:a16="http://schemas.microsoft.com/office/drawing/2014/main" id="{92C9BBD4-FDD6-4732-83BA-304007727D9F}"/>
              </a:ext>
            </a:extLst>
          </p:cNvPr>
          <p:cNvSpPr>
            <a:spLocks noGrp="1"/>
          </p:cNvSpPr>
          <p:nvPr/>
        </p:nvSpPr>
        <p:spPr>
          <a:xfrm>
            <a:off x="2038350" y="2838450"/>
            <a:ext cx="361950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B23A33"/>
                </a:solidFill>
                <a:latin typeface="Arial"/>
                <a:ea typeface="Arial"/>
                <a:cs typeface="Arial"/>
              </a:rPr>
              <a:t>emulated nested boundary</a:t>
            </a:r>
          </a:p>
        </p:txBody>
      </p:sp>
      <p:sp>
        <p:nvSpPr>
          <p:cNvPr id="15" name="矩形 14">
            <a:extLst>
              <a:ext uri="{FF2B5EF4-FFF2-40B4-BE49-F238E27FC236}">
                <a16:creationId xmlns:a16="http://schemas.microsoft.com/office/drawing/2014/main" id="{712B719C-AF62-4FA8-BB85-E7E4D7B5F9B0}"/>
              </a:ext>
            </a:extLst>
          </p:cNvPr>
          <p:cNvSpPr>
            <a:spLocks noGrp="1"/>
          </p:cNvSpPr>
          <p:nvPr/>
        </p:nvSpPr>
        <p:spPr>
          <a:xfrm>
            <a:off x="6610892" y="2851513"/>
            <a:ext cx="3867150" cy="285750"/>
          </a:xfrm>
          <a:prstGeom prst="rect">
            <a:avLst/>
          </a:prstGeom>
          <a:noFill/>
          <a:ln w="0">
            <a:noFill/>
            <a:prstDash val="solid"/>
          </a:ln>
        </p:spPr>
        <p:txBody>
          <a:bodyPr wrap="square" lIns="0" tIns="0" rIns="0" bIns="0" anchor="t"/>
          <a:lstStyle/>
          <a:p>
            <a:pPr algn="r">
              <a:lnSpc>
                <a:spcPct val="100000"/>
              </a:lnSpc>
              <a:buNone/>
              <a:defRPr sz="1725" b="0">
                <a:solidFill>
                  <a:srgbClr val="111111"/>
                </a:solidFill>
                <a:latin typeface="Arial"/>
                <a:ea typeface="Arial"/>
                <a:cs typeface="Arial"/>
              </a:defRPr>
            </a:pPr>
            <a:r>
              <a:rPr sz="1725" b="0" dirty="0">
                <a:solidFill>
                  <a:srgbClr val="B23A33"/>
                </a:solidFill>
                <a:latin typeface="Arial"/>
                <a:ea typeface="Arial"/>
                <a:cs typeface="Arial"/>
              </a:rPr>
              <a:t>L2 events need software virtualization</a:t>
            </a:r>
          </a:p>
        </p:txBody>
      </p:sp>
      <p:sp>
        <p:nvSpPr>
          <p:cNvPr id="16" name="矩形 15">
            <a:extLst>
              <a:ext uri="{FF2B5EF4-FFF2-40B4-BE49-F238E27FC236}">
                <a16:creationId xmlns:a16="http://schemas.microsoft.com/office/drawing/2014/main" id="{15EB0D56-3B58-4D61-869B-16C59E60E1A8}"/>
              </a:ext>
            </a:extLst>
          </p:cNvPr>
          <p:cNvSpPr>
            <a:spLocks noGrp="1"/>
          </p:cNvSpPr>
          <p:nvPr/>
        </p:nvSpPr>
        <p:spPr>
          <a:xfrm>
            <a:off x="2038350" y="4171950"/>
            <a:ext cx="333375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hardware VM boundary</a:t>
            </a:r>
          </a:p>
        </p:txBody>
      </p:sp>
      <p:sp>
        <p:nvSpPr>
          <p:cNvPr id="17" name="矩形 16">
            <a:extLst>
              <a:ext uri="{FF2B5EF4-FFF2-40B4-BE49-F238E27FC236}">
                <a16:creationId xmlns:a16="http://schemas.microsoft.com/office/drawing/2014/main" id="{F513631D-8864-498B-B147-9D11B6200F5D}"/>
              </a:ext>
            </a:extLst>
          </p:cNvPr>
          <p:cNvSpPr>
            <a:spLocks noGrp="1"/>
          </p:cNvSpPr>
          <p:nvPr/>
        </p:nvSpPr>
        <p:spPr>
          <a:xfrm>
            <a:off x="7948748" y="4211139"/>
            <a:ext cx="2686050" cy="323850"/>
          </a:xfrm>
          <a:prstGeom prst="rect">
            <a:avLst/>
          </a:prstGeom>
          <a:noFill/>
          <a:ln w="0">
            <a:noFill/>
            <a:prstDash val="solid"/>
          </a:ln>
        </p:spPr>
        <p:txBody>
          <a:bodyPr wrap="square" lIns="0" tIns="0" rIns="0" bIns="0" anchor="t"/>
          <a:lstStyle/>
          <a:p>
            <a:pPr algn="r">
              <a:lnSpc>
                <a:spcPct val="100000"/>
              </a:lnSpc>
              <a:buNone/>
              <a:defRPr sz="1725" b="0">
                <a:solidFill>
                  <a:srgbClr val="111111"/>
                </a:solidFill>
                <a:latin typeface="Arial"/>
                <a:ea typeface="Arial"/>
                <a:cs typeface="Arial"/>
              </a:defRPr>
            </a:pPr>
            <a:r>
              <a:rPr sz="1725" b="0" dirty="0">
                <a:solidFill>
                  <a:srgbClr val="2E6CF7"/>
                </a:solidFill>
                <a:latin typeface="Arial"/>
                <a:ea typeface="Arial"/>
                <a:cs typeface="Arial"/>
              </a:rPr>
              <a:t>VMX root / non-root</a:t>
            </a:r>
          </a:p>
        </p:txBody>
      </p:sp>
      <p:sp>
        <p:nvSpPr>
          <p:cNvPr id="18" name="矩形 17">
            <a:extLst>
              <a:ext uri="{FF2B5EF4-FFF2-40B4-BE49-F238E27FC236}">
                <a16:creationId xmlns:a16="http://schemas.microsoft.com/office/drawing/2014/main" id="{EE0FAC89-E6BF-49A5-8210-391546617B4A}"/>
              </a:ext>
            </a:extLst>
          </p:cNvPr>
          <p:cNvSpPr>
            <a:spLocks noGrp="1"/>
          </p:cNvSpPr>
          <p:nvPr/>
        </p:nvSpPr>
        <p:spPr>
          <a:xfrm>
            <a:off x="1295400" y="5886450"/>
            <a:ext cx="9601200" cy="552450"/>
          </a:xfrm>
          <a:prstGeom prst="rect">
            <a:avLst/>
          </a:prstGeom>
          <a:noFill/>
          <a:ln w="0">
            <a:noFill/>
            <a:prstDash val="solid"/>
          </a:ln>
        </p:spPr>
        <p:txBody>
          <a:bodyPr wrap="square" lIns="0" tIns="0" rIns="0" bIns="0" anchor="t"/>
          <a:lstStyle/>
          <a:p>
            <a:pPr algn="ctr">
              <a:lnSpc>
                <a:spcPct val="105000"/>
              </a:lnSpc>
              <a:buNone/>
              <a:defRPr sz="2100" b="1">
                <a:solidFill>
                  <a:srgbClr val="A40000"/>
                </a:solidFill>
                <a:latin typeface="Arial"/>
                <a:ea typeface="Arial"/>
                <a:cs typeface="Arial"/>
              </a:defRPr>
            </a:pPr>
            <a:r>
              <a:rPr sz="2100" b="1">
                <a:solidFill>
                  <a:srgbClr val="A40000"/>
                </a:solidFill>
                <a:latin typeface="Arial"/>
                <a:ea typeface="Arial"/>
                <a:cs typeface="Arial"/>
              </a:rPr>
              <a:t>Nested virtualization decides who emulates L2 CPU switches</a:t>
            </a:r>
          </a:p>
          <a:p>
            <a:pPr algn="ctr">
              <a:lnSpc>
                <a:spcPct val="105000"/>
              </a:lnSpc>
              <a:buNone/>
              <a:defRPr sz="2100" b="1">
                <a:solidFill>
                  <a:srgbClr val="A40000"/>
                </a:solidFill>
                <a:latin typeface="Arial"/>
                <a:ea typeface="Arial"/>
                <a:cs typeface="Arial"/>
              </a:defRPr>
            </a:pPr>
            <a:r>
              <a:rPr sz="2100" b="1">
                <a:solidFill>
                  <a:srgbClr val="A40000"/>
                </a:solidFill>
                <a:latin typeface="Arial"/>
                <a:ea typeface="Arial"/>
                <a:cs typeface="Arial"/>
              </a:rPr>
              <a:t>and memory mappings</a:t>
            </a:r>
          </a:p>
        </p:txBody>
      </p:sp>
      <p:sp>
        <p:nvSpPr>
          <p:cNvPr id="19" name="矩形 18">
            <a:extLst>
              <a:ext uri="{FF2B5EF4-FFF2-40B4-BE49-F238E27FC236}">
                <a16:creationId xmlns:a16="http://schemas.microsoft.com/office/drawing/2014/main" id="{C007EC0B-B176-4D88-8951-0BF52AB83114}"/>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07</a:t>
            </a:r>
          </a:p>
        </p:txBody>
      </p:sp>
    </p:spTree>
    <p:extLst>
      <p:ext uri="{BB962C8B-B14F-4D97-AF65-F5344CB8AC3E}">
        <p14:creationId xmlns:p14="http://schemas.microsoft.com/office/powerpoint/2010/main" val="1639439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50118-E4D6-F760-E24E-DD67031D65D9}"/>
            </a:ext>
          </a:extLst>
        </p:cNvPr>
        <p:cNvGrpSpPr/>
        <p:nvPr/>
      </p:nvGrpSpPr>
      <p:grpSpPr>
        <a:xfrm>
          <a:off x="0" y="0"/>
          <a:ext cx="0" cy="0"/>
          <a:chOff x="0" y="0"/>
          <a:chExt cx="0" cy="0"/>
        </a:xfrm>
      </p:grpSpPr>
      <p:sp>
        <p:nvSpPr>
          <p:cNvPr id="41" name="矩形 40">
            <a:extLst>
              <a:ext uri="{FF2B5EF4-FFF2-40B4-BE49-F238E27FC236}">
                <a16:creationId xmlns:a16="http://schemas.microsoft.com/office/drawing/2014/main" id="{7B76438F-285D-27B4-097C-BB0483D13E2C}"/>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lang="en-US" sz="3600" b="1" dirty="0">
                <a:solidFill>
                  <a:srgbClr val="A40000"/>
                </a:solidFill>
                <a:latin typeface="Calibri" panose="020F0502020204030204" pitchFamily="34" charset="0"/>
                <a:ea typeface="Arial"/>
                <a:cs typeface="Calibri" panose="020F0502020204030204" pitchFamily="34" charset="0"/>
              </a:rPr>
              <a:t>Two representative nested virtualization approaches</a:t>
            </a:r>
            <a:endParaRPr sz="3600" b="1" dirty="0">
              <a:solidFill>
                <a:srgbClr val="A40000"/>
              </a:solidFill>
              <a:latin typeface="Calibri" panose="020F0502020204030204" pitchFamily="34" charset="0"/>
              <a:ea typeface="Arial"/>
              <a:cs typeface="Calibri" panose="020F0502020204030204" pitchFamily="34" charset="0"/>
            </a:endParaRPr>
          </a:p>
        </p:txBody>
      </p:sp>
      <p:sp>
        <p:nvSpPr>
          <p:cNvPr id="3" name="矩形 2">
            <a:extLst>
              <a:ext uri="{FF2B5EF4-FFF2-40B4-BE49-F238E27FC236}">
                <a16:creationId xmlns:a16="http://schemas.microsoft.com/office/drawing/2014/main" id="{68D8B51E-8CB8-4204-643F-1F4FEB389801}"/>
              </a:ext>
            </a:extLst>
          </p:cNvPr>
          <p:cNvSpPr>
            <a:spLocks noGrp="1"/>
          </p:cNvSpPr>
          <p:nvPr/>
        </p:nvSpPr>
        <p:spPr>
          <a:xfrm>
            <a:off x="1257300" y="2076450"/>
            <a:ext cx="3810000" cy="342900"/>
          </a:xfrm>
          <a:prstGeom prst="rect">
            <a:avLst/>
          </a:prstGeom>
          <a:noFill/>
          <a:ln w="0">
            <a:noFill/>
            <a:prstDash val="solid"/>
          </a:ln>
        </p:spPr>
        <p:txBody>
          <a:bodyPr wrap="square" lIns="0" tIns="0" rIns="0" bIns="0" anchor="t"/>
          <a:lstStyle/>
          <a:p>
            <a:pPr algn="ctr">
              <a:lnSpc>
                <a:spcPct val="100000"/>
              </a:lnSpc>
              <a:buNone/>
              <a:defRPr sz="2175" b="1">
                <a:solidFill>
                  <a:srgbClr val="111111"/>
                </a:solidFill>
                <a:latin typeface="Arial"/>
                <a:ea typeface="Arial"/>
                <a:cs typeface="Arial"/>
              </a:defRPr>
            </a:pPr>
            <a:r>
              <a:rPr sz="2175" b="1" dirty="0">
                <a:solidFill>
                  <a:srgbClr val="2E6CF7"/>
                </a:solidFill>
                <a:latin typeface="Arial"/>
                <a:ea typeface="Arial"/>
                <a:cs typeface="Arial"/>
              </a:rPr>
              <a:t>KVM: L0-dominated</a:t>
            </a:r>
          </a:p>
        </p:txBody>
      </p:sp>
      <p:sp>
        <p:nvSpPr>
          <p:cNvPr id="4" name="矩形 3">
            <a:extLst>
              <a:ext uri="{FF2B5EF4-FFF2-40B4-BE49-F238E27FC236}">
                <a16:creationId xmlns:a16="http://schemas.microsoft.com/office/drawing/2014/main" id="{7CB83B7D-C7FB-83A2-BADE-14D006B99B46}"/>
              </a:ext>
            </a:extLst>
          </p:cNvPr>
          <p:cNvSpPr>
            <a:spLocks noGrp="1"/>
          </p:cNvSpPr>
          <p:nvPr/>
        </p:nvSpPr>
        <p:spPr>
          <a:xfrm>
            <a:off x="7124700" y="1935770"/>
            <a:ext cx="3810000" cy="342900"/>
          </a:xfrm>
          <a:prstGeom prst="rect">
            <a:avLst/>
          </a:prstGeom>
          <a:noFill/>
          <a:ln w="0">
            <a:noFill/>
            <a:prstDash val="solid"/>
          </a:ln>
        </p:spPr>
        <p:txBody>
          <a:bodyPr wrap="square" lIns="0" tIns="0" rIns="0" bIns="0" anchor="t"/>
          <a:lstStyle/>
          <a:p>
            <a:pPr algn="ctr">
              <a:lnSpc>
                <a:spcPct val="100000"/>
              </a:lnSpc>
              <a:buNone/>
              <a:defRPr sz="2175" b="1">
                <a:solidFill>
                  <a:srgbClr val="111111"/>
                </a:solidFill>
                <a:latin typeface="Arial"/>
                <a:ea typeface="Arial"/>
                <a:cs typeface="Arial"/>
              </a:defRPr>
            </a:pPr>
            <a:r>
              <a:rPr lang="en-US" sz="2175" b="1" dirty="0">
                <a:solidFill>
                  <a:srgbClr val="2E6CF7"/>
                </a:solidFill>
                <a:latin typeface="Arial"/>
                <a:ea typeface="Arial"/>
                <a:cs typeface="Arial"/>
              </a:rPr>
              <a:t>Shadow page table (SPT) </a:t>
            </a:r>
            <a:r>
              <a:rPr sz="2175" b="1" dirty="0">
                <a:solidFill>
                  <a:srgbClr val="2E6CF7"/>
                </a:solidFill>
                <a:latin typeface="Arial"/>
                <a:ea typeface="Arial"/>
                <a:cs typeface="Arial"/>
              </a:rPr>
              <a:t>: L1-dominated</a:t>
            </a:r>
          </a:p>
        </p:txBody>
      </p:sp>
      <p:sp>
        <p:nvSpPr>
          <p:cNvPr id="5" name="矩形 4">
            <a:extLst>
              <a:ext uri="{FF2B5EF4-FFF2-40B4-BE49-F238E27FC236}">
                <a16:creationId xmlns:a16="http://schemas.microsoft.com/office/drawing/2014/main" id="{16102D7B-7AC6-E773-E34F-BF0EFC190745}"/>
              </a:ext>
            </a:extLst>
          </p:cNvPr>
          <p:cNvSpPr>
            <a:spLocks noGrp="1"/>
          </p:cNvSpPr>
          <p:nvPr/>
        </p:nvSpPr>
        <p:spPr>
          <a:xfrm>
            <a:off x="1009650" y="2609850"/>
            <a:ext cx="4286250" cy="514350"/>
          </a:xfrm>
          <a:prstGeom prst="rect">
            <a:avLst/>
          </a:prstGeom>
          <a:solidFill>
            <a:srgbClr val="F7F9FC"/>
          </a:solidFill>
          <a:ln w="9525">
            <a:solidFill>
              <a:srgbClr val="D4D7DC"/>
            </a:solidFill>
            <a:prstDash val="solid"/>
          </a:ln>
        </p:spPr>
        <p:txBody>
          <a:bodyPr/>
          <a:lstStyle/>
          <a:p>
            <a:endParaRPr lang="en-US" dirty="0"/>
          </a:p>
        </p:txBody>
      </p:sp>
      <p:sp>
        <p:nvSpPr>
          <p:cNvPr id="6" name="矩形 5">
            <a:extLst>
              <a:ext uri="{FF2B5EF4-FFF2-40B4-BE49-F238E27FC236}">
                <a16:creationId xmlns:a16="http://schemas.microsoft.com/office/drawing/2014/main" id="{8C0B4DEC-E363-8EDC-1E64-368E6EBCB615}"/>
              </a:ext>
            </a:extLst>
          </p:cNvPr>
          <p:cNvSpPr>
            <a:spLocks noGrp="1"/>
          </p:cNvSpPr>
          <p:nvPr/>
        </p:nvSpPr>
        <p:spPr>
          <a:xfrm>
            <a:off x="1143000" y="2724150"/>
            <a:ext cx="514350" cy="26670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L2</a:t>
            </a:r>
          </a:p>
        </p:txBody>
      </p:sp>
      <p:sp>
        <p:nvSpPr>
          <p:cNvPr id="7" name="矩形 6">
            <a:extLst>
              <a:ext uri="{FF2B5EF4-FFF2-40B4-BE49-F238E27FC236}">
                <a16:creationId xmlns:a16="http://schemas.microsoft.com/office/drawing/2014/main" id="{9690F627-3CB9-3A6A-7990-18778BA9A43D}"/>
              </a:ext>
            </a:extLst>
          </p:cNvPr>
          <p:cNvSpPr>
            <a:spLocks noGrp="1"/>
          </p:cNvSpPr>
          <p:nvPr/>
        </p:nvSpPr>
        <p:spPr>
          <a:xfrm>
            <a:off x="1752600" y="2724150"/>
            <a:ext cx="3429000" cy="266700"/>
          </a:xfrm>
          <a:prstGeom prst="rect">
            <a:avLst/>
          </a:prstGeom>
          <a:noFill/>
          <a:ln w="0">
            <a:noFill/>
            <a:prstDash val="solid"/>
          </a:ln>
        </p:spPr>
        <p:txBody>
          <a:bodyPr wrap="square" lIns="0" tIns="0" rIns="0" bIns="0" anchor="t"/>
          <a:lstStyle/>
          <a:p>
            <a:pPr algn="l">
              <a:lnSpc>
                <a:spcPct val="100000"/>
              </a:lnSpc>
              <a:buNone/>
              <a:defRPr sz="1650" b="1">
                <a:solidFill>
                  <a:srgbClr val="111111"/>
                </a:solidFill>
                <a:latin typeface="Arial"/>
                <a:ea typeface="Arial"/>
                <a:cs typeface="Arial"/>
              </a:defRPr>
            </a:pPr>
            <a:r>
              <a:rPr sz="1650" b="1" dirty="0">
                <a:solidFill>
                  <a:srgbClr val="111111"/>
                </a:solidFill>
                <a:latin typeface="Arial"/>
                <a:ea typeface="Arial"/>
                <a:cs typeface="Arial"/>
              </a:rPr>
              <a:t>secure container</a:t>
            </a:r>
            <a:r>
              <a:rPr lang="en-US" sz="1650" b="1" dirty="0">
                <a:solidFill>
                  <a:srgbClr val="111111"/>
                </a:solidFill>
                <a:latin typeface="Arial"/>
                <a:ea typeface="Arial"/>
                <a:cs typeface="Arial"/>
              </a:rPr>
              <a:t> </a:t>
            </a:r>
            <a:r>
              <a:rPr lang="en-US" sz="1650" dirty="0">
                <a:solidFill>
                  <a:srgbClr val="0070C0"/>
                </a:solidFill>
                <a:latin typeface="Arial"/>
                <a:ea typeface="Arial"/>
                <a:cs typeface="Arial"/>
              </a:rPr>
              <a:t>CR3: L2-GPT</a:t>
            </a:r>
            <a:endParaRPr sz="1650" dirty="0">
              <a:solidFill>
                <a:srgbClr val="0070C0"/>
              </a:solidFill>
              <a:latin typeface="Arial"/>
              <a:ea typeface="Arial"/>
              <a:cs typeface="Arial"/>
            </a:endParaRPr>
          </a:p>
        </p:txBody>
      </p:sp>
      <p:sp>
        <p:nvSpPr>
          <p:cNvPr id="8" name="矩形 7">
            <a:extLst>
              <a:ext uri="{FF2B5EF4-FFF2-40B4-BE49-F238E27FC236}">
                <a16:creationId xmlns:a16="http://schemas.microsoft.com/office/drawing/2014/main" id="{B4F4549A-5EF6-C174-427D-33FDAD87A311}"/>
              </a:ext>
            </a:extLst>
          </p:cNvPr>
          <p:cNvSpPr>
            <a:spLocks noGrp="1"/>
          </p:cNvSpPr>
          <p:nvPr/>
        </p:nvSpPr>
        <p:spPr>
          <a:xfrm>
            <a:off x="1009650" y="3314700"/>
            <a:ext cx="4286250" cy="514350"/>
          </a:xfrm>
          <a:prstGeom prst="rect">
            <a:avLst/>
          </a:prstGeom>
          <a:solidFill>
            <a:srgbClr val="FFFFFF"/>
          </a:solidFill>
          <a:ln w="9525">
            <a:solidFill>
              <a:srgbClr val="D4D7DC"/>
            </a:solidFill>
            <a:prstDash val="solid"/>
          </a:ln>
        </p:spPr>
        <p:txBody>
          <a:bodyPr/>
          <a:lstStyle/>
          <a:p>
            <a:endParaRPr lang="en-US" dirty="0"/>
          </a:p>
        </p:txBody>
      </p:sp>
      <p:sp>
        <p:nvSpPr>
          <p:cNvPr id="9" name="矩形 8">
            <a:extLst>
              <a:ext uri="{FF2B5EF4-FFF2-40B4-BE49-F238E27FC236}">
                <a16:creationId xmlns:a16="http://schemas.microsoft.com/office/drawing/2014/main" id="{E8F46822-551A-A0B6-E846-FC8D2BBD11F3}"/>
              </a:ext>
            </a:extLst>
          </p:cNvPr>
          <p:cNvSpPr>
            <a:spLocks noGrp="1"/>
          </p:cNvSpPr>
          <p:nvPr/>
        </p:nvSpPr>
        <p:spPr>
          <a:xfrm>
            <a:off x="1143000" y="3429000"/>
            <a:ext cx="514350" cy="26670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L1</a:t>
            </a:r>
          </a:p>
        </p:txBody>
      </p:sp>
      <p:sp>
        <p:nvSpPr>
          <p:cNvPr id="10" name="矩形 9">
            <a:extLst>
              <a:ext uri="{FF2B5EF4-FFF2-40B4-BE49-F238E27FC236}">
                <a16:creationId xmlns:a16="http://schemas.microsoft.com/office/drawing/2014/main" id="{C7E78FC7-BB9F-96C4-A436-5555ED7A8265}"/>
              </a:ext>
            </a:extLst>
          </p:cNvPr>
          <p:cNvSpPr>
            <a:spLocks noGrp="1"/>
          </p:cNvSpPr>
          <p:nvPr/>
        </p:nvSpPr>
        <p:spPr>
          <a:xfrm>
            <a:off x="1752600" y="3429000"/>
            <a:ext cx="3429000" cy="266700"/>
          </a:xfrm>
          <a:prstGeom prst="rect">
            <a:avLst/>
          </a:prstGeom>
          <a:noFill/>
          <a:ln w="0">
            <a:noFill/>
            <a:prstDash val="solid"/>
          </a:ln>
        </p:spPr>
        <p:txBody>
          <a:bodyPr wrap="square" lIns="0" tIns="0" rIns="0" bIns="0" anchor="t"/>
          <a:lstStyle/>
          <a:p>
            <a:pPr algn="l">
              <a:lnSpc>
                <a:spcPct val="100000"/>
              </a:lnSpc>
              <a:buNone/>
              <a:defRPr sz="1650" b="1">
                <a:solidFill>
                  <a:srgbClr val="111111"/>
                </a:solidFill>
                <a:latin typeface="Arial"/>
                <a:ea typeface="Arial"/>
                <a:cs typeface="Arial"/>
              </a:defRPr>
            </a:pPr>
            <a:r>
              <a:rPr sz="1650" b="1" dirty="0">
                <a:solidFill>
                  <a:srgbClr val="111111"/>
                </a:solidFill>
                <a:latin typeface="Arial"/>
                <a:ea typeface="Arial"/>
                <a:cs typeface="Arial"/>
              </a:rPr>
              <a:t>guest hypervisor</a:t>
            </a:r>
            <a:r>
              <a:rPr lang="en-US" sz="1650" b="1" dirty="0">
                <a:solidFill>
                  <a:srgbClr val="111111"/>
                </a:solidFill>
                <a:latin typeface="Arial"/>
                <a:ea typeface="Arial"/>
                <a:cs typeface="Arial"/>
              </a:rPr>
              <a:t> </a:t>
            </a:r>
            <a:r>
              <a:rPr lang="en-US" sz="1650" b="1" dirty="0">
                <a:solidFill>
                  <a:srgbClr val="0070C0"/>
                </a:solidFill>
                <a:latin typeface="Arial"/>
                <a:ea typeface="Arial"/>
                <a:cs typeface="Arial"/>
              </a:rPr>
              <a:t>CR3: L1-GPT</a:t>
            </a:r>
            <a:endParaRPr sz="1650" b="1" dirty="0">
              <a:solidFill>
                <a:srgbClr val="0070C0"/>
              </a:solidFill>
              <a:latin typeface="Arial"/>
              <a:ea typeface="Arial"/>
              <a:cs typeface="Arial"/>
            </a:endParaRPr>
          </a:p>
        </p:txBody>
      </p:sp>
      <p:sp>
        <p:nvSpPr>
          <p:cNvPr id="11" name="矩形 10">
            <a:extLst>
              <a:ext uri="{FF2B5EF4-FFF2-40B4-BE49-F238E27FC236}">
                <a16:creationId xmlns:a16="http://schemas.microsoft.com/office/drawing/2014/main" id="{0AC1F39C-437C-DA22-6480-7A90CC0A89F1}"/>
              </a:ext>
            </a:extLst>
          </p:cNvPr>
          <p:cNvSpPr>
            <a:spLocks noGrp="1"/>
          </p:cNvSpPr>
          <p:nvPr/>
        </p:nvSpPr>
        <p:spPr>
          <a:xfrm>
            <a:off x="1009650" y="4019550"/>
            <a:ext cx="4286250" cy="514350"/>
          </a:xfrm>
          <a:prstGeom prst="rect">
            <a:avLst/>
          </a:prstGeom>
          <a:solidFill>
            <a:srgbClr val="F7F9FC"/>
          </a:solidFill>
          <a:ln w="9525">
            <a:solidFill>
              <a:srgbClr val="D4D7DC"/>
            </a:solidFill>
            <a:prstDash val="solid"/>
          </a:ln>
        </p:spPr>
        <p:txBody>
          <a:bodyPr/>
          <a:lstStyle/>
          <a:p>
            <a:endParaRPr lang="en-US" dirty="0"/>
          </a:p>
        </p:txBody>
      </p:sp>
      <p:sp>
        <p:nvSpPr>
          <p:cNvPr id="12" name="矩形 11">
            <a:extLst>
              <a:ext uri="{FF2B5EF4-FFF2-40B4-BE49-F238E27FC236}">
                <a16:creationId xmlns:a16="http://schemas.microsoft.com/office/drawing/2014/main" id="{882D6648-173F-E27E-8761-5DB1AC7F832B}"/>
              </a:ext>
            </a:extLst>
          </p:cNvPr>
          <p:cNvSpPr>
            <a:spLocks noGrp="1"/>
          </p:cNvSpPr>
          <p:nvPr/>
        </p:nvSpPr>
        <p:spPr>
          <a:xfrm>
            <a:off x="1143000" y="4133850"/>
            <a:ext cx="514350" cy="26670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L0</a:t>
            </a:r>
          </a:p>
        </p:txBody>
      </p:sp>
      <p:sp>
        <p:nvSpPr>
          <p:cNvPr id="13" name="矩形 12">
            <a:extLst>
              <a:ext uri="{FF2B5EF4-FFF2-40B4-BE49-F238E27FC236}">
                <a16:creationId xmlns:a16="http://schemas.microsoft.com/office/drawing/2014/main" id="{3236FC03-AE2A-7DD2-9A68-8CC1AA80CF0D}"/>
              </a:ext>
            </a:extLst>
          </p:cNvPr>
          <p:cNvSpPr>
            <a:spLocks noGrp="1"/>
          </p:cNvSpPr>
          <p:nvPr/>
        </p:nvSpPr>
        <p:spPr>
          <a:xfrm>
            <a:off x="1752600" y="4133850"/>
            <a:ext cx="3846342" cy="304800"/>
          </a:xfrm>
          <a:prstGeom prst="rect">
            <a:avLst/>
          </a:prstGeom>
          <a:noFill/>
          <a:ln w="0">
            <a:noFill/>
            <a:prstDash val="solid"/>
          </a:ln>
        </p:spPr>
        <p:txBody>
          <a:bodyPr wrap="square" lIns="0" tIns="0" rIns="0" bIns="0" anchor="t"/>
          <a:lstStyle/>
          <a:p>
            <a:pPr algn="l">
              <a:lnSpc>
                <a:spcPct val="100000"/>
              </a:lnSpc>
              <a:buNone/>
              <a:defRPr sz="1650" b="1">
                <a:solidFill>
                  <a:srgbClr val="111111"/>
                </a:solidFill>
                <a:latin typeface="Arial"/>
                <a:ea typeface="Arial"/>
                <a:cs typeface="Arial"/>
              </a:defRPr>
            </a:pPr>
            <a:r>
              <a:rPr sz="1650" b="1" dirty="0">
                <a:solidFill>
                  <a:srgbClr val="111111"/>
                </a:solidFill>
                <a:latin typeface="Arial"/>
                <a:ea typeface="Arial"/>
                <a:cs typeface="Arial"/>
              </a:rPr>
              <a:t>host hypervisor</a:t>
            </a:r>
            <a:r>
              <a:rPr lang="en-US" sz="1650" b="1" dirty="0">
                <a:solidFill>
                  <a:srgbClr val="111111"/>
                </a:solidFill>
                <a:latin typeface="Arial"/>
                <a:ea typeface="Arial"/>
                <a:cs typeface="Arial"/>
              </a:rPr>
              <a:t> </a:t>
            </a:r>
            <a:r>
              <a:rPr lang="en-US" sz="1650" dirty="0">
                <a:solidFill>
                  <a:srgbClr val="0070C0"/>
                </a:solidFill>
                <a:latin typeface="Arial"/>
                <a:ea typeface="Arial"/>
                <a:cs typeface="Arial"/>
              </a:rPr>
              <a:t>EPT01 or EPT02</a:t>
            </a:r>
            <a:endParaRPr sz="1650" dirty="0">
              <a:solidFill>
                <a:srgbClr val="0070C0"/>
              </a:solidFill>
              <a:latin typeface="Arial"/>
              <a:ea typeface="Arial"/>
              <a:cs typeface="Arial"/>
            </a:endParaRPr>
          </a:p>
        </p:txBody>
      </p:sp>
      <p:sp>
        <p:nvSpPr>
          <p:cNvPr id="14" name="直线连接符 13">
            <a:extLst>
              <a:ext uri="{FF2B5EF4-FFF2-40B4-BE49-F238E27FC236}">
                <a16:creationId xmlns:a16="http://schemas.microsoft.com/office/drawing/2014/main" id="{6F4C5810-573E-4F8B-38D5-0E33F1C872FC}"/>
              </a:ext>
            </a:extLst>
          </p:cNvPr>
          <p:cNvSpPr>
            <a:spLocks noGrp="1"/>
          </p:cNvSpPr>
          <p:nvPr/>
        </p:nvSpPr>
        <p:spPr>
          <a:xfrm>
            <a:off x="1333500" y="3219450"/>
            <a:ext cx="3695700" cy="0"/>
          </a:xfrm>
          <a:prstGeom prst="line">
            <a:avLst/>
          </a:prstGeom>
          <a:noFill/>
          <a:ln w="28575">
            <a:solidFill>
              <a:srgbClr val="5F6368"/>
            </a:solidFill>
            <a:prstDash val="dash"/>
          </a:ln>
        </p:spPr>
        <p:txBody>
          <a:bodyPr/>
          <a:lstStyle/>
          <a:p>
            <a:endParaRPr lang="en-US"/>
          </a:p>
        </p:txBody>
      </p:sp>
      <p:sp>
        <p:nvSpPr>
          <p:cNvPr id="15" name="直线连接符 14">
            <a:extLst>
              <a:ext uri="{FF2B5EF4-FFF2-40B4-BE49-F238E27FC236}">
                <a16:creationId xmlns:a16="http://schemas.microsoft.com/office/drawing/2014/main" id="{1F8858F6-B1E2-F561-9D96-8C93172B902A}"/>
              </a:ext>
            </a:extLst>
          </p:cNvPr>
          <p:cNvSpPr>
            <a:spLocks noGrp="1"/>
          </p:cNvSpPr>
          <p:nvPr/>
        </p:nvSpPr>
        <p:spPr>
          <a:xfrm>
            <a:off x="1333500" y="3924300"/>
            <a:ext cx="3695700" cy="0"/>
          </a:xfrm>
          <a:prstGeom prst="line">
            <a:avLst/>
          </a:prstGeom>
          <a:noFill/>
          <a:ln w="28575">
            <a:solidFill>
              <a:srgbClr val="5F6368"/>
            </a:solidFill>
            <a:prstDash val="solid"/>
          </a:ln>
        </p:spPr>
        <p:txBody>
          <a:bodyPr/>
          <a:lstStyle/>
          <a:p>
            <a:endParaRPr lang="en-US"/>
          </a:p>
        </p:txBody>
      </p:sp>
      <p:sp>
        <p:nvSpPr>
          <p:cNvPr id="16" name="矩形 15">
            <a:extLst>
              <a:ext uri="{FF2B5EF4-FFF2-40B4-BE49-F238E27FC236}">
                <a16:creationId xmlns:a16="http://schemas.microsoft.com/office/drawing/2014/main" id="{7557C787-179C-BEFA-FF4B-248AC43F139F}"/>
              </a:ext>
            </a:extLst>
          </p:cNvPr>
          <p:cNvSpPr>
            <a:spLocks noGrp="1"/>
          </p:cNvSpPr>
          <p:nvPr/>
        </p:nvSpPr>
        <p:spPr>
          <a:xfrm>
            <a:off x="6877050" y="2609850"/>
            <a:ext cx="4286250" cy="514350"/>
          </a:xfrm>
          <a:prstGeom prst="rect">
            <a:avLst/>
          </a:prstGeom>
          <a:solidFill>
            <a:srgbClr val="F7F9FC"/>
          </a:solidFill>
          <a:ln w="9525">
            <a:solidFill>
              <a:srgbClr val="D4D7DC"/>
            </a:solidFill>
            <a:prstDash val="solid"/>
          </a:ln>
        </p:spPr>
        <p:txBody>
          <a:bodyPr/>
          <a:lstStyle/>
          <a:p>
            <a:endParaRPr lang="en-US" dirty="0"/>
          </a:p>
        </p:txBody>
      </p:sp>
      <p:sp>
        <p:nvSpPr>
          <p:cNvPr id="17" name="矩形 16">
            <a:extLst>
              <a:ext uri="{FF2B5EF4-FFF2-40B4-BE49-F238E27FC236}">
                <a16:creationId xmlns:a16="http://schemas.microsoft.com/office/drawing/2014/main" id="{D0F9F581-BB96-4A95-3EAB-3DA2C09D0AF7}"/>
              </a:ext>
            </a:extLst>
          </p:cNvPr>
          <p:cNvSpPr>
            <a:spLocks noGrp="1"/>
          </p:cNvSpPr>
          <p:nvPr/>
        </p:nvSpPr>
        <p:spPr>
          <a:xfrm>
            <a:off x="7010400" y="2724150"/>
            <a:ext cx="514350" cy="26670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L2</a:t>
            </a:r>
          </a:p>
        </p:txBody>
      </p:sp>
      <p:sp>
        <p:nvSpPr>
          <p:cNvPr id="18" name="矩形 17">
            <a:extLst>
              <a:ext uri="{FF2B5EF4-FFF2-40B4-BE49-F238E27FC236}">
                <a16:creationId xmlns:a16="http://schemas.microsoft.com/office/drawing/2014/main" id="{E1DFCAD7-B1C9-6AED-3651-444425A39764}"/>
              </a:ext>
            </a:extLst>
          </p:cNvPr>
          <p:cNvSpPr>
            <a:spLocks noGrp="1"/>
          </p:cNvSpPr>
          <p:nvPr/>
        </p:nvSpPr>
        <p:spPr>
          <a:xfrm>
            <a:off x="7620000" y="2724150"/>
            <a:ext cx="3429000" cy="266700"/>
          </a:xfrm>
          <a:prstGeom prst="rect">
            <a:avLst/>
          </a:prstGeom>
          <a:noFill/>
          <a:ln w="0">
            <a:noFill/>
            <a:prstDash val="solid"/>
          </a:ln>
        </p:spPr>
        <p:txBody>
          <a:bodyPr wrap="square" lIns="0" tIns="0" rIns="0" bIns="0" anchor="t"/>
          <a:lstStyle/>
          <a:p>
            <a:pPr algn="l">
              <a:lnSpc>
                <a:spcPct val="100000"/>
              </a:lnSpc>
              <a:buNone/>
              <a:defRPr sz="1650" b="1">
                <a:solidFill>
                  <a:srgbClr val="111111"/>
                </a:solidFill>
                <a:latin typeface="Arial"/>
                <a:ea typeface="Arial"/>
                <a:cs typeface="Arial"/>
              </a:defRPr>
            </a:pPr>
            <a:r>
              <a:rPr sz="1650" b="1" dirty="0">
                <a:solidFill>
                  <a:srgbClr val="111111"/>
                </a:solidFill>
                <a:latin typeface="Arial"/>
                <a:ea typeface="Arial"/>
                <a:cs typeface="Arial"/>
              </a:rPr>
              <a:t>secure container</a:t>
            </a:r>
            <a:r>
              <a:rPr lang="en-US" sz="1650" b="1" dirty="0">
                <a:solidFill>
                  <a:srgbClr val="111111"/>
                </a:solidFill>
                <a:latin typeface="Arial"/>
                <a:ea typeface="Arial"/>
                <a:cs typeface="Arial"/>
              </a:rPr>
              <a:t>   </a:t>
            </a:r>
            <a:r>
              <a:rPr lang="en-US" sz="1650" b="1" dirty="0">
                <a:solidFill>
                  <a:srgbClr val="0070C0"/>
                </a:solidFill>
                <a:latin typeface="Arial"/>
                <a:ea typeface="Arial"/>
                <a:cs typeface="Arial"/>
              </a:rPr>
              <a:t>CR3: SPT</a:t>
            </a:r>
            <a:endParaRPr sz="1650" b="1" dirty="0">
              <a:solidFill>
                <a:srgbClr val="0070C0"/>
              </a:solidFill>
              <a:latin typeface="Arial"/>
              <a:ea typeface="Arial"/>
              <a:cs typeface="Arial"/>
            </a:endParaRPr>
          </a:p>
        </p:txBody>
      </p:sp>
      <p:sp>
        <p:nvSpPr>
          <p:cNvPr id="19" name="矩形 18">
            <a:extLst>
              <a:ext uri="{FF2B5EF4-FFF2-40B4-BE49-F238E27FC236}">
                <a16:creationId xmlns:a16="http://schemas.microsoft.com/office/drawing/2014/main" id="{8965863C-AB52-E127-A33C-90CA23EDA6CD}"/>
              </a:ext>
            </a:extLst>
          </p:cNvPr>
          <p:cNvSpPr>
            <a:spLocks noGrp="1"/>
          </p:cNvSpPr>
          <p:nvPr/>
        </p:nvSpPr>
        <p:spPr>
          <a:xfrm>
            <a:off x="6877050" y="3314700"/>
            <a:ext cx="4286250" cy="514350"/>
          </a:xfrm>
          <a:prstGeom prst="rect">
            <a:avLst/>
          </a:prstGeom>
          <a:solidFill>
            <a:srgbClr val="FFFFFF"/>
          </a:solidFill>
          <a:ln w="9525">
            <a:solidFill>
              <a:srgbClr val="D4D7DC"/>
            </a:solidFill>
            <a:prstDash val="solid"/>
          </a:ln>
        </p:spPr>
        <p:txBody>
          <a:bodyPr/>
          <a:lstStyle/>
          <a:p>
            <a:endParaRPr lang="en-US"/>
          </a:p>
        </p:txBody>
      </p:sp>
      <p:sp>
        <p:nvSpPr>
          <p:cNvPr id="20" name="矩形 19">
            <a:extLst>
              <a:ext uri="{FF2B5EF4-FFF2-40B4-BE49-F238E27FC236}">
                <a16:creationId xmlns:a16="http://schemas.microsoft.com/office/drawing/2014/main" id="{C49ED936-AFD7-164A-98C2-82A53ED7E73D}"/>
              </a:ext>
            </a:extLst>
          </p:cNvPr>
          <p:cNvSpPr>
            <a:spLocks noGrp="1"/>
          </p:cNvSpPr>
          <p:nvPr/>
        </p:nvSpPr>
        <p:spPr>
          <a:xfrm>
            <a:off x="7010400" y="3429000"/>
            <a:ext cx="514350" cy="26670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L1</a:t>
            </a:r>
          </a:p>
        </p:txBody>
      </p:sp>
      <p:sp>
        <p:nvSpPr>
          <p:cNvPr id="21" name="矩形 20">
            <a:extLst>
              <a:ext uri="{FF2B5EF4-FFF2-40B4-BE49-F238E27FC236}">
                <a16:creationId xmlns:a16="http://schemas.microsoft.com/office/drawing/2014/main" id="{F2220947-494A-5ABF-60B6-0BC9CDCB6E4E}"/>
              </a:ext>
            </a:extLst>
          </p:cNvPr>
          <p:cNvSpPr>
            <a:spLocks noGrp="1"/>
          </p:cNvSpPr>
          <p:nvPr/>
        </p:nvSpPr>
        <p:spPr>
          <a:xfrm>
            <a:off x="7620000" y="3429000"/>
            <a:ext cx="3429000" cy="266700"/>
          </a:xfrm>
          <a:prstGeom prst="rect">
            <a:avLst/>
          </a:prstGeom>
          <a:noFill/>
          <a:ln w="0">
            <a:noFill/>
            <a:prstDash val="solid"/>
          </a:ln>
        </p:spPr>
        <p:txBody>
          <a:bodyPr wrap="square" lIns="0" tIns="0" rIns="0" bIns="0" anchor="t"/>
          <a:lstStyle/>
          <a:p>
            <a:pPr algn="l">
              <a:lnSpc>
                <a:spcPct val="100000"/>
              </a:lnSpc>
              <a:buNone/>
              <a:defRPr sz="1650" b="1">
                <a:solidFill>
                  <a:srgbClr val="111111"/>
                </a:solidFill>
                <a:latin typeface="Arial"/>
                <a:ea typeface="Arial"/>
                <a:cs typeface="Arial"/>
              </a:defRPr>
            </a:pPr>
            <a:r>
              <a:rPr sz="1650" b="1" dirty="0">
                <a:solidFill>
                  <a:srgbClr val="111111"/>
                </a:solidFill>
                <a:latin typeface="Arial"/>
                <a:ea typeface="Arial"/>
                <a:cs typeface="Arial"/>
              </a:rPr>
              <a:t>guest hypervisor</a:t>
            </a:r>
            <a:r>
              <a:rPr lang="en-US" sz="1650" b="1" dirty="0">
                <a:solidFill>
                  <a:srgbClr val="111111"/>
                </a:solidFill>
                <a:latin typeface="Arial"/>
                <a:ea typeface="Arial"/>
                <a:cs typeface="Arial"/>
              </a:rPr>
              <a:t>.  </a:t>
            </a:r>
            <a:r>
              <a:rPr lang="en-US" sz="1650" b="1" dirty="0">
                <a:solidFill>
                  <a:srgbClr val="0070C0"/>
                </a:solidFill>
                <a:latin typeface="Arial"/>
                <a:ea typeface="Arial"/>
                <a:cs typeface="Arial"/>
              </a:rPr>
              <a:t>CR3: L1-GPT</a:t>
            </a:r>
            <a:endParaRPr sz="1650" b="1" dirty="0">
              <a:solidFill>
                <a:srgbClr val="0070C0"/>
              </a:solidFill>
              <a:latin typeface="Arial"/>
              <a:ea typeface="Arial"/>
              <a:cs typeface="Arial"/>
            </a:endParaRPr>
          </a:p>
        </p:txBody>
      </p:sp>
      <p:sp>
        <p:nvSpPr>
          <p:cNvPr id="22" name="矩形 21">
            <a:extLst>
              <a:ext uri="{FF2B5EF4-FFF2-40B4-BE49-F238E27FC236}">
                <a16:creationId xmlns:a16="http://schemas.microsoft.com/office/drawing/2014/main" id="{547C687F-54D4-36C3-218C-D0F44F6F3960}"/>
              </a:ext>
            </a:extLst>
          </p:cNvPr>
          <p:cNvSpPr>
            <a:spLocks noGrp="1"/>
          </p:cNvSpPr>
          <p:nvPr/>
        </p:nvSpPr>
        <p:spPr>
          <a:xfrm>
            <a:off x="6877050" y="4019550"/>
            <a:ext cx="4286250" cy="514350"/>
          </a:xfrm>
          <a:prstGeom prst="rect">
            <a:avLst/>
          </a:prstGeom>
          <a:solidFill>
            <a:srgbClr val="F7F9FC"/>
          </a:solidFill>
          <a:ln w="9525">
            <a:solidFill>
              <a:srgbClr val="D4D7DC"/>
            </a:solidFill>
            <a:prstDash val="solid"/>
          </a:ln>
        </p:spPr>
        <p:txBody>
          <a:bodyPr/>
          <a:lstStyle/>
          <a:p>
            <a:endParaRPr lang="en-US" dirty="0"/>
          </a:p>
        </p:txBody>
      </p:sp>
      <p:sp>
        <p:nvSpPr>
          <p:cNvPr id="23" name="矩形 22">
            <a:extLst>
              <a:ext uri="{FF2B5EF4-FFF2-40B4-BE49-F238E27FC236}">
                <a16:creationId xmlns:a16="http://schemas.microsoft.com/office/drawing/2014/main" id="{2C622FA8-0D09-4C9F-3375-7A7B0BBD4E40}"/>
              </a:ext>
            </a:extLst>
          </p:cNvPr>
          <p:cNvSpPr>
            <a:spLocks noGrp="1"/>
          </p:cNvSpPr>
          <p:nvPr/>
        </p:nvSpPr>
        <p:spPr>
          <a:xfrm>
            <a:off x="7010400" y="4133850"/>
            <a:ext cx="514350" cy="26670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a:solidFill>
                  <a:srgbClr val="111111"/>
                </a:solidFill>
                <a:latin typeface="Arial"/>
                <a:ea typeface="Arial"/>
                <a:cs typeface="Arial"/>
              </a:rPr>
              <a:t>L0</a:t>
            </a:r>
          </a:p>
        </p:txBody>
      </p:sp>
      <p:sp>
        <p:nvSpPr>
          <p:cNvPr id="24" name="矩形 23">
            <a:extLst>
              <a:ext uri="{FF2B5EF4-FFF2-40B4-BE49-F238E27FC236}">
                <a16:creationId xmlns:a16="http://schemas.microsoft.com/office/drawing/2014/main" id="{1E21F0B6-DDBB-0C14-6050-446D18B62A05}"/>
              </a:ext>
            </a:extLst>
          </p:cNvPr>
          <p:cNvSpPr>
            <a:spLocks noGrp="1"/>
          </p:cNvSpPr>
          <p:nvPr/>
        </p:nvSpPr>
        <p:spPr>
          <a:xfrm>
            <a:off x="7620000" y="4133850"/>
            <a:ext cx="3429000" cy="266700"/>
          </a:xfrm>
          <a:prstGeom prst="rect">
            <a:avLst/>
          </a:prstGeom>
          <a:noFill/>
          <a:ln w="0">
            <a:noFill/>
            <a:prstDash val="solid"/>
          </a:ln>
        </p:spPr>
        <p:txBody>
          <a:bodyPr wrap="square" lIns="0" tIns="0" rIns="0" bIns="0" anchor="t"/>
          <a:lstStyle/>
          <a:p>
            <a:pPr algn="l">
              <a:lnSpc>
                <a:spcPct val="100000"/>
              </a:lnSpc>
              <a:buNone/>
              <a:defRPr sz="1650" b="1">
                <a:solidFill>
                  <a:srgbClr val="111111"/>
                </a:solidFill>
                <a:latin typeface="Arial"/>
                <a:ea typeface="Arial"/>
                <a:cs typeface="Arial"/>
              </a:defRPr>
            </a:pPr>
            <a:r>
              <a:rPr sz="1650" b="1" dirty="0">
                <a:solidFill>
                  <a:srgbClr val="111111"/>
                </a:solidFill>
                <a:latin typeface="Arial"/>
                <a:ea typeface="Arial"/>
                <a:cs typeface="Arial"/>
              </a:rPr>
              <a:t>host hypervisor</a:t>
            </a:r>
            <a:r>
              <a:rPr lang="en-US" sz="1650" b="1" dirty="0">
                <a:solidFill>
                  <a:srgbClr val="111111"/>
                </a:solidFill>
                <a:latin typeface="Arial"/>
                <a:ea typeface="Arial"/>
                <a:cs typeface="Arial"/>
              </a:rPr>
              <a:t>       </a:t>
            </a:r>
            <a:r>
              <a:rPr lang="en-US" sz="1650" b="1" dirty="0">
                <a:solidFill>
                  <a:srgbClr val="0070C0"/>
                </a:solidFill>
                <a:latin typeface="Arial"/>
                <a:ea typeface="Arial"/>
                <a:cs typeface="Arial"/>
              </a:rPr>
              <a:t>EPT01</a:t>
            </a:r>
            <a:endParaRPr sz="1650" b="1" dirty="0">
              <a:solidFill>
                <a:srgbClr val="0070C0"/>
              </a:solidFill>
              <a:latin typeface="Arial"/>
              <a:ea typeface="Arial"/>
              <a:cs typeface="Arial"/>
            </a:endParaRPr>
          </a:p>
        </p:txBody>
      </p:sp>
      <p:sp>
        <p:nvSpPr>
          <p:cNvPr id="25" name="直线连接符 24">
            <a:extLst>
              <a:ext uri="{FF2B5EF4-FFF2-40B4-BE49-F238E27FC236}">
                <a16:creationId xmlns:a16="http://schemas.microsoft.com/office/drawing/2014/main" id="{07734B10-2643-6E12-4C0A-CFA822A351B8}"/>
              </a:ext>
            </a:extLst>
          </p:cNvPr>
          <p:cNvSpPr>
            <a:spLocks noGrp="1"/>
          </p:cNvSpPr>
          <p:nvPr/>
        </p:nvSpPr>
        <p:spPr>
          <a:xfrm>
            <a:off x="7200900" y="3219450"/>
            <a:ext cx="3695700" cy="0"/>
          </a:xfrm>
          <a:prstGeom prst="line">
            <a:avLst/>
          </a:prstGeom>
          <a:noFill/>
          <a:ln w="28575">
            <a:solidFill>
              <a:srgbClr val="5F6368"/>
            </a:solidFill>
            <a:prstDash val="dash"/>
          </a:ln>
        </p:spPr>
        <p:txBody>
          <a:bodyPr/>
          <a:lstStyle/>
          <a:p>
            <a:endParaRPr lang="en-US"/>
          </a:p>
        </p:txBody>
      </p:sp>
      <p:sp>
        <p:nvSpPr>
          <p:cNvPr id="26" name="直线连接符 25">
            <a:extLst>
              <a:ext uri="{FF2B5EF4-FFF2-40B4-BE49-F238E27FC236}">
                <a16:creationId xmlns:a16="http://schemas.microsoft.com/office/drawing/2014/main" id="{3A9B57D9-B09C-D730-2239-54523A03AE90}"/>
              </a:ext>
            </a:extLst>
          </p:cNvPr>
          <p:cNvSpPr>
            <a:spLocks noGrp="1"/>
          </p:cNvSpPr>
          <p:nvPr/>
        </p:nvSpPr>
        <p:spPr>
          <a:xfrm>
            <a:off x="7200900" y="3924300"/>
            <a:ext cx="3695700" cy="0"/>
          </a:xfrm>
          <a:prstGeom prst="line">
            <a:avLst/>
          </a:prstGeom>
          <a:noFill/>
          <a:ln w="28575">
            <a:solidFill>
              <a:srgbClr val="5F6368"/>
            </a:solidFill>
            <a:prstDash val="dash"/>
          </a:ln>
        </p:spPr>
        <p:txBody>
          <a:bodyPr/>
          <a:lstStyle/>
          <a:p>
            <a:endParaRPr lang="en-US"/>
          </a:p>
        </p:txBody>
      </p:sp>
      <p:sp>
        <p:nvSpPr>
          <p:cNvPr id="30" name="直线连接符 29">
            <a:extLst>
              <a:ext uri="{FF2B5EF4-FFF2-40B4-BE49-F238E27FC236}">
                <a16:creationId xmlns:a16="http://schemas.microsoft.com/office/drawing/2014/main" id="{0914D620-F751-6EE8-235F-E62CFC190A2E}"/>
              </a:ext>
            </a:extLst>
          </p:cNvPr>
          <p:cNvSpPr>
            <a:spLocks noGrp="1"/>
          </p:cNvSpPr>
          <p:nvPr/>
        </p:nvSpPr>
        <p:spPr>
          <a:xfrm>
            <a:off x="7181850" y="3924300"/>
            <a:ext cx="3619500" cy="0"/>
          </a:xfrm>
          <a:prstGeom prst="line">
            <a:avLst/>
          </a:prstGeom>
          <a:noFill/>
          <a:ln w="28575">
            <a:solidFill>
              <a:srgbClr val="5F6368"/>
            </a:solidFill>
            <a:prstDash val="solid"/>
          </a:ln>
        </p:spPr>
        <p:txBody>
          <a:bodyPr/>
          <a:lstStyle/>
          <a:p>
            <a:endParaRPr lang="en-US"/>
          </a:p>
        </p:txBody>
      </p:sp>
      <p:sp>
        <p:nvSpPr>
          <p:cNvPr id="39" name="矩形 38">
            <a:extLst>
              <a:ext uri="{FF2B5EF4-FFF2-40B4-BE49-F238E27FC236}">
                <a16:creationId xmlns:a16="http://schemas.microsoft.com/office/drawing/2014/main" id="{CFEA61AB-C165-1F40-530E-05ABB1E7C50C}"/>
              </a:ext>
            </a:extLst>
          </p:cNvPr>
          <p:cNvSpPr>
            <a:spLocks noGrp="1"/>
          </p:cNvSpPr>
          <p:nvPr/>
        </p:nvSpPr>
        <p:spPr>
          <a:xfrm>
            <a:off x="1447800" y="4953000"/>
            <a:ext cx="3714750" cy="762000"/>
          </a:xfrm>
          <a:prstGeom prst="rect">
            <a:avLst/>
          </a:prstGeom>
          <a:noFill/>
          <a:ln w="0">
            <a:noFill/>
            <a:prstDash val="solid"/>
          </a:ln>
        </p:spPr>
        <p:txBody>
          <a:bodyPr wrap="square" lIns="0" tIns="0" rIns="0" bIns="0" anchor="t"/>
          <a:lstStyle/>
          <a:p>
            <a:pPr algn="ctr">
              <a:lnSpc>
                <a:spcPct val="100000"/>
              </a:lnSpc>
              <a:buNone/>
              <a:defRPr sz="2100" b="1">
                <a:solidFill>
                  <a:srgbClr val="A40000"/>
                </a:solidFill>
                <a:latin typeface="Arial"/>
                <a:ea typeface="Arial"/>
                <a:cs typeface="Arial"/>
              </a:defRPr>
            </a:pPr>
            <a:r>
              <a:rPr lang="en-US" sz="2100" b="1" dirty="0">
                <a:solidFill>
                  <a:srgbClr val="C00000"/>
                </a:solidFill>
                <a:latin typeface="+mj-lt"/>
                <a:ea typeface="Arial"/>
                <a:cs typeface="Arial"/>
              </a:rPr>
              <a:t>L0 must maintain an intermediate EPT12 to construct EPT02</a:t>
            </a:r>
            <a:endParaRPr sz="2100" b="1" dirty="0">
              <a:solidFill>
                <a:srgbClr val="C00000"/>
              </a:solidFill>
              <a:latin typeface="+mj-lt"/>
              <a:ea typeface="Arial"/>
              <a:cs typeface="Arial"/>
            </a:endParaRPr>
          </a:p>
        </p:txBody>
      </p:sp>
      <p:sp>
        <p:nvSpPr>
          <p:cNvPr id="40" name="矩形 39">
            <a:extLst>
              <a:ext uri="{FF2B5EF4-FFF2-40B4-BE49-F238E27FC236}">
                <a16:creationId xmlns:a16="http://schemas.microsoft.com/office/drawing/2014/main" id="{42D1D4C6-0220-E91B-2D66-5C41216F7BCB}"/>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08</a:t>
            </a:r>
          </a:p>
        </p:txBody>
      </p:sp>
      <p:sp>
        <p:nvSpPr>
          <p:cNvPr id="29" name="矩形 38">
            <a:extLst>
              <a:ext uri="{FF2B5EF4-FFF2-40B4-BE49-F238E27FC236}">
                <a16:creationId xmlns:a16="http://schemas.microsoft.com/office/drawing/2014/main" id="{00F63385-4917-C537-FC5A-2AF97A9A09B8}"/>
              </a:ext>
            </a:extLst>
          </p:cNvPr>
          <p:cNvSpPr>
            <a:spLocks noGrp="1"/>
          </p:cNvSpPr>
          <p:nvPr/>
        </p:nvSpPr>
        <p:spPr>
          <a:xfrm>
            <a:off x="7086600" y="4972050"/>
            <a:ext cx="4000500" cy="1200150"/>
          </a:xfrm>
          <a:prstGeom prst="rect">
            <a:avLst/>
          </a:prstGeom>
          <a:noFill/>
          <a:ln w="0">
            <a:noFill/>
            <a:prstDash val="solid"/>
          </a:ln>
        </p:spPr>
        <p:txBody>
          <a:bodyPr wrap="square" lIns="0" tIns="0" rIns="0" bIns="0" anchor="t"/>
          <a:lstStyle/>
          <a:p>
            <a:pPr algn="ctr">
              <a:lnSpc>
                <a:spcPct val="100000"/>
              </a:lnSpc>
              <a:buNone/>
              <a:defRPr sz="2100" b="1">
                <a:solidFill>
                  <a:srgbClr val="A40000"/>
                </a:solidFill>
                <a:latin typeface="Arial"/>
                <a:ea typeface="Arial"/>
                <a:cs typeface="Arial"/>
              </a:defRPr>
            </a:pPr>
            <a:r>
              <a:rPr lang="en-US" sz="2100" b="1" dirty="0">
                <a:solidFill>
                  <a:srgbClr val="C00000"/>
                </a:solidFill>
                <a:latin typeface="+mj-lt"/>
                <a:ea typeface="Arial"/>
                <a:cs typeface="Arial"/>
              </a:rPr>
              <a:t>L1 must maintain a shadow page table (SPT) to translate from L2-GVA to L1-PA to run L2 guest</a:t>
            </a:r>
            <a:endParaRPr sz="2100" b="1" dirty="0">
              <a:solidFill>
                <a:srgbClr val="C00000"/>
              </a:solidFill>
              <a:latin typeface="+mj-lt"/>
              <a:ea typeface="Arial"/>
              <a:cs typeface="Arial"/>
            </a:endParaRPr>
          </a:p>
        </p:txBody>
      </p:sp>
      <p:sp>
        <p:nvSpPr>
          <p:cNvPr id="42" name="矩形 38">
            <a:extLst>
              <a:ext uri="{FF2B5EF4-FFF2-40B4-BE49-F238E27FC236}">
                <a16:creationId xmlns:a16="http://schemas.microsoft.com/office/drawing/2014/main" id="{2BEC1A76-DA0E-D7F9-0564-DDCE7287ECB8}"/>
              </a:ext>
            </a:extLst>
          </p:cNvPr>
          <p:cNvSpPr>
            <a:spLocks noGrp="1"/>
          </p:cNvSpPr>
          <p:nvPr/>
        </p:nvSpPr>
        <p:spPr>
          <a:xfrm>
            <a:off x="6520667" y="6148387"/>
            <a:ext cx="5056165" cy="923926"/>
          </a:xfrm>
          <a:prstGeom prst="rect">
            <a:avLst/>
          </a:prstGeom>
          <a:noFill/>
          <a:ln w="0">
            <a:noFill/>
            <a:prstDash val="solid"/>
          </a:ln>
        </p:spPr>
        <p:txBody>
          <a:bodyPr wrap="square" lIns="0" tIns="0" rIns="0" bIns="0" anchor="t"/>
          <a:lstStyle/>
          <a:p>
            <a:pPr algn="ctr">
              <a:lnSpc>
                <a:spcPct val="100000"/>
              </a:lnSpc>
              <a:buNone/>
              <a:defRPr sz="2100" b="1">
                <a:solidFill>
                  <a:srgbClr val="A40000"/>
                </a:solidFill>
                <a:latin typeface="Arial"/>
                <a:ea typeface="Arial"/>
                <a:cs typeface="Arial"/>
              </a:defRPr>
            </a:pPr>
            <a:r>
              <a:rPr lang="en-US" sz="2100" b="1" dirty="0">
                <a:solidFill>
                  <a:srgbClr val="0070C0"/>
                </a:solidFill>
                <a:latin typeface="+mj-lt"/>
                <a:ea typeface="Arial"/>
                <a:cs typeface="Arial"/>
              </a:rPr>
              <a:t>PVM [SOSP’23] optimizes L1-L2 switches to ensure no trap to L0 when constructing the SPT  </a:t>
            </a:r>
            <a:endParaRPr sz="2100" b="1" dirty="0">
              <a:solidFill>
                <a:srgbClr val="0070C0"/>
              </a:solidFill>
              <a:latin typeface="+mj-lt"/>
              <a:ea typeface="Arial"/>
              <a:cs typeface="Arial"/>
            </a:endParaRPr>
          </a:p>
        </p:txBody>
      </p:sp>
    </p:spTree>
    <p:extLst>
      <p:ext uri="{BB962C8B-B14F-4D97-AF65-F5344CB8AC3E}">
        <p14:creationId xmlns:p14="http://schemas.microsoft.com/office/powerpoint/2010/main" val="544948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8E0B2D18-1492-4532-98FB-135EA26960DA}"/>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lang="en-US" sz="3600" b="1" dirty="0">
                <a:solidFill>
                  <a:srgbClr val="A40000"/>
                </a:solidFill>
                <a:latin typeface="+mn-lt"/>
                <a:ea typeface="Arial"/>
                <a:cs typeface="Arial"/>
              </a:rPr>
              <a:t>The dilemma – switching vs. memory virtualization</a:t>
            </a:r>
            <a:endParaRPr sz="3600" b="1" dirty="0">
              <a:solidFill>
                <a:srgbClr val="A40000"/>
              </a:solidFill>
              <a:latin typeface="+mn-lt"/>
              <a:ea typeface="Arial"/>
              <a:cs typeface="Arial"/>
            </a:endParaRPr>
          </a:p>
        </p:txBody>
      </p:sp>
      <p:sp>
        <p:nvSpPr>
          <p:cNvPr id="2" name="矩形 1">
            <a:extLst>
              <a:ext uri="{FF2B5EF4-FFF2-40B4-BE49-F238E27FC236}">
                <a16:creationId xmlns:a16="http://schemas.microsoft.com/office/drawing/2014/main" id="{2D57ECE8-D8DA-4AF3-8E2F-2C5CDE92F194}"/>
              </a:ext>
            </a:extLst>
          </p:cNvPr>
          <p:cNvSpPr>
            <a:spLocks noGrp="1"/>
          </p:cNvSpPr>
          <p:nvPr/>
        </p:nvSpPr>
        <p:spPr>
          <a:xfrm>
            <a:off x="800100" y="1428750"/>
            <a:ext cx="10287000" cy="361950"/>
          </a:xfrm>
          <a:prstGeom prst="rect">
            <a:avLst/>
          </a:prstGeom>
          <a:noFill/>
          <a:ln w="0">
            <a:noFill/>
            <a:prstDash val="solid"/>
          </a:ln>
        </p:spPr>
        <p:txBody>
          <a:bodyPr wrap="square" lIns="0" tIns="0" rIns="0" bIns="0" anchor="t"/>
          <a:lstStyle/>
          <a:p>
            <a:pPr algn="l">
              <a:lnSpc>
                <a:spcPct val="100000"/>
              </a:lnSpc>
              <a:buNone/>
              <a:defRPr sz="2025" b="0">
                <a:solidFill>
                  <a:srgbClr val="111111"/>
                </a:solidFill>
                <a:latin typeface="Arial"/>
                <a:ea typeface="Arial"/>
                <a:cs typeface="Arial"/>
              </a:defRPr>
            </a:pPr>
            <a:r>
              <a:rPr sz="2025" b="0">
                <a:solidFill>
                  <a:srgbClr val="111111"/>
                </a:solidFill>
                <a:latin typeface="Arial"/>
                <a:ea typeface="Arial"/>
                <a:cs typeface="Arial"/>
              </a:rPr>
              <a:t>32GB physical memory access: inactive pages favor PVM; active pages favor KVM</a:t>
            </a:r>
          </a:p>
        </p:txBody>
      </p:sp>
      <p:sp>
        <p:nvSpPr>
          <p:cNvPr id="4" name="矩形 3">
            <a:extLst>
              <a:ext uri="{FF2B5EF4-FFF2-40B4-BE49-F238E27FC236}">
                <a16:creationId xmlns:a16="http://schemas.microsoft.com/office/drawing/2014/main" id="{5196ACF8-C35D-4D8D-8A1D-1B18A6AC6D04}"/>
              </a:ext>
            </a:extLst>
          </p:cNvPr>
          <p:cNvSpPr>
            <a:spLocks noGrp="1"/>
          </p:cNvSpPr>
          <p:nvPr/>
        </p:nvSpPr>
        <p:spPr>
          <a:xfrm>
            <a:off x="1989403" y="3285463"/>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dirty="0">
                <a:solidFill>
                  <a:srgbClr val="111111"/>
                </a:solidFill>
                <a:latin typeface="Arial"/>
                <a:ea typeface="Arial"/>
                <a:cs typeface="Arial"/>
              </a:rPr>
              <a:t>KVM</a:t>
            </a:r>
          </a:p>
        </p:txBody>
      </p:sp>
      <p:sp>
        <p:nvSpPr>
          <p:cNvPr id="8" name="直线连接符 7">
            <a:extLst>
              <a:ext uri="{FF2B5EF4-FFF2-40B4-BE49-F238E27FC236}">
                <a16:creationId xmlns:a16="http://schemas.microsoft.com/office/drawing/2014/main" id="{45E4DAF2-FDA2-4A46-A294-173CE5233F29}"/>
              </a:ext>
            </a:extLst>
          </p:cNvPr>
          <p:cNvSpPr>
            <a:spLocks noGrp="1"/>
          </p:cNvSpPr>
          <p:nvPr/>
        </p:nvSpPr>
        <p:spPr>
          <a:xfrm>
            <a:off x="5430557" y="2171038"/>
            <a:ext cx="0" cy="2876550"/>
          </a:xfrm>
          <a:prstGeom prst="line">
            <a:avLst/>
          </a:prstGeom>
          <a:noFill/>
          <a:ln w="9525">
            <a:solidFill>
              <a:srgbClr val="E6E7EA"/>
            </a:solidFill>
            <a:prstDash val="solid"/>
          </a:ln>
        </p:spPr>
        <p:txBody>
          <a:bodyPr/>
          <a:lstStyle/>
          <a:p>
            <a:endParaRPr lang="en-US"/>
          </a:p>
        </p:txBody>
      </p:sp>
      <p:sp>
        <p:nvSpPr>
          <p:cNvPr id="9" name="矩形 8">
            <a:extLst>
              <a:ext uri="{FF2B5EF4-FFF2-40B4-BE49-F238E27FC236}">
                <a16:creationId xmlns:a16="http://schemas.microsoft.com/office/drawing/2014/main" id="{1D02010F-E9AF-40CB-BF3A-4238C0CEF3B4}"/>
              </a:ext>
            </a:extLst>
          </p:cNvPr>
          <p:cNvSpPr>
            <a:spLocks noGrp="1"/>
          </p:cNvSpPr>
          <p:nvPr/>
        </p:nvSpPr>
        <p:spPr>
          <a:xfrm>
            <a:off x="382307" y="2247238"/>
            <a:ext cx="4476750" cy="304800"/>
          </a:xfrm>
          <a:prstGeom prst="rect">
            <a:avLst/>
          </a:prstGeom>
          <a:noFill/>
          <a:ln w="0">
            <a:noFill/>
            <a:prstDash val="solid"/>
          </a:ln>
        </p:spPr>
        <p:txBody>
          <a:bodyPr wrap="square" lIns="0" tIns="0" rIns="0" bIns="0" anchor="t"/>
          <a:lstStyle/>
          <a:p>
            <a:pPr algn="ctr">
              <a:lnSpc>
                <a:spcPct val="100000"/>
              </a:lnSpc>
              <a:buNone/>
              <a:defRPr sz="2025" b="1">
                <a:solidFill>
                  <a:srgbClr val="111111"/>
                </a:solidFill>
                <a:latin typeface="Arial"/>
                <a:ea typeface="Arial"/>
                <a:cs typeface="Arial"/>
              </a:defRPr>
            </a:pPr>
            <a:r>
              <a:rPr sz="2400" b="1" dirty="0">
                <a:solidFill>
                  <a:srgbClr val="111111"/>
                </a:solidFill>
                <a:latin typeface="+mn-lt"/>
                <a:ea typeface="Arial"/>
                <a:cs typeface="Arial"/>
              </a:rPr>
              <a:t>Execution time</a:t>
            </a:r>
          </a:p>
        </p:txBody>
      </p:sp>
      <p:sp>
        <p:nvSpPr>
          <p:cNvPr id="10" name="矩形 9">
            <a:extLst>
              <a:ext uri="{FF2B5EF4-FFF2-40B4-BE49-F238E27FC236}">
                <a16:creationId xmlns:a16="http://schemas.microsoft.com/office/drawing/2014/main" id="{124E9439-506A-46BC-A73A-C73B2C82A63A}"/>
              </a:ext>
            </a:extLst>
          </p:cNvPr>
          <p:cNvSpPr>
            <a:spLocks noGrp="1"/>
          </p:cNvSpPr>
          <p:nvPr/>
        </p:nvSpPr>
        <p:spPr>
          <a:xfrm>
            <a:off x="382307" y="2571088"/>
            <a:ext cx="4476750" cy="228600"/>
          </a:xfrm>
          <a:prstGeom prst="rect">
            <a:avLst/>
          </a:prstGeom>
          <a:noFill/>
          <a:ln w="0">
            <a:noFill/>
            <a:prstDash val="solid"/>
          </a:ln>
        </p:spPr>
        <p:txBody>
          <a:bodyPr wrap="square" lIns="0" tIns="0" rIns="0" bIns="0" anchor="t"/>
          <a:lstStyle/>
          <a:p>
            <a:pPr algn="ctr">
              <a:lnSpc>
                <a:spcPct val="100000"/>
              </a:lnSpc>
              <a:buNone/>
              <a:defRPr sz="1425" b="0">
                <a:solidFill>
                  <a:srgbClr val="5F6368"/>
                </a:solidFill>
                <a:latin typeface="Arial"/>
                <a:ea typeface="Arial"/>
                <a:cs typeface="Arial"/>
              </a:defRPr>
            </a:pPr>
            <a:r>
              <a:rPr sz="1600" b="1" dirty="0">
                <a:solidFill>
                  <a:srgbClr val="0070C0"/>
                </a:solidFill>
                <a:latin typeface="+mn-lt"/>
                <a:ea typeface="Arial"/>
                <a:cs typeface="Arial"/>
              </a:rPr>
              <a:t>seconds, lower is better</a:t>
            </a:r>
          </a:p>
        </p:txBody>
      </p:sp>
      <p:sp>
        <p:nvSpPr>
          <p:cNvPr id="11" name="矩形 10">
            <a:extLst>
              <a:ext uri="{FF2B5EF4-FFF2-40B4-BE49-F238E27FC236}">
                <a16:creationId xmlns:a16="http://schemas.microsoft.com/office/drawing/2014/main" id="{81C6E7D7-8A7F-4CE9-8EA9-BB91C47305A2}"/>
              </a:ext>
            </a:extLst>
          </p:cNvPr>
          <p:cNvSpPr>
            <a:spLocks noGrp="1"/>
          </p:cNvSpPr>
          <p:nvPr/>
        </p:nvSpPr>
        <p:spPr>
          <a:xfrm>
            <a:off x="5944907" y="2247238"/>
            <a:ext cx="4476750" cy="304800"/>
          </a:xfrm>
          <a:prstGeom prst="rect">
            <a:avLst/>
          </a:prstGeom>
          <a:noFill/>
          <a:ln w="0">
            <a:noFill/>
            <a:prstDash val="solid"/>
          </a:ln>
        </p:spPr>
        <p:txBody>
          <a:bodyPr wrap="square" lIns="0" tIns="0" rIns="0" bIns="0" anchor="t"/>
          <a:lstStyle/>
          <a:p>
            <a:pPr algn="ctr">
              <a:lnSpc>
                <a:spcPct val="100000"/>
              </a:lnSpc>
              <a:buNone/>
              <a:defRPr sz="2025" b="1">
                <a:solidFill>
                  <a:srgbClr val="111111"/>
                </a:solidFill>
                <a:latin typeface="Arial"/>
                <a:ea typeface="Arial"/>
                <a:cs typeface="Arial"/>
              </a:defRPr>
            </a:pPr>
            <a:r>
              <a:rPr sz="2400" b="1" dirty="0">
                <a:solidFill>
                  <a:srgbClr val="111111"/>
                </a:solidFill>
                <a:latin typeface="+mn-lt"/>
                <a:ea typeface="Arial"/>
                <a:cs typeface="Arial"/>
              </a:rPr>
              <a:t>L0 exits</a:t>
            </a:r>
          </a:p>
        </p:txBody>
      </p:sp>
      <p:sp>
        <p:nvSpPr>
          <p:cNvPr id="12" name="矩形 11">
            <a:extLst>
              <a:ext uri="{FF2B5EF4-FFF2-40B4-BE49-F238E27FC236}">
                <a16:creationId xmlns:a16="http://schemas.microsoft.com/office/drawing/2014/main" id="{D7123066-7CBA-4749-A40F-98BAF59AB97B}"/>
              </a:ext>
            </a:extLst>
          </p:cNvPr>
          <p:cNvSpPr>
            <a:spLocks noGrp="1"/>
          </p:cNvSpPr>
          <p:nvPr/>
        </p:nvSpPr>
        <p:spPr>
          <a:xfrm>
            <a:off x="5944907" y="2571088"/>
            <a:ext cx="4476750" cy="228600"/>
          </a:xfrm>
          <a:prstGeom prst="rect">
            <a:avLst/>
          </a:prstGeom>
          <a:noFill/>
          <a:ln w="0">
            <a:noFill/>
            <a:prstDash val="solid"/>
          </a:ln>
        </p:spPr>
        <p:txBody>
          <a:bodyPr wrap="square" lIns="0" tIns="0" rIns="0" bIns="0" anchor="t"/>
          <a:lstStyle/>
          <a:p>
            <a:pPr algn="ctr">
              <a:lnSpc>
                <a:spcPct val="100000"/>
              </a:lnSpc>
              <a:buNone/>
              <a:defRPr sz="1425" b="0">
                <a:solidFill>
                  <a:srgbClr val="5F6368"/>
                </a:solidFill>
                <a:latin typeface="Arial"/>
                <a:ea typeface="Arial"/>
                <a:cs typeface="Arial"/>
              </a:defRPr>
            </a:pPr>
            <a:r>
              <a:rPr sz="1600" b="1" dirty="0">
                <a:solidFill>
                  <a:srgbClr val="0070C0"/>
                </a:solidFill>
                <a:latin typeface="+mn-lt"/>
                <a:ea typeface="Arial"/>
                <a:cs typeface="Arial"/>
              </a:rPr>
              <a:t>x10^7, lower is better</a:t>
            </a:r>
          </a:p>
        </p:txBody>
      </p:sp>
      <p:sp>
        <p:nvSpPr>
          <p:cNvPr id="13" name="矩形 12">
            <a:extLst>
              <a:ext uri="{FF2B5EF4-FFF2-40B4-BE49-F238E27FC236}">
                <a16:creationId xmlns:a16="http://schemas.microsoft.com/office/drawing/2014/main" id="{89A62DE9-E894-4EBE-ACD9-6D90E57B9E12}"/>
              </a:ext>
            </a:extLst>
          </p:cNvPr>
          <p:cNvSpPr>
            <a:spLocks noGrp="1"/>
          </p:cNvSpPr>
          <p:nvPr/>
        </p:nvSpPr>
        <p:spPr>
          <a:xfrm>
            <a:off x="458507" y="3346224"/>
            <a:ext cx="1295400" cy="533400"/>
          </a:xfrm>
          <a:prstGeom prst="rect">
            <a:avLst/>
          </a:prstGeom>
          <a:noFill/>
          <a:ln w="0">
            <a:noFill/>
            <a:prstDash val="solid"/>
          </a:ln>
        </p:spPr>
        <p:txBody>
          <a:bodyPr wrap="square" lIns="0" tIns="0" rIns="0" bIns="0" anchor="t"/>
          <a:lstStyle/>
          <a:p>
            <a:pPr algn="r">
              <a:lnSpc>
                <a:spcPct val="105000"/>
              </a:lnSpc>
              <a:buNone/>
              <a:defRPr sz="1800" b="1">
                <a:solidFill>
                  <a:srgbClr val="111111"/>
                </a:solidFill>
                <a:latin typeface="Arial"/>
                <a:ea typeface="Arial"/>
                <a:cs typeface="Arial"/>
              </a:defRPr>
            </a:pPr>
            <a:r>
              <a:rPr sz="1800" b="1" dirty="0">
                <a:solidFill>
                  <a:srgbClr val="111111"/>
                </a:solidFill>
                <a:latin typeface="Arial"/>
                <a:ea typeface="Arial"/>
                <a:cs typeface="Arial"/>
              </a:rPr>
              <a:t>Inactive</a:t>
            </a:r>
          </a:p>
          <a:p>
            <a:pPr algn="r">
              <a:lnSpc>
                <a:spcPct val="105000"/>
              </a:lnSpc>
              <a:buNone/>
              <a:defRPr sz="1800" b="1">
                <a:solidFill>
                  <a:srgbClr val="111111"/>
                </a:solidFill>
                <a:latin typeface="Arial"/>
                <a:ea typeface="Arial"/>
                <a:cs typeface="Arial"/>
              </a:defRPr>
            </a:pPr>
            <a:r>
              <a:rPr lang="en-US" sz="1800" b="1" dirty="0">
                <a:solidFill>
                  <a:srgbClr val="111111"/>
                </a:solidFill>
                <a:latin typeface="Arial"/>
                <a:ea typeface="Arial"/>
                <a:cs typeface="Arial"/>
              </a:rPr>
              <a:t>memory</a:t>
            </a:r>
            <a:endParaRPr sz="1800" b="1" dirty="0">
              <a:solidFill>
                <a:srgbClr val="111111"/>
              </a:solidFill>
              <a:latin typeface="Arial"/>
              <a:ea typeface="Arial"/>
              <a:cs typeface="Arial"/>
            </a:endParaRPr>
          </a:p>
        </p:txBody>
      </p:sp>
      <p:sp>
        <p:nvSpPr>
          <p:cNvPr id="14" name="直线连接符 13">
            <a:extLst>
              <a:ext uri="{FF2B5EF4-FFF2-40B4-BE49-F238E27FC236}">
                <a16:creationId xmlns:a16="http://schemas.microsoft.com/office/drawing/2014/main" id="{33E471E3-448A-4672-9451-E170D83927E9}"/>
              </a:ext>
            </a:extLst>
          </p:cNvPr>
          <p:cNvSpPr>
            <a:spLocks noGrp="1"/>
          </p:cNvSpPr>
          <p:nvPr/>
        </p:nvSpPr>
        <p:spPr>
          <a:xfrm>
            <a:off x="1906307" y="3336699"/>
            <a:ext cx="0" cy="523875"/>
          </a:xfrm>
          <a:prstGeom prst="line">
            <a:avLst/>
          </a:prstGeom>
          <a:noFill/>
          <a:ln w="9525">
            <a:solidFill>
              <a:srgbClr val="E6E7EA"/>
            </a:solidFill>
            <a:prstDash val="solid"/>
          </a:ln>
        </p:spPr>
        <p:txBody>
          <a:bodyPr/>
          <a:lstStyle/>
          <a:p>
            <a:endParaRPr lang="en-US"/>
          </a:p>
        </p:txBody>
      </p:sp>
      <p:sp>
        <p:nvSpPr>
          <p:cNvPr id="15" name="矩形 14">
            <a:extLst>
              <a:ext uri="{FF2B5EF4-FFF2-40B4-BE49-F238E27FC236}">
                <a16:creationId xmlns:a16="http://schemas.microsoft.com/office/drawing/2014/main" id="{299704A2-F8D2-49AD-AECB-ABFED1046616}"/>
              </a:ext>
            </a:extLst>
          </p:cNvPr>
          <p:cNvSpPr>
            <a:spLocks noGrp="1"/>
          </p:cNvSpPr>
          <p:nvPr/>
        </p:nvSpPr>
        <p:spPr>
          <a:xfrm>
            <a:off x="2503431" y="3314038"/>
            <a:ext cx="2247900" cy="190500"/>
          </a:xfrm>
          <a:prstGeom prst="rect">
            <a:avLst/>
          </a:prstGeom>
          <a:solidFill>
            <a:srgbClr val="6F747A"/>
          </a:solidFill>
          <a:ln w="0">
            <a:solidFill>
              <a:srgbClr val="C7CCD3"/>
            </a:solidFill>
            <a:prstDash val="solid"/>
          </a:ln>
        </p:spPr>
        <p:txBody>
          <a:bodyPr/>
          <a:lstStyle/>
          <a:p>
            <a:endParaRPr lang="en-US"/>
          </a:p>
        </p:txBody>
      </p:sp>
      <p:sp>
        <p:nvSpPr>
          <p:cNvPr id="16" name="矩形 15">
            <a:extLst>
              <a:ext uri="{FF2B5EF4-FFF2-40B4-BE49-F238E27FC236}">
                <a16:creationId xmlns:a16="http://schemas.microsoft.com/office/drawing/2014/main" id="{32B24CC7-6749-429C-BBED-32BF6CFCAC3E}"/>
              </a:ext>
            </a:extLst>
          </p:cNvPr>
          <p:cNvSpPr>
            <a:spLocks noGrp="1"/>
          </p:cNvSpPr>
          <p:nvPr/>
        </p:nvSpPr>
        <p:spPr>
          <a:xfrm>
            <a:off x="4827531" y="3294988"/>
            <a:ext cx="742950" cy="2667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80.1</a:t>
            </a:r>
          </a:p>
        </p:txBody>
      </p:sp>
      <p:sp>
        <p:nvSpPr>
          <p:cNvPr id="17" name="矩形 16">
            <a:extLst>
              <a:ext uri="{FF2B5EF4-FFF2-40B4-BE49-F238E27FC236}">
                <a16:creationId xmlns:a16="http://schemas.microsoft.com/office/drawing/2014/main" id="{3D9DC802-A837-485C-84AF-D1C6B9AC1D3A}"/>
              </a:ext>
            </a:extLst>
          </p:cNvPr>
          <p:cNvSpPr>
            <a:spLocks noGrp="1"/>
          </p:cNvSpPr>
          <p:nvPr/>
        </p:nvSpPr>
        <p:spPr>
          <a:xfrm>
            <a:off x="2503431" y="3637888"/>
            <a:ext cx="1171575" cy="190500"/>
          </a:xfrm>
          <a:prstGeom prst="rect">
            <a:avLst/>
          </a:prstGeom>
          <a:solidFill>
            <a:schemeClr val="accent2">
              <a:lumMod val="40000"/>
              <a:lumOff val="60000"/>
            </a:schemeClr>
          </a:solidFill>
          <a:ln w="0">
            <a:solidFill>
              <a:schemeClr val="bg1">
                <a:lumMod val="85000"/>
              </a:schemeClr>
            </a:solidFill>
            <a:prstDash val="solid"/>
          </a:ln>
        </p:spPr>
        <p:txBody>
          <a:bodyPr/>
          <a:lstStyle/>
          <a:p>
            <a:endParaRPr lang="en-US"/>
          </a:p>
        </p:txBody>
      </p:sp>
      <p:sp>
        <p:nvSpPr>
          <p:cNvPr id="18" name="矩形 17">
            <a:extLst>
              <a:ext uri="{FF2B5EF4-FFF2-40B4-BE49-F238E27FC236}">
                <a16:creationId xmlns:a16="http://schemas.microsoft.com/office/drawing/2014/main" id="{1C05E496-BDAF-428B-A016-3D2EF7F7BF3C}"/>
              </a:ext>
            </a:extLst>
          </p:cNvPr>
          <p:cNvSpPr>
            <a:spLocks noGrp="1"/>
          </p:cNvSpPr>
          <p:nvPr/>
        </p:nvSpPr>
        <p:spPr>
          <a:xfrm>
            <a:off x="3751206" y="3618838"/>
            <a:ext cx="742950" cy="266700"/>
          </a:xfrm>
          <a:prstGeom prst="rect">
            <a:avLst/>
          </a:prstGeom>
          <a:noFill/>
          <a:ln w="0">
            <a:noFill/>
            <a:prstDash val="solid"/>
          </a:ln>
        </p:spPr>
        <p:txBody>
          <a:bodyPr wrap="square" lIns="0" tIns="0" rIns="0" bIns="0" anchor="t"/>
          <a:lstStyle/>
          <a:p>
            <a:pPr algn="l">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41.9</a:t>
            </a:r>
          </a:p>
        </p:txBody>
      </p:sp>
      <p:sp>
        <p:nvSpPr>
          <p:cNvPr id="19" name="矩形 18">
            <a:extLst>
              <a:ext uri="{FF2B5EF4-FFF2-40B4-BE49-F238E27FC236}">
                <a16:creationId xmlns:a16="http://schemas.microsoft.com/office/drawing/2014/main" id="{2C7EFD75-90E8-4F18-B4CE-8BEBC7EC8EAC}"/>
              </a:ext>
            </a:extLst>
          </p:cNvPr>
          <p:cNvSpPr>
            <a:spLocks noGrp="1"/>
          </p:cNvSpPr>
          <p:nvPr/>
        </p:nvSpPr>
        <p:spPr>
          <a:xfrm>
            <a:off x="458507" y="4587758"/>
            <a:ext cx="1295400" cy="533400"/>
          </a:xfrm>
          <a:prstGeom prst="rect">
            <a:avLst/>
          </a:prstGeom>
          <a:noFill/>
          <a:ln w="0">
            <a:noFill/>
            <a:prstDash val="solid"/>
          </a:ln>
        </p:spPr>
        <p:txBody>
          <a:bodyPr wrap="square" lIns="0" tIns="0" rIns="0" bIns="0" anchor="t"/>
          <a:lstStyle/>
          <a:p>
            <a:pPr algn="r">
              <a:lnSpc>
                <a:spcPct val="105000"/>
              </a:lnSpc>
              <a:buNone/>
              <a:defRPr sz="1800" b="1">
                <a:solidFill>
                  <a:srgbClr val="111111"/>
                </a:solidFill>
                <a:latin typeface="Arial"/>
                <a:ea typeface="Arial"/>
                <a:cs typeface="Arial"/>
              </a:defRPr>
            </a:pPr>
            <a:r>
              <a:rPr sz="1800" b="1" dirty="0">
                <a:solidFill>
                  <a:srgbClr val="111111"/>
                </a:solidFill>
                <a:latin typeface="Arial"/>
                <a:ea typeface="Arial"/>
                <a:cs typeface="Arial"/>
              </a:rPr>
              <a:t>Active</a:t>
            </a:r>
          </a:p>
          <a:p>
            <a:pPr algn="r">
              <a:lnSpc>
                <a:spcPct val="105000"/>
              </a:lnSpc>
              <a:buNone/>
              <a:defRPr sz="1800" b="1">
                <a:solidFill>
                  <a:srgbClr val="111111"/>
                </a:solidFill>
                <a:latin typeface="Arial"/>
                <a:ea typeface="Arial"/>
                <a:cs typeface="Arial"/>
              </a:defRPr>
            </a:pPr>
            <a:r>
              <a:rPr lang="en-US" sz="1800" b="1" dirty="0">
                <a:solidFill>
                  <a:srgbClr val="111111"/>
                </a:solidFill>
                <a:latin typeface="Arial"/>
                <a:ea typeface="Arial"/>
                <a:cs typeface="Arial"/>
              </a:rPr>
              <a:t>memory</a:t>
            </a:r>
            <a:endParaRPr sz="1800" b="1" dirty="0">
              <a:solidFill>
                <a:srgbClr val="111111"/>
              </a:solidFill>
              <a:latin typeface="Arial"/>
              <a:ea typeface="Arial"/>
              <a:cs typeface="Arial"/>
            </a:endParaRPr>
          </a:p>
        </p:txBody>
      </p:sp>
      <p:sp>
        <p:nvSpPr>
          <p:cNvPr id="20" name="直线连接符 19">
            <a:extLst>
              <a:ext uri="{FF2B5EF4-FFF2-40B4-BE49-F238E27FC236}">
                <a16:creationId xmlns:a16="http://schemas.microsoft.com/office/drawing/2014/main" id="{A63C7D28-7EA8-464D-B60B-DF1EE6C5F343}"/>
              </a:ext>
            </a:extLst>
          </p:cNvPr>
          <p:cNvSpPr>
            <a:spLocks noGrp="1"/>
          </p:cNvSpPr>
          <p:nvPr/>
        </p:nvSpPr>
        <p:spPr>
          <a:xfrm>
            <a:off x="1906307" y="4578233"/>
            <a:ext cx="0" cy="523875"/>
          </a:xfrm>
          <a:prstGeom prst="line">
            <a:avLst/>
          </a:prstGeom>
          <a:noFill/>
          <a:ln w="9525">
            <a:solidFill>
              <a:srgbClr val="E6E7EA"/>
            </a:solidFill>
            <a:prstDash val="solid"/>
          </a:ln>
        </p:spPr>
        <p:txBody>
          <a:bodyPr/>
          <a:lstStyle/>
          <a:p>
            <a:endParaRPr lang="en-US"/>
          </a:p>
        </p:txBody>
      </p:sp>
      <p:sp>
        <p:nvSpPr>
          <p:cNvPr id="21" name="矩形 20">
            <a:extLst>
              <a:ext uri="{FF2B5EF4-FFF2-40B4-BE49-F238E27FC236}">
                <a16:creationId xmlns:a16="http://schemas.microsoft.com/office/drawing/2014/main" id="{9536BEC8-F8F7-4272-A95E-A152DE864A70}"/>
              </a:ext>
            </a:extLst>
          </p:cNvPr>
          <p:cNvSpPr>
            <a:spLocks noGrp="1"/>
          </p:cNvSpPr>
          <p:nvPr/>
        </p:nvSpPr>
        <p:spPr>
          <a:xfrm>
            <a:off x="2534961" y="4571338"/>
            <a:ext cx="257175" cy="190500"/>
          </a:xfrm>
          <a:prstGeom prst="rect">
            <a:avLst/>
          </a:prstGeom>
          <a:solidFill>
            <a:schemeClr val="accent2">
              <a:lumMod val="40000"/>
              <a:lumOff val="60000"/>
            </a:schemeClr>
          </a:solidFill>
          <a:ln w="0">
            <a:solidFill>
              <a:srgbClr val="C7CCD3"/>
            </a:solidFill>
            <a:prstDash val="solid"/>
          </a:ln>
        </p:spPr>
        <p:txBody>
          <a:bodyPr/>
          <a:lstStyle/>
          <a:p>
            <a:endParaRPr lang="en-US"/>
          </a:p>
        </p:txBody>
      </p:sp>
      <p:sp>
        <p:nvSpPr>
          <p:cNvPr id="22" name="矩形 21">
            <a:extLst>
              <a:ext uri="{FF2B5EF4-FFF2-40B4-BE49-F238E27FC236}">
                <a16:creationId xmlns:a16="http://schemas.microsoft.com/office/drawing/2014/main" id="{72A8A4C0-5DD2-4BEA-B608-0EC4D6937108}"/>
              </a:ext>
            </a:extLst>
          </p:cNvPr>
          <p:cNvSpPr>
            <a:spLocks noGrp="1"/>
          </p:cNvSpPr>
          <p:nvPr/>
        </p:nvSpPr>
        <p:spPr>
          <a:xfrm>
            <a:off x="2868336" y="4552288"/>
            <a:ext cx="742950" cy="266700"/>
          </a:xfrm>
          <a:prstGeom prst="rect">
            <a:avLst/>
          </a:prstGeom>
          <a:noFill/>
          <a:ln w="0">
            <a:noFill/>
            <a:prstDash val="solid"/>
          </a:ln>
        </p:spPr>
        <p:txBody>
          <a:bodyPr wrap="square" lIns="0" tIns="0" rIns="0" bIns="0" anchor="t"/>
          <a:lstStyle/>
          <a:p>
            <a:pPr algn="l">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9.11</a:t>
            </a:r>
          </a:p>
        </p:txBody>
      </p:sp>
      <p:sp>
        <p:nvSpPr>
          <p:cNvPr id="23" name="矩形 22">
            <a:extLst>
              <a:ext uri="{FF2B5EF4-FFF2-40B4-BE49-F238E27FC236}">
                <a16:creationId xmlns:a16="http://schemas.microsoft.com/office/drawing/2014/main" id="{36F86751-67D0-472C-BDBA-1D9BCCE006C4}"/>
              </a:ext>
            </a:extLst>
          </p:cNvPr>
          <p:cNvSpPr>
            <a:spLocks noGrp="1"/>
          </p:cNvSpPr>
          <p:nvPr/>
        </p:nvSpPr>
        <p:spPr>
          <a:xfrm>
            <a:off x="2534961" y="4895188"/>
            <a:ext cx="790575" cy="190500"/>
          </a:xfrm>
          <a:prstGeom prst="rect">
            <a:avLst/>
          </a:prstGeom>
          <a:solidFill>
            <a:srgbClr val="6F747B"/>
          </a:solidFill>
          <a:ln w="0">
            <a:solidFill>
              <a:srgbClr val="6F747B"/>
            </a:solidFill>
            <a:prstDash val="solid"/>
          </a:ln>
        </p:spPr>
        <p:txBody>
          <a:bodyPr/>
          <a:lstStyle/>
          <a:p>
            <a:endParaRPr lang="en-US"/>
          </a:p>
        </p:txBody>
      </p:sp>
      <p:sp>
        <p:nvSpPr>
          <p:cNvPr id="24" name="矩形 23">
            <a:extLst>
              <a:ext uri="{FF2B5EF4-FFF2-40B4-BE49-F238E27FC236}">
                <a16:creationId xmlns:a16="http://schemas.microsoft.com/office/drawing/2014/main" id="{86CE4AAA-4C01-4324-8373-F98634A4B86A}"/>
              </a:ext>
            </a:extLst>
          </p:cNvPr>
          <p:cNvSpPr>
            <a:spLocks noGrp="1"/>
          </p:cNvSpPr>
          <p:nvPr/>
        </p:nvSpPr>
        <p:spPr>
          <a:xfrm>
            <a:off x="3401736" y="4876138"/>
            <a:ext cx="742950" cy="2667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28.2</a:t>
            </a:r>
          </a:p>
        </p:txBody>
      </p:sp>
      <p:sp>
        <p:nvSpPr>
          <p:cNvPr id="25" name="矩形 24">
            <a:extLst>
              <a:ext uri="{FF2B5EF4-FFF2-40B4-BE49-F238E27FC236}">
                <a16:creationId xmlns:a16="http://schemas.microsoft.com/office/drawing/2014/main" id="{2E9F85CD-4EF2-4A1E-A09B-4BB0506A302C}"/>
              </a:ext>
            </a:extLst>
          </p:cNvPr>
          <p:cNvSpPr>
            <a:spLocks noGrp="1"/>
          </p:cNvSpPr>
          <p:nvPr/>
        </p:nvSpPr>
        <p:spPr>
          <a:xfrm>
            <a:off x="6021107" y="3361990"/>
            <a:ext cx="1295400" cy="533400"/>
          </a:xfrm>
          <a:prstGeom prst="rect">
            <a:avLst/>
          </a:prstGeom>
          <a:noFill/>
          <a:ln w="0">
            <a:noFill/>
            <a:prstDash val="solid"/>
          </a:ln>
        </p:spPr>
        <p:txBody>
          <a:bodyPr wrap="square" lIns="0" tIns="0" rIns="0" bIns="0" anchor="t"/>
          <a:lstStyle/>
          <a:p>
            <a:pPr algn="r">
              <a:lnSpc>
                <a:spcPct val="105000"/>
              </a:lnSpc>
              <a:buNone/>
              <a:defRPr sz="1800" b="1">
                <a:solidFill>
                  <a:srgbClr val="111111"/>
                </a:solidFill>
                <a:latin typeface="Arial"/>
                <a:ea typeface="Arial"/>
                <a:cs typeface="Arial"/>
              </a:defRPr>
            </a:pPr>
            <a:r>
              <a:rPr sz="1800" b="1" dirty="0">
                <a:solidFill>
                  <a:srgbClr val="111111"/>
                </a:solidFill>
                <a:latin typeface="Arial"/>
                <a:ea typeface="Arial"/>
                <a:cs typeface="Arial"/>
              </a:rPr>
              <a:t>Inactive</a:t>
            </a:r>
          </a:p>
          <a:p>
            <a:pPr algn="r">
              <a:lnSpc>
                <a:spcPct val="105000"/>
              </a:lnSpc>
              <a:buNone/>
              <a:defRPr sz="1800" b="1">
                <a:solidFill>
                  <a:srgbClr val="111111"/>
                </a:solidFill>
                <a:latin typeface="Arial"/>
                <a:ea typeface="Arial"/>
                <a:cs typeface="Arial"/>
              </a:defRPr>
            </a:pPr>
            <a:r>
              <a:rPr lang="en-US" sz="1800" b="1" dirty="0">
                <a:solidFill>
                  <a:srgbClr val="111111"/>
                </a:solidFill>
                <a:latin typeface="Arial"/>
                <a:ea typeface="Arial"/>
                <a:cs typeface="Arial"/>
              </a:rPr>
              <a:t>memory</a:t>
            </a:r>
            <a:endParaRPr sz="1800" b="1" dirty="0">
              <a:solidFill>
                <a:srgbClr val="111111"/>
              </a:solidFill>
              <a:latin typeface="Arial"/>
              <a:ea typeface="Arial"/>
              <a:cs typeface="Arial"/>
            </a:endParaRPr>
          </a:p>
        </p:txBody>
      </p:sp>
      <p:sp>
        <p:nvSpPr>
          <p:cNvPr id="26" name="直线连接符 25">
            <a:extLst>
              <a:ext uri="{FF2B5EF4-FFF2-40B4-BE49-F238E27FC236}">
                <a16:creationId xmlns:a16="http://schemas.microsoft.com/office/drawing/2014/main" id="{91971CBD-7837-44FB-BD6F-2B391BF74E85}"/>
              </a:ext>
            </a:extLst>
          </p:cNvPr>
          <p:cNvSpPr>
            <a:spLocks noGrp="1"/>
          </p:cNvSpPr>
          <p:nvPr/>
        </p:nvSpPr>
        <p:spPr>
          <a:xfrm>
            <a:off x="7468907" y="3352465"/>
            <a:ext cx="0" cy="523875"/>
          </a:xfrm>
          <a:prstGeom prst="line">
            <a:avLst/>
          </a:prstGeom>
          <a:noFill/>
          <a:ln w="9525">
            <a:solidFill>
              <a:srgbClr val="E6E7EA"/>
            </a:solidFill>
            <a:prstDash val="solid"/>
          </a:ln>
        </p:spPr>
        <p:txBody>
          <a:bodyPr/>
          <a:lstStyle/>
          <a:p>
            <a:endParaRPr lang="en-US"/>
          </a:p>
        </p:txBody>
      </p:sp>
      <p:sp>
        <p:nvSpPr>
          <p:cNvPr id="27" name="矩形 26">
            <a:extLst>
              <a:ext uri="{FF2B5EF4-FFF2-40B4-BE49-F238E27FC236}">
                <a16:creationId xmlns:a16="http://schemas.microsoft.com/office/drawing/2014/main" id="{04066BBF-6D3E-4CDD-8DD0-B69B3DD7A3C8}"/>
              </a:ext>
            </a:extLst>
          </p:cNvPr>
          <p:cNvSpPr>
            <a:spLocks noGrp="1"/>
          </p:cNvSpPr>
          <p:nvPr/>
        </p:nvSpPr>
        <p:spPr>
          <a:xfrm>
            <a:off x="8176389" y="3314038"/>
            <a:ext cx="2228850" cy="190500"/>
          </a:xfrm>
          <a:prstGeom prst="rect">
            <a:avLst/>
          </a:prstGeom>
          <a:solidFill>
            <a:srgbClr val="6F747A"/>
          </a:solidFill>
          <a:ln w="0">
            <a:solidFill>
              <a:srgbClr val="C7CCD3"/>
            </a:solidFill>
            <a:prstDash val="solid"/>
          </a:ln>
        </p:spPr>
        <p:txBody>
          <a:bodyPr/>
          <a:lstStyle/>
          <a:p>
            <a:endParaRPr lang="en-US"/>
          </a:p>
        </p:txBody>
      </p:sp>
      <p:sp>
        <p:nvSpPr>
          <p:cNvPr id="28" name="矩形 27">
            <a:extLst>
              <a:ext uri="{FF2B5EF4-FFF2-40B4-BE49-F238E27FC236}">
                <a16:creationId xmlns:a16="http://schemas.microsoft.com/office/drawing/2014/main" id="{9B1272F9-2EEF-498C-BEFB-AD578D0ADF4F}"/>
              </a:ext>
            </a:extLst>
          </p:cNvPr>
          <p:cNvSpPr>
            <a:spLocks noGrp="1"/>
          </p:cNvSpPr>
          <p:nvPr/>
        </p:nvSpPr>
        <p:spPr>
          <a:xfrm>
            <a:off x="10481439" y="3294988"/>
            <a:ext cx="742950" cy="2667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2.62</a:t>
            </a:r>
          </a:p>
        </p:txBody>
      </p:sp>
      <p:sp>
        <p:nvSpPr>
          <p:cNvPr id="29" name="矩形 28">
            <a:extLst>
              <a:ext uri="{FF2B5EF4-FFF2-40B4-BE49-F238E27FC236}">
                <a16:creationId xmlns:a16="http://schemas.microsoft.com/office/drawing/2014/main" id="{BA779BF8-4EC1-4713-86A9-5C09905DE802}"/>
              </a:ext>
            </a:extLst>
          </p:cNvPr>
          <p:cNvSpPr>
            <a:spLocks noGrp="1"/>
          </p:cNvSpPr>
          <p:nvPr/>
        </p:nvSpPr>
        <p:spPr>
          <a:xfrm>
            <a:off x="8176389" y="3637888"/>
            <a:ext cx="1438275" cy="190500"/>
          </a:xfrm>
          <a:prstGeom prst="rect">
            <a:avLst/>
          </a:prstGeom>
          <a:solidFill>
            <a:schemeClr val="accent2">
              <a:lumMod val="40000"/>
              <a:lumOff val="60000"/>
            </a:schemeClr>
          </a:solidFill>
          <a:ln w="0">
            <a:solidFill>
              <a:schemeClr val="bg1">
                <a:lumMod val="75000"/>
              </a:schemeClr>
            </a:solidFill>
            <a:prstDash val="solid"/>
          </a:ln>
        </p:spPr>
        <p:txBody>
          <a:bodyPr/>
          <a:lstStyle/>
          <a:p>
            <a:endParaRPr lang="en-US"/>
          </a:p>
        </p:txBody>
      </p:sp>
      <p:sp>
        <p:nvSpPr>
          <p:cNvPr id="30" name="矩形 29">
            <a:extLst>
              <a:ext uri="{FF2B5EF4-FFF2-40B4-BE49-F238E27FC236}">
                <a16:creationId xmlns:a16="http://schemas.microsoft.com/office/drawing/2014/main" id="{B790CCAB-0D1E-4470-9A9D-8B7E791B5C74}"/>
              </a:ext>
            </a:extLst>
          </p:cNvPr>
          <p:cNvSpPr>
            <a:spLocks noGrp="1"/>
          </p:cNvSpPr>
          <p:nvPr/>
        </p:nvSpPr>
        <p:spPr>
          <a:xfrm>
            <a:off x="9690864" y="3618838"/>
            <a:ext cx="742950" cy="266700"/>
          </a:xfrm>
          <a:prstGeom prst="rect">
            <a:avLst/>
          </a:prstGeom>
          <a:noFill/>
          <a:ln w="0">
            <a:noFill/>
            <a:prstDash val="solid"/>
          </a:ln>
        </p:spPr>
        <p:txBody>
          <a:bodyPr wrap="square" lIns="0" tIns="0" rIns="0" bIns="0" anchor="t"/>
          <a:lstStyle/>
          <a:p>
            <a:pPr algn="l">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1.69</a:t>
            </a:r>
          </a:p>
        </p:txBody>
      </p:sp>
      <p:sp>
        <p:nvSpPr>
          <p:cNvPr id="31" name="矩形 30">
            <a:extLst>
              <a:ext uri="{FF2B5EF4-FFF2-40B4-BE49-F238E27FC236}">
                <a16:creationId xmlns:a16="http://schemas.microsoft.com/office/drawing/2014/main" id="{2EEFB2F0-6CC7-4AE1-A5FD-E213A75C511B}"/>
              </a:ext>
            </a:extLst>
          </p:cNvPr>
          <p:cNvSpPr>
            <a:spLocks noGrp="1"/>
          </p:cNvSpPr>
          <p:nvPr/>
        </p:nvSpPr>
        <p:spPr>
          <a:xfrm>
            <a:off x="6021107" y="4587758"/>
            <a:ext cx="1295400" cy="533400"/>
          </a:xfrm>
          <a:prstGeom prst="rect">
            <a:avLst/>
          </a:prstGeom>
          <a:noFill/>
          <a:ln w="0">
            <a:noFill/>
            <a:prstDash val="solid"/>
          </a:ln>
        </p:spPr>
        <p:txBody>
          <a:bodyPr wrap="square" lIns="0" tIns="0" rIns="0" bIns="0" anchor="t"/>
          <a:lstStyle/>
          <a:p>
            <a:pPr algn="r">
              <a:lnSpc>
                <a:spcPct val="105000"/>
              </a:lnSpc>
              <a:buNone/>
              <a:defRPr sz="1800" b="1">
                <a:solidFill>
                  <a:srgbClr val="111111"/>
                </a:solidFill>
                <a:latin typeface="Arial"/>
                <a:ea typeface="Arial"/>
                <a:cs typeface="Arial"/>
              </a:defRPr>
            </a:pPr>
            <a:r>
              <a:rPr sz="1800" b="1" dirty="0">
                <a:solidFill>
                  <a:srgbClr val="111111"/>
                </a:solidFill>
                <a:latin typeface="Arial"/>
                <a:ea typeface="Arial"/>
                <a:cs typeface="Arial"/>
              </a:rPr>
              <a:t>Active</a:t>
            </a:r>
          </a:p>
          <a:p>
            <a:pPr algn="r">
              <a:lnSpc>
                <a:spcPct val="105000"/>
              </a:lnSpc>
              <a:buNone/>
              <a:defRPr sz="1800" b="1">
                <a:solidFill>
                  <a:srgbClr val="111111"/>
                </a:solidFill>
                <a:latin typeface="Arial"/>
                <a:ea typeface="Arial"/>
                <a:cs typeface="Arial"/>
              </a:defRPr>
            </a:pPr>
            <a:r>
              <a:rPr lang="en-US" sz="1800" b="1" dirty="0">
                <a:solidFill>
                  <a:srgbClr val="111111"/>
                </a:solidFill>
                <a:latin typeface="Arial"/>
                <a:ea typeface="Arial"/>
                <a:cs typeface="Arial"/>
              </a:rPr>
              <a:t>memory</a:t>
            </a:r>
            <a:endParaRPr sz="1800" b="1" dirty="0">
              <a:solidFill>
                <a:srgbClr val="111111"/>
              </a:solidFill>
              <a:latin typeface="Arial"/>
              <a:ea typeface="Arial"/>
              <a:cs typeface="Arial"/>
            </a:endParaRPr>
          </a:p>
        </p:txBody>
      </p:sp>
      <p:sp>
        <p:nvSpPr>
          <p:cNvPr id="32" name="直线连接符 31">
            <a:extLst>
              <a:ext uri="{FF2B5EF4-FFF2-40B4-BE49-F238E27FC236}">
                <a16:creationId xmlns:a16="http://schemas.microsoft.com/office/drawing/2014/main" id="{094616FB-150A-4CDD-8A4F-CEAA31085DF7}"/>
              </a:ext>
            </a:extLst>
          </p:cNvPr>
          <p:cNvSpPr>
            <a:spLocks noGrp="1"/>
          </p:cNvSpPr>
          <p:nvPr/>
        </p:nvSpPr>
        <p:spPr>
          <a:xfrm>
            <a:off x="7468907" y="4593999"/>
            <a:ext cx="0" cy="523875"/>
          </a:xfrm>
          <a:prstGeom prst="line">
            <a:avLst/>
          </a:prstGeom>
          <a:noFill/>
          <a:ln w="9525">
            <a:solidFill>
              <a:srgbClr val="E6E7EA"/>
            </a:solidFill>
            <a:prstDash val="solid"/>
          </a:ln>
        </p:spPr>
        <p:txBody>
          <a:bodyPr/>
          <a:lstStyle/>
          <a:p>
            <a:endParaRPr lang="en-US"/>
          </a:p>
        </p:txBody>
      </p:sp>
      <p:sp>
        <p:nvSpPr>
          <p:cNvPr id="33" name="矩形 32">
            <a:extLst>
              <a:ext uri="{FF2B5EF4-FFF2-40B4-BE49-F238E27FC236}">
                <a16:creationId xmlns:a16="http://schemas.microsoft.com/office/drawing/2014/main" id="{68B2D61B-C533-4444-BC8F-6B1A273A13E7}"/>
              </a:ext>
            </a:extLst>
          </p:cNvPr>
          <p:cNvSpPr>
            <a:spLocks noGrp="1"/>
          </p:cNvSpPr>
          <p:nvPr/>
        </p:nvSpPr>
        <p:spPr>
          <a:xfrm>
            <a:off x="8223685" y="4571338"/>
            <a:ext cx="38100" cy="190500"/>
          </a:xfrm>
          <a:prstGeom prst="rect">
            <a:avLst/>
          </a:prstGeom>
          <a:solidFill>
            <a:schemeClr val="accent2">
              <a:lumMod val="40000"/>
              <a:lumOff val="60000"/>
            </a:schemeClr>
          </a:solidFill>
          <a:ln w="0">
            <a:solidFill>
              <a:srgbClr val="C7CCD3"/>
            </a:solidFill>
            <a:prstDash val="solid"/>
          </a:ln>
        </p:spPr>
        <p:txBody>
          <a:bodyPr/>
          <a:lstStyle/>
          <a:p>
            <a:endParaRPr lang="en-US"/>
          </a:p>
        </p:txBody>
      </p:sp>
      <p:sp>
        <p:nvSpPr>
          <p:cNvPr id="34" name="矩形 33">
            <a:extLst>
              <a:ext uri="{FF2B5EF4-FFF2-40B4-BE49-F238E27FC236}">
                <a16:creationId xmlns:a16="http://schemas.microsoft.com/office/drawing/2014/main" id="{51B3775B-A646-4758-A22D-27FA41EEEBE8}"/>
              </a:ext>
            </a:extLst>
          </p:cNvPr>
          <p:cNvSpPr>
            <a:spLocks noGrp="1"/>
          </p:cNvSpPr>
          <p:nvPr/>
        </p:nvSpPr>
        <p:spPr>
          <a:xfrm>
            <a:off x="8337985" y="4552288"/>
            <a:ext cx="742950" cy="266700"/>
          </a:xfrm>
          <a:prstGeom prst="rect">
            <a:avLst/>
          </a:prstGeom>
          <a:noFill/>
          <a:ln w="0">
            <a:noFill/>
            <a:prstDash val="solid"/>
          </a:ln>
        </p:spPr>
        <p:txBody>
          <a:bodyPr wrap="square" lIns="0" tIns="0" rIns="0" bIns="0" anchor="t"/>
          <a:lstStyle/>
          <a:p>
            <a:pPr algn="l">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0.04</a:t>
            </a:r>
          </a:p>
        </p:txBody>
      </p:sp>
      <p:sp>
        <p:nvSpPr>
          <p:cNvPr id="35" name="矩形 34">
            <a:extLst>
              <a:ext uri="{FF2B5EF4-FFF2-40B4-BE49-F238E27FC236}">
                <a16:creationId xmlns:a16="http://schemas.microsoft.com/office/drawing/2014/main" id="{3930CCE0-DE15-46BC-B121-98618EDD6018}"/>
              </a:ext>
            </a:extLst>
          </p:cNvPr>
          <p:cNvSpPr>
            <a:spLocks noGrp="1"/>
          </p:cNvSpPr>
          <p:nvPr/>
        </p:nvSpPr>
        <p:spPr>
          <a:xfrm>
            <a:off x="8223685" y="4895188"/>
            <a:ext cx="1447800" cy="190500"/>
          </a:xfrm>
          <a:prstGeom prst="rect">
            <a:avLst/>
          </a:prstGeom>
          <a:solidFill>
            <a:srgbClr val="6F747B"/>
          </a:solidFill>
          <a:ln w="0">
            <a:solidFill>
              <a:srgbClr val="6F747B"/>
            </a:solidFill>
            <a:prstDash val="solid"/>
          </a:ln>
        </p:spPr>
        <p:txBody>
          <a:bodyPr/>
          <a:lstStyle/>
          <a:p>
            <a:endParaRPr lang="en-US"/>
          </a:p>
        </p:txBody>
      </p:sp>
      <p:sp>
        <p:nvSpPr>
          <p:cNvPr id="36" name="矩形 35">
            <a:extLst>
              <a:ext uri="{FF2B5EF4-FFF2-40B4-BE49-F238E27FC236}">
                <a16:creationId xmlns:a16="http://schemas.microsoft.com/office/drawing/2014/main" id="{D0426674-B0C9-4785-8A18-FE24ABA83C96}"/>
              </a:ext>
            </a:extLst>
          </p:cNvPr>
          <p:cNvSpPr>
            <a:spLocks noGrp="1"/>
          </p:cNvSpPr>
          <p:nvPr/>
        </p:nvSpPr>
        <p:spPr>
          <a:xfrm>
            <a:off x="9747685" y="4876138"/>
            <a:ext cx="742950" cy="2667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1.70</a:t>
            </a:r>
          </a:p>
        </p:txBody>
      </p:sp>
      <p:sp>
        <p:nvSpPr>
          <p:cNvPr id="37" name="矩形 36">
            <a:extLst>
              <a:ext uri="{FF2B5EF4-FFF2-40B4-BE49-F238E27FC236}">
                <a16:creationId xmlns:a16="http://schemas.microsoft.com/office/drawing/2014/main" id="{5DD2E560-BD79-4196-ABD8-5DFECA98DFA2}"/>
              </a:ext>
            </a:extLst>
          </p:cNvPr>
          <p:cNvSpPr>
            <a:spLocks noGrp="1"/>
          </p:cNvSpPr>
          <p:nvPr/>
        </p:nvSpPr>
        <p:spPr>
          <a:xfrm>
            <a:off x="1885298" y="5671475"/>
            <a:ext cx="8192803" cy="1001449"/>
          </a:xfrm>
          <a:prstGeom prst="rect">
            <a:avLst/>
          </a:prstGeom>
          <a:noFill/>
          <a:ln w="0">
            <a:noFill/>
            <a:prstDash val="solid"/>
          </a:ln>
        </p:spPr>
        <p:txBody>
          <a:bodyPr wrap="square" lIns="0" tIns="0" rIns="0" bIns="0" anchor="t"/>
          <a:lstStyle/>
          <a:p>
            <a:pPr algn="ctr">
              <a:lnSpc>
                <a:spcPct val="100000"/>
              </a:lnSpc>
              <a:buNone/>
              <a:defRPr sz="1875" b="1">
                <a:solidFill>
                  <a:srgbClr val="A40000"/>
                </a:solidFill>
                <a:latin typeface="Arial"/>
                <a:ea typeface="Arial"/>
                <a:cs typeface="Arial"/>
              </a:defRPr>
            </a:pPr>
            <a:r>
              <a:rPr lang="en-US" sz="2400" b="1" dirty="0">
                <a:solidFill>
                  <a:srgbClr val="A40000"/>
                </a:solidFill>
                <a:latin typeface="Arial"/>
                <a:ea typeface="Arial"/>
                <a:cs typeface="Arial"/>
              </a:rPr>
              <a:t>A lack of joint optimization of switching and memory virtualization overhead</a:t>
            </a:r>
            <a:endParaRPr sz="2400" b="1" dirty="0">
              <a:solidFill>
                <a:srgbClr val="A40000"/>
              </a:solidFill>
              <a:latin typeface="Arial"/>
              <a:ea typeface="Arial"/>
              <a:cs typeface="Arial"/>
            </a:endParaRPr>
          </a:p>
        </p:txBody>
      </p:sp>
      <p:sp>
        <p:nvSpPr>
          <p:cNvPr id="38" name="矩形 37">
            <a:extLst>
              <a:ext uri="{FF2B5EF4-FFF2-40B4-BE49-F238E27FC236}">
                <a16:creationId xmlns:a16="http://schemas.microsoft.com/office/drawing/2014/main" id="{F71E6431-B92B-4A02-A9D0-697FA4D31207}"/>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11</a:t>
            </a:r>
          </a:p>
        </p:txBody>
      </p:sp>
      <p:sp>
        <p:nvSpPr>
          <p:cNvPr id="40" name="矩形 39">
            <a:extLst>
              <a:ext uri="{FF2B5EF4-FFF2-40B4-BE49-F238E27FC236}">
                <a16:creationId xmlns:a16="http://schemas.microsoft.com/office/drawing/2014/main" id="{BE73E842-2B25-8B4D-6D33-D5DBE5BA64D0}"/>
              </a:ext>
            </a:extLst>
          </p:cNvPr>
          <p:cNvSpPr>
            <a:spLocks noGrp="1"/>
          </p:cNvSpPr>
          <p:nvPr/>
        </p:nvSpPr>
        <p:spPr>
          <a:xfrm>
            <a:off x="1999427" y="3656938"/>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lang="en-US" altLang="zh-CN" sz="1500" dirty="0">
                <a:solidFill>
                  <a:srgbClr val="111111"/>
                </a:solidFill>
                <a:latin typeface="Arial"/>
                <a:ea typeface="Arial"/>
                <a:cs typeface="Arial"/>
              </a:rPr>
              <a:t>P</a:t>
            </a:r>
            <a:r>
              <a:rPr sz="1500" b="0" dirty="0">
                <a:solidFill>
                  <a:srgbClr val="111111"/>
                </a:solidFill>
                <a:latin typeface="Arial"/>
                <a:ea typeface="Arial"/>
                <a:cs typeface="Arial"/>
              </a:rPr>
              <a:t>VM</a:t>
            </a:r>
          </a:p>
        </p:txBody>
      </p:sp>
      <p:sp>
        <p:nvSpPr>
          <p:cNvPr id="41" name="矩形 40">
            <a:extLst>
              <a:ext uri="{FF2B5EF4-FFF2-40B4-BE49-F238E27FC236}">
                <a16:creationId xmlns:a16="http://schemas.microsoft.com/office/drawing/2014/main" id="{1819085C-1B7F-3A52-93B6-3FEF6EC6B97C}"/>
              </a:ext>
            </a:extLst>
          </p:cNvPr>
          <p:cNvSpPr>
            <a:spLocks noGrp="1"/>
          </p:cNvSpPr>
          <p:nvPr/>
        </p:nvSpPr>
        <p:spPr>
          <a:xfrm>
            <a:off x="1999427" y="4526177"/>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dirty="0">
                <a:solidFill>
                  <a:srgbClr val="111111"/>
                </a:solidFill>
                <a:latin typeface="Arial"/>
                <a:ea typeface="Arial"/>
                <a:cs typeface="Arial"/>
              </a:rPr>
              <a:t>KVM</a:t>
            </a:r>
          </a:p>
        </p:txBody>
      </p:sp>
      <p:sp>
        <p:nvSpPr>
          <p:cNvPr id="42" name="矩形 41">
            <a:extLst>
              <a:ext uri="{FF2B5EF4-FFF2-40B4-BE49-F238E27FC236}">
                <a16:creationId xmlns:a16="http://schemas.microsoft.com/office/drawing/2014/main" id="{A2C2845C-4862-F254-0434-1042FBB23AEB}"/>
              </a:ext>
            </a:extLst>
          </p:cNvPr>
          <p:cNvSpPr>
            <a:spLocks noGrp="1"/>
          </p:cNvSpPr>
          <p:nvPr/>
        </p:nvSpPr>
        <p:spPr>
          <a:xfrm>
            <a:off x="2009451" y="4897652"/>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lang="en-US" altLang="zh-CN" sz="1500" dirty="0">
                <a:solidFill>
                  <a:srgbClr val="111111"/>
                </a:solidFill>
                <a:latin typeface="Arial"/>
                <a:ea typeface="Arial"/>
                <a:cs typeface="Arial"/>
              </a:rPr>
              <a:t>P</a:t>
            </a:r>
            <a:r>
              <a:rPr sz="1500" b="0" dirty="0">
                <a:solidFill>
                  <a:srgbClr val="111111"/>
                </a:solidFill>
                <a:latin typeface="Arial"/>
                <a:ea typeface="Arial"/>
                <a:cs typeface="Arial"/>
              </a:rPr>
              <a:t>VM</a:t>
            </a:r>
          </a:p>
        </p:txBody>
      </p:sp>
      <p:sp>
        <p:nvSpPr>
          <p:cNvPr id="43" name="矩形 42">
            <a:extLst>
              <a:ext uri="{FF2B5EF4-FFF2-40B4-BE49-F238E27FC236}">
                <a16:creationId xmlns:a16="http://schemas.microsoft.com/office/drawing/2014/main" id="{13D2E46B-AF39-37D4-A198-2380A620B0D9}"/>
              </a:ext>
            </a:extLst>
          </p:cNvPr>
          <p:cNvSpPr>
            <a:spLocks noGrp="1"/>
          </p:cNvSpPr>
          <p:nvPr/>
        </p:nvSpPr>
        <p:spPr>
          <a:xfrm>
            <a:off x="7545108" y="3275938"/>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dirty="0">
                <a:solidFill>
                  <a:srgbClr val="111111"/>
                </a:solidFill>
                <a:latin typeface="Arial"/>
                <a:ea typeface="Arial"/>
                <a:cs typeface="Arial"/>
              </a:rPr>
              <a:t>KVM</a:t>
            </a:r>
          </a:p>
        </p:txBody>
      </p:sp>
      <p:sp>
        <p:nvSpPr>
          <p:cNvPr id="44" name="矩形 43">
            <a:extLst>
              <a:ext uri="{FF2B5EF4-FFF2-40B4-BE49-F238E27FC236}">
                <a16:creationId xmlns:a16="http://schemas.microsoft.com/office/drawing/2014/main" id="{9A67A55D-00E1-A515-CBAA-D98B5D7B535F}"/>
              </a:ext>
            </a:extLst>
          </p:cNvPr>
          <p:cNvSpPr>
            <a:spLocks noGrp="1"/>
          </p:cNvSpPr>
          <p:nvPr/>
        </p:nvSpPr>
        <p:spPr>
          <a:xfrm>
            <a:off x="7555132" y="3647413"/>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lang="en-US" altLang="zh-CN" sz="1500" dirty="0">
                <a:solidFill>
                  <a:srgbClr val="111111"/>
                </a:solidFill>
                <a:latin typeface="Arial"/>
                <a:ea typeface="Arial"/>
                <a:cs typeface="Arial"/>
              </a:rPr>
              <a:t>P</a:t>
            </a:r>
            <a:r>
              <a:rPr sz="1500" b="0" dirty="0">
                <a:solidFill>
                  <a:srgbClr val="111111"/>
                </a:solidFill>
                <a:latin typeface="Arial"/>
                <a:ea typeface="Arial"/>
                <a:cs typeface="Arial"/>
              </a:rPr>
              <a:t>VM</a:t>
            </a:r>
          </a:p>
        </p:txBody>
      </p:sp>
      <p:sp>
        <p:nvSpPr>
          <p:cNvPr id="45" name="矩形 44">
            <a:extLst>
              <a:ext uri="{FF2B5EF4-FFF2-40B4-BE49-F238E27FC236}">
                <a16:creationId xmlns:a16="http://schemas.microsoft.com/office/drawing/2014/main" id="{F8FABC98-ED8E-4C95-0DA4-349BFF51B3E0}"/>
              </a:ext>
            </a:extLst>
          </p:cNvPr>
          <p:cNvSpPr>
            <a:spLocks noGrp="1"/>
          </p:cNvSpPr>
          <p:nvPr/>
        </p:nvSpPr>
        <p:spPr>
          <a:xfrm>
            <a:off x="7595035" y="4526177"/>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dirty="0">
                <a:solidFill>
                  <a:srgbClr val="111111"/>
                </a:solidFill>
                <a:latin typeface="Arial"/>
                <a:ea typeface="Arial"/>
                <a:cs typeface="Arial"/>
              </a:rPr>
              <a:t>KVM</a:t>
            </a:r>
          </a:p>
        </p:txBody>
      </p:sp>
      <p:sp>
        <p:nvSpPr>
          <p:cNvPr id="46" name="矩形 45">
            <a:extLst>
              <a:ext uri="{FF2B5EF4-FFF2-40B4-BE49-F238E27FC236}">
                <a16:creationId xmlns:a16="http://schemas.microsoft.com/office/drawing/2014/main" id="{D4931060-7872-9D3B-0AD2-66929A284D10}"/>
              </a:ext>
            </a:extLst>
          </p:cNvPr>
          <p:cNvSpPr>
            <a:spLocks noGrp="1"/>
          </p:cNvSpPr>
          <p:nvPr/>
        </p:nvSpPr>
        <p:spPr>
          <a:xfrm>
            <a:off x="7605059" y="4897652"/>
            <a:ext cx="1333500" cy="22860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lang="en-US" altLang="zh-CN" sz="1500" dirty="0">
                <a:solidFill>
                  <a:srgbClr val="111111"/>
                </a:solidFill>
                <a:latin typeface="Arial"/>
                <a:ea typeface="Arial"/>
                <a:cs typeface="Arial"/>
              </a:rPr>
              <a:t>P</a:t>
            </a:r>
            <a:r>
              <a:rPr sz="1500" b="0" dirty="0">
                <a:solidFill>
                  <a:srgbClr val="111111"/>
                </a:solidFill>
                <a:latin typeface="Arial"/>
                <a:ea typeface="Arial"/>
                <a:cs typeface="Arial"/>
              </a:rPr>
              <a:t>VM</a:t>
            </a:r>
          </a:p>
        </p:txBody>
      </p:sp>
    </p:spTree>
    <p:extLst>
      <p:ext uri="{BB962C8B-B14F-4D97-AF65-F5344CB8AC3E}">
        <p14:creationId xmlns:p14="http://schemas.microsoft.com/office/powerpoint/2010/main" val="210324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a:extLst>
              <a:ext uri="{FF2B5EF4-FFF2-40B4-BE49-F238E27FC236}">
                <a16:creationId xmlns:a16="http://schemas.microsoft.com/office/drawing/2014/main" id="{0AE2B3D0-503F-43AA-81C3-ABDFF2C0AA9B}"/>
              </a:ext>
            </a:extLst>
          </p:cNvPr>
          <p:cNvSpPr>
            <a:spLocks noGrp="1"/>
          </p:cNvSpPr>
          <p:nvPr/>
        </p:nvSpPr>
        <p:spPr>
          <a:xfrm>
            <a:off x="514350" y="647700"/>
            <a:ext cx="11239500" cy="590550"/>
          </a:xfrm>
          <a:prstGeom prst="rect">
            <a:avLst/>
          </a:prstGeom>
          <a:noFill/>
          <a:ln w="0">
            <a:noFill/>
            <a:prstDash val="solid"/>
          </a:ln>
        </p:spPr>
        <p:txBody>
          <a:bodyPr wrap="square" lIns="0" tIns="0" rIns="0" bIns="0" anchor="t"/>
          <a:lstStyle/>
          <a:p>
            <a:pPr>
              <a:defRPr sz="3075" b="1">
                <a:solidFill>
                  <a:srgbClr val="A40000"/>
                </a:solidFill>
                <a:latin typeface="Arial"/>
                <a:ea typeface="Arial"/>
                <a:cs typeface="Arial"/>
              </a:defRPr>
            </a:pPr>
            <a:r>
              <a:rPr lang="en-US" sz="3300" b="1" dirty="0">
                <a:solidFill>
                  <a:srgbClr val="A40000"/>
                </a:solidFill>
                <a:latin typeface="Calibri" panose="020F0502020204030204" pitchFamily="34" charset="0"/>
                <a:ea typeface="Arial"/>
                <a:cs typeface="Calibri" panose="020F0502020204030204" pitchFamily="34" charset="0"/>
              </a:rPr>
              <a:t>JANUS -- Cross-world, (L1-L0) cooperative nested virtualization</a:t>
            </a:r>
          </a:p>
        </p:txBody>
      </p:sp>
      <p:sp>
        <p:nvSpPr>
          <p:cNvPr id="2" name="矩形 1">
            <a:extLst>
              <a:ext uri="{FF2B5EF4-FFF2-40B4-BE49-F238E27FC236}">
                <a16:creationId xmlns:a16="http://schemas.microsoft.com/office/drawing/2014/main" id="{298594F9-9334-48E2-83B2-DCA191A87611}"/>
              </a:ext>
            </a:extLst>
          </p:cNvPr>
          <p:cNvSpPr>
            <a:spLocks noGrp="1"/>
          </p:cNvSpPr>
          <p:nvPr/>
        </p:nvSpPr>
        <p:spPr>
          <a:xfrm>
            <a:off x="4076700" y="5915046"/>
            <a:ext cx="4610100" cy="691198"/>
          </a:xfrm>
          <a:prstGeom prst="rect">
            <a:avLst/>
          </a:prstGeom>
          <a:noFill/>
          <a:ln w="0">
            <a:noFill/>
            <a:prstDash val="solid"/>
          </a:ln>
        </p:spPr>
        <p:txBody>
          <a:bodyPr wrap="square" lIns="0" tIns="0" rIns="0" bIns="0" anchor="t"/>
          <a:lstStyle/>
          <a:p>
            <a:pPr marL="342900" indent="-342900">
              <a:lnSpc>
                <a:spcPct val="100000"/>
              </a:lnSpc>
              <a:buFont typeface="Arial" panose="020B0604020202020204" pitchFamily="34" charset="0"/>
              <a:buChar char="•"/>
              <a:defRPr sz="2100" b="0">
                <a:solidFill>
                  <a:srgbClr val="111111"/>
                </a:solidFill>
                <a:latin typeface="Arial"/>
                <a:ea typeface="Arial"/>
                <a:cs typeface="Arial"/>
              </a:defRPr>
            </a:pPr>
            <a:r>
              <a:rPr sz="2100" b="1" dirty="0">
                <a:solidFill>
                  <a:srgbClr val="2E6CF7"/>
                </a:solidFill>
                <a:latin typeface="+mn-lt"/>
                <a:ea typeface="Arial"/>
                <a:cs typeface="Arial"/>
              </a:rPr>
              <a:t>L1 handles world switches</a:t>
            </a:r>
            <a:r>
              <a:rPr lang="en-US" sz="2100" b="1" dirty="0">
                <a:solidFill>
                  <a:srgbClr val="2E6CF7"/>
                </a:solidFill>
                <a:latin typeface="+mn-lt"/>
                <a:ea typeface="Arial"/>
                <a:cs typeface="Arial"/>
              </a:rPr>
              <a:t>.</a:t>
            </a:r>
          </a:p>
          <a:p>
            <a:pPr marL="342900" indent="-342900">
              <a:lnSpc>
                <a:spcPct val="100000"/>
              </a:lnSpc>
              <a:buFont typeface="Arial" panose="020B0604020202020204" pitchFamily="34" charset="0"/>
              <a:buChar char="•"/>
              <a:defRPr sz="2100" b="0">
                <a:solidFill>
                  <a:srgbClr val="111111"/>
                </a:solidFill>
                <a:latin typeface="Arial"/>
                <a:ea typeface="Arial"/>
                <a:cs typeface="Arial"/>
              </a:defRPr>
            </a:pPr>
            <a:r>
              <a:rPr sz="2100" b="1" dirty="0">
                <a:solidFill>
                  <a:srgbClr val="2E6CF7"/>
                </a:solidFill>
                <a:latin typeface="+mn-lt"/>
                <a:ea typeface="Arial"/>
                <a:cs typeface="Arial"/>
              </a:rPr>
              <a:t>L0 </a:t>
            </a:r>
            <a:r>
              <a:rPr lang="en-US" sz="2100" b="1" dirty="0">
                <a:solidFill>
                  <a:srgbClr val="2E6CF7"/>
                </a:solidFill>
                <a:latin typeface="+mn-lt"/>
                <a:ea typeface="Arial"/>
                <a:cs typeface="Arial"/>
              </a:rPr>
              <a:t>manages memory virtualization.</a:t>
            </a:r>
            <a:endParaRPr sz="2100" b="1" dirty="0">
              <a:solidFill>
                <a:srgbClr val="2E6CF7"/>
              </a:solidFill>
              <a:latin typeface="+mn-lt"/>
              <a:ea typeface="Arial"/>
              <a:cs typeface="Arial"/>
            </a:endParaRPr>
          </a:p>
        </p:txBody>
      </p:sp>
      <p:sp>
        <p:nvSpPr>
          <p:cNvPr id="3" name="矩形 2">
            <a:extLst>
              <a:ext uri="{FF2B5EF4-FFF2-40B4-BE49-F238E27FC236}">
                <a16:creationId xmlns:a16="http://schemas.microsoft.com/office/drawing/2014/main" id="{E4C84A13-6250-4DAD-AB8D-C28D524A9274}"/>
              </a:ext>
            </a:extLst>
          </p:cNvPr>
          <p:cNvSpPr>
            <a:spLocks noGrp="1"/>
          </p:cNvSpPr>
          <p:nvPr/>
        </p:nvSpPr>
        <p:spPr>
          <a:xfrm>
            <a:off x="552450" y="1731497"/>
            <a:ext cx="6800850" cy="2076451"/>
          </a:xfrm>
          <a:prstGeom prst="rect">
            <a:avLst/>
          </a:prstGeom>
          <a:solidFill>
            <a:srgbClr val="FFFFFF"/>
          </a:solidFill>
          <a:ln w="16193">
            <a:solidFill>
              <a:schemeClr val="bg1">
                <a:lumMod val="85000"/>
              </a:schemeClr>
            </a:solidFill>
            <a:prstDash val="solid"/>
          </a:ln>
        </p:spPr>
        <p:txBody>
          <a:bodyPr/>
          <a:lstStyle/>
          <a:p>
            <a:endParaRPr lang="en-US"/>
          </a:p>
        </p:txBody>
      </p:sp>
      <p:sp>
        <p:nvSpPr>
          <p:cNvPr id="4" name="直线连接符 3">
            <a:extLst>
              <a:ext uri="{FF2B5EF4-FFF2-40B4-BE49-F238E27FC236}">
                <a16:creationId xmlns:a16="http://schemas.microsoft.com/office/drawing/2014/main" id="{40A90B94-467B-48BD-9EFB-27A1908DBE85}"/>
              </a:ext>
            </a:extLst>
          </p:cNvPr>
          <p:cNvSpPr>
            <a:spLocks noGrp="1"/>
          </p:cNvSpPr>
          <p:nvPr/>
        </p:nvSpPr>
        <p:spPr>
          <a:xfrm>
            <a:off x="552450" y="2817347"/>
            <a:ext cx="6800850" cy="0"/>
          </a:xfrm>
          <a:prstGeom prst="line">
            <a:avLst/>
          </a:prstGeom>
          <a:noFill/>
          <a:ln w="16193">
            <a:solidFill>
              <a:schemeClr val="bg1">
                <a:lumMod val="85000"/>
              </a:schemeClr>
            </a:solidFill>
            <a:prstDash val="solid"/>
          </a:ln>
        </p:spPr>
        <p:txBody>
          <a:bodyPr/>
          <a:lstStyle/>
          <a:p>
            <a:endParaRPr lang="en-US"/>
          </a:p>
        </p:txBody>
      </p:sp>
      <p:sp>
        <p:nvSpPr>
          <p:cNvPr id="5" name="矩形 4">
            <a:extLst>
              <a:ext uri="{FF2B5EF4-FFF2-40B4-BE49-F238E27FC236}">
                <a16:creationId xmlns:a16="http://schemas.microsoft.com/office/drawing/2014/main" id="{E6B08BF3-AD7F-41B7-9549-C6B47B5DCC0E}"/>
              </a:ext>
            </a:extLst>
          </p:cNvPr>
          <p:cNvSpPr>
            <a:spLocks noGrp="1"/>
          </p:cNvSpPr>
          <p:nvPr/>
        </p:nvSpPr>
        <p:spPr>
          <a:xfrm>
            <a:off x="552450" y="3854937"/>
            <a:ext cx="6800850" cy="1200150"/>
          </a:xfrm>
          <a:prstGeom prst="rect">
            <a:avLst/>
          </a:prstGeom>
          <a:solidFill>
            <a:srgbClr val="FFFFFF"/>
          </a:solidFill>
          <a:ln w="16193">
            <a:solidFill>
              <a:schemeClr val="bg1">
                <a:lumMod val="85000"/>
              </a:schemeClr>
            </a:solidFill>
            <a:prstDash val="solid"/>
          </a:ln>
        </p:spPr>
        <p:txBody>
          <a:bodyPr/>
          <a:lstStyle/>
          <a:p>
            <a:endParaRPr lang="en-US"/>
          </a:p>
        </p:txBody>
      </p:sp>
      <p:sp>
        <p:nvSpPr>
          <p:cNvPr id="6" name="矩形 5">
            <a:extLst>
              <a:ext uri="{FF2B5EF4-FFF2-40B4-BE49-F238E27FC236}">
                <a16:creationId xmlns:a16="http://schemas.microsoft.com/office/drawing/2014/main" id="{F77254D4-98F7-4B0C-8072-7DC2DA146B40}"/>
              </a:ext>
            </a:extLst>
          </p:cNvPr>
          <p:cNvSpPr>
            <a:spLocks noGrp="1"/>
          </p:cNvSpPr>
          <p:nvPr/>
        </p:nvSpPr>
        <p:spPr>
          <a:xfrm>
            <a:off x="552450" y="5103347"/>
            <a:ext cx="6800850" cy="476250"/>
          </a:xfrm>
          <a:prstGeom prst="rect">
            <a:avLst/>
          </a:prstGeom>
          <a:solidFill>
            <a:srgbClr val="FFFFFF"/>
          </a:solidFill>
          <a:ln w="16193">
            <a:solidFill>
              <a:schemeClr val="bg1">
                <a:lumMod val="85000"/>
              </a:schemeClr>
            </a:solidFill>
            <a:prstDash val="solid"/>
          </a:ln>
        </p:spPr>
        <p:txBody>
          <a:bodyPr/>
          <a:lstStyle/>
          <a:p>
            <a:endParaRPr lang="en-US"/>
          </a:p>
        </p:txBody>
      </p:sp>
      <p:sp>
        <p:nvSpPr>
          <p:cNvPr id="7" name="矩形 6">
            <a:extLst>
              <a:ext uri="{FF2B5EF4-FFF2-40B4-BE49-F238E27FC236}">
                <a16:creationId xmlns:a16="http://schemas.microsoft.com/office/drawing/2014/main" id="{066B179D-9D6B-4B8D-9129-165E0B732D35}"/>
              </a:ext>
            </a:extLst>
          </p:cNvPr>
          <p:cNvSpPr>
            <a:spLocks noGrp="1"/>
          </p:cNvSpPr>
          <p:nvPr/>
        </p:nvSpPr>
        <p:spPr>
          <a:xfrm>
            <a:off x="742950" y="1960097"/>
            <a:ext cx="1790700" cy="74295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L1</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(non-root mode</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ring3)</a:t>
            </a:r>
          </a:p>
        </p:txBody>
      </p:sp>
      <p:sp>
        <p:nvSpPr>
          <p:cNvPr id="8" name="矩形 7">
            <a:extLst>
              <a:ext uri="{FF2B5EF4-FFF2-40B4-BE49-F238E27FC236}">
                <a16:creationId xmlns:a16="http://schemas.microsoft.com/office/drawing/2014/main" id="{E7937848-F35F-42E9-B837-B7184A6F67E0}"/>
              </a:ext>
            </a:extLst>
          </p:cNvPr>
          <p:cNvSpPr>
            <a:spLocks noGrp="1"/>
          </p:cNvSpPr>
          <p:nvPr/>
        </p:nvSpPr>
        <p:spPr>
          <a:xfrm>
            <a:off x="742949" y="2885927"/>
            <a:ext cx="1800225" cy="66675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dirty="0">
                <a:solidFill>
                  <a:srgbClr val="111111"/>
                </a:solidFill>
                <a:latin typeface="Arial"/>
                <a:ea typeface="Arial"/>
                <a:cs typeface="Arial"/>
              </a:rPr>
              <a:t>L1</a:t>
            </a:r>
          </a:p>
          <a:p>
            <a:pPr algn="ctr">
              <a:lnSpc>
                <a:spcPct val="105000"/>
              </a:lnSpc>
              <a:buNone/>
              <a:defRPr sz="1650" b="0">
                <a:solidFill>
                  <a:srgbClr val="111111"/>
                </a:solidFill>
                <a:latin typeface="Arial"/>
                <a:ea typeface="Arial"/>
                <a:cs typeface="Arial"/>
              </a:defRPr>
            </a:pPr>
            <a:r>
              <a:rPr sz="1650" b="0" dirty="0">
                <a:solidFill>
                  <a:srgbClr val="111111"/>
                </a:solidFill>
                <a:latin typeface="Arial"/>
                <a:ea typeface="Arial"/>
                <a:cs typeface="Arial"/>
              </a:rPr>
              <a:t>(non-root mode</a:t>
            </a:r>
          </a:p>
          <a:p>
            <a:pPr algn="ctr">
              <a:lnSpc>
                <a:spcPct val="105000"/>
              </a:lnSpc>
              <a:buNone/>
              <a:defRPr sz="1650" b="0">
                <a:solidFill>
                  <a:srgbClr val="111111"/>
                </a:solidFill>
                <a:latin typeface="Arial"/>
                <a:ea typeface="Arial"/>
                <a:cs typeface="Arial"/>
              </a:defRPr>
            </a:pPr>
            <a:r>
              <a:rPr sz="1650" b="0" dirty="0">
                <a:solidFill>
                  <a:srgbClr val="111111"/>
                </a:solidFill>
                <a:latin typeface="Arial"/>
                <a:ea typeface="Arial"/>
                <a:cs typeface="Arial"/>
              </a:rPr>
              <a:t>ring0)</a:t>
            </a:r>
          </a:p>
        </p:txBody>
      </p:sp>
      <p:sp>
        <p:nvSpPr>
          <p:cNvPr id="9" name="矩形 8">
            <a:extLst>
              <a:ext uri="{FF2B5EF4-FFF2-40B4-BE49-F238E27FC236}">
                <a16:creationId xmlns:a16="http://schemas.microsoft.com/office/drawing/2014/main" id="{264962A9-4A1E-4DCF-B8D4-BF41433C9ADD}"/>
              </a:ext>
            </a:extLst>
          </p:cNvPr>
          <p:cNvSpPr>
            <a:spLocks noGrp="1"/>
          </p:cNvSpPr>
          <p:nvPr/>
        </p:nvSpPr>
        <p:spPr>
          <a:xfrm>
            <a:off x="781050" y="4064487"/>
            <a:ext cx="1752600" cy="53340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L0</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(root mode ring0)</a:t>
            </a:r>
          </a:p>
        </p:txBody>
      </p:sp>
      <p:sp>
        <p:nvSpPr>
          <p:cNvPr id="10" name="矩形 9">
            <a:extLst>
              <a:ext uri="{FF2B5EF4-FFF2-40B4-BE49-F238E27FC236}">
                <a16:creationId xmlns:a16="http://schemas.microsoft.com/office/drawing/2014/main" id="{B08B83E8-EB5C-4E86-AD2A-BECAF7F18211}"/>
              </a:ext>
            </a:extLst>
          </p:cNvPr>
          <p:cNvSpPr>
            <a:spLocks noGrp="1"/>
          </p:cNvSpPr>
          <p:nvPr/>
        </p:nvSpPr>
        <p:spPr>
          <a:xfrm>
            <a:off x="800100" y="5179547"/>
            <a:ext cx="1181100" cy="266700"/>
          </a:xfrm>
          <a:prstGeom prst="rect">
            <a:avLst/>
          </a:prstGeom>
          <a:noFill/>
          <a:ln w="0">
            <a:noFill/>
            <a:prstDash val="solid"/>
          </a:ln>
        </p:spPr>
        <p:txBody>
          <a:bodyPr wrap="square" lIns="0" tIns="0" rIns="0" bIns="0" anchor="t"/>
          <a:lstStyle/>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Hardware</a:t>
            </a:r>
          </a:p>
        </p:txBody>
      </p:sp>
      <p:sp>
        <p:nvSpPr>
          <p:cNvPr id="12" name="矩形 11">
            <a:extLst>
              <a:ext uri="{FF2B5EF4-FFF2-40B4-BE49-F238E27FC236}">
                <a16:creationId xmlns:a16="http://schemas.microsoft.com/office/drawing/2014/main" id="{AD446D9F-E0CF-43E1-A4C5-25E1EC4901BE}"/>
              </a:ext>
            </a:extLst>
          </p:cNvPr>
          <p:cNvSpPr>
            <a:spLocks noGrp="1"/>
          </p:cNvSpPr>
          <p:nvPr/>
        </p:nvSpPr>
        <p:spPr>
          <a:xfrm>
            <a:off x="2914650" y="2074397"/>
            <a:ext cx="1485900" cy="666749"/>
          </a:xfrm>
          <a:prstGeom prst="rect">
            <a:avLst/>
          </a:prstGeom>
          <a:solidFill>
            <a:srgbClr val="FFFFFF"/>
          </a:solidFill>
          <a:ln w="15240">
            <a:solidFill>
              <a:schemeClr val="bg1">
                <a:lumMod val="85000"/>
              </a:schemeClr>
            </a:solidFill>
            <a:prstDash val="solid"/>
          </a:ln>
        </p:spPr>
        <p:txBody>
          <a:bodyPr/>
          <a:lstStyle/>
          <a:p>
            <a:endParaRPr lang="en-US"/>
          </a:p>
        </p:txBody>
      </p:sp>
      <p:sp>
        <p:nvSpPr>
          <p:cNvPr id="13" name="矩形 12">
            <a:extLst>
              <a:ext uri="{FF2B5EF4-FFF2-40B4-BE49-F238E27FC236}">
                <a16:creationId xmlns:a16="http://schemas.microsoft.com/office/drawing/2014/main" id="{53B20634-822E-4F04-999E-35056A165B4F}"/>
              </a:ext>
            </a:extLst>
          </p:cNvPr>
          <p:cNvSpPr>
            <a:spLocks noGrp="1"/>
          </p:cNvSpPr>
          <p:nvPr/>
        </p:nvSpPr>
        <p:spPr>
          <a:xfrm>
            <a:off x="3286125" y="2188697"/>
            <a:ext cx="742950" cy="323850"/>
          </a:xfrm>
          <a:prstGeom prst="rect">
            <a:avLst/>
          </a:prstGeom>
          <a:solidFill>
            <a:srgbClr val="FFFFFF"/>
          </a:solidFill>
          <a:ln w="9525">
            <a:solidFill>
              <a:schemeClr val="bg1">
                <a:lumMod val="85000"/>
              </a:schemeClr>
            </a:solidFill>
            <a:prstDash val="solid"/>
          </a:ln>
        </p:spPr>
        <p:txBody>
          <a:bodyPr/>
          <a:lstStyle/>
          <a:p>
            <a:endParaRPr lang="en-US"/>
          </a:p>
        </p:txBody>
      </p:sp>
      <p:sp>
        <p:nvSpPr>
          <p:cNvPr id="14" name="直线连接符 13">
            <a:extLst>
              <a:ext uri="{FF2B5EF4-FFF2-40B4-BE49-F238E27FC236}">
                <a16:creationId xmlns:a16="http://schemas.microsoft.com/office/drawing/2014/main" id="{9F078901-4554-4D44-B958-A868553717EE}"/>
              </a:ext>
            </a:extLst>
          </p:cNvPr>
          <p:cNvSpPr>
            <a:spLocks noGrp="1"/>
          </p:cNvSpPr>
          <p:nvPr/>
        </p:nvSpPr>
        <p:spPr>
          <a:xfrm>
            <a:off x="3457575" y="2264897"/>
            <a:ext cx="400050" cy="0"/>
          </a:xfrm>
          <a:prstGeom prst="line">
            <a:avLst/>
          </a:prstGeom>
          <a:noFill/>
          <a:ln w="9525">
            <a:solidFill>
              <a:srgbClr val="D9D9D9"/>
            </a:solidFill>
            <a:prstDash val="solid"/>
          </a:ln>
        </p:spPr>
        <p:txBody>
          <a:bodyPr/>
          <a:lstStyle/>
          <a:p>
            <a:endParaRPr lang="en-US"/>
          </a:p>
        </p:txBody>
      </p:sp>
      <p:sp>
        <p:nvSpPr>
          <p:cNvPr id="15" name="直线连接符 14">
            <a:extLst>
              <a:ext uri="{FF2B5EF4-FFF2-40B4-BE49-F238E27FC236}">
                <a16:creationId xmlns:a16="http://schemas.microsoft.com/office/drawing/2014/main" id="{3015F923-D8F7-4504-9A01-C5CDD710161E}"/>
              </a:ext>
            </a:extLst>
          </p:cNvPr>
          <p:cNvSpPr>
            <a:spLocks noGrp="1"/>
          </p:cNvSpPr>
          <p:nvPr/>
        </p:nvSpPr>
        <p:spPr>
          <a:xfrm>
            <a:off x="3457575" y="2350622"/>
            <a:ext cx="400050" cy="0"/>
          </a:xfrm>
          <a:prstGeom prst="line">
            <a:avLst/>
          </a:prstGeom>
          <a:noFill/>
          <a:ln w="9525">
            <a:solidFill>
              <a:srgbClr val="D9D9D9"/>
            </a:solidFill>
            <a:prstDash val="solid"/>
          </a:ln>
        </p:spPr>
        <p:txBody>
          <a:bodyPr/>
          <a:lstStyle/>
          <a:p>
            <a:endParaRPr lang="en-US"/>
          </a:p>
        </p:txBody>
      </p:sp>
      <p:sp>
        <p:nvSpPr>
          <p:cNvPr id="16" name="直线连接符 15">
            <a:extLst>
              <a:ext uri="{FF2B5EF4-FFF2-40B4-BE49-F238E27FC236}">
                <a16:creationId xmlns:a16="http://schemas.microsoft.com/office/drawing/2014/main" id="{E74CB80B-27FA-4B52-9D6F-FB36CAD76B2D}"/>
              </a:ext>
            </a:extLst>
          </p:cNvPr>
          <p:cNvSpPr>
            <a:spLocks noGrp="1"/>
          </p:cNvSpPr>
          <p:nvPr/>
        </p:nvSpPr>
        <p:spPr>
          <a:xfrm>
            <a:off x="3457575" y="2436347"/>
            <a:ext cx="400050" cy="0"/>
          </a:xfrm>
          <a:prstGeom prst="line">
            <a:avLst/>
          </a:prstGeom>
          <a:noFill/>
          <a:ln w="9525">
            <a:solidFill>
              <a:srgbClr val="D9D9D9"/>
            </a:solidFill>
            <a:prstDash val="solid"/>
          </a:ln>
        </p:spPr>
        <p:txBody>
          <a:bodyPr/>
          <a:lstStyle/>
          <a:p>
            <a:endParaRPr lang="en-US"/>
          </a:p>
        </p:txBody>
      </p:sp>
      <p:sp>
        <p:nvSpPr>
          <p:cNvPr id="17" name="矩形 16">
            <a:extLst>
              <a:ext uri="{FF2B5EF4-FFF2-40B4-BE49-F238E27FC236}">
                <a16:creationId xmlns:a16="http://schemas.microsoft.com/office/drawing/2014/main" id="{CA8ACDA8-80D5-41B6-AA41-6C25360C9AF6}"/>
              </a:ext>
            </a:extLst>
          </p:cNvPr>
          <p:cNvSpPr>
            <a:spLocks noGrp="1"/>
          </p:cNvSpPr>
          <p:nvPr/>
        </p:nvSpPr>
        <p:spPr>
          <a:xfrm>
            <a:off x="3257550" y="2512547"/>
            <a:ext cx="800100" cy="24765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00" b="0" dirty="0">
                <a:solidFill>
                  <a:srgbClr val="111111"/>
                </a:solidFill>
                <a:latin typeface="Arial"/>
                <a:ea typeface="Arial"/>
                <a:cs typeface="Arial"/>
              </a:rPr>
              <a:t>GPT</a:t>
            </a:r>
          </a:p>
        </p:txBody>
      </p:sp>
      <p:sp>
        <p:nvSpPr>
          <p:cNvPr id="19" name="矩形 18">
            <a:extLst>
              <a:ext uri="{FF2B5EF4-FFF2-40B4-BE49-F238E27FC236}">
                <a16:creationId xmlns:a16="http://schemas.microsoft.com/office/drawing/2014/main" id="{71232E8B-6BB9-41E3-AA66-C1FA023AC3A7}"/>
              </a:ext>
            </a:extLst>
          </p:cNvPr>
          <p:cNvSpPr>
            <a:spLocks noGrp="1"/>
          </p:cNvSpPr>
          <p:nvPr/>
        </p:nvSpPr>
        <p:spPr>
          <a:xfrm>
            <a:off x="4800600" y="2074397"/>
            <a:ext cx="1485900" cy="666749"/>
          </a:xfrm>
          <a:prstGeom prst="rect">
            <a:avLst/>
          </a:prstGeom>
          <a:solidFill>
            <a:srgbClr val="FFFFFF"/>
          </a:solidFill>
          <a:ln w="15240">
            <a:solidFill>
              <a:schemeClr val="bg1">
                <a:lumMod val="85000"/>
              </a:schemeClr>
            </a:solidFill>
            <a:prstDash val="solid"/>
          </a:ln>
        </p:spPr>
        <p:txBody>
          <a:bodyPr/>
          <a:lstStyle/>
          <a:p>
            <a:endParaRPr lang="en-US"/>
          </a:p>
        </p:txBody>
      </p:sp>
      <p:sp>
        <p:nvSpPr>
          <p:cNvPr id="20" name="矩形 19">
            <a:extLst>
              <a:ext uri="{FF2B5EF4-FFF2-40B4-BE49-F238E27FC236}">
                <a16:creationId xmlns:a16="http://schemas.microsoft.com/office/drawing/2014/main" id="{06F54A6F-45B8-485E-BCE1-6DB38210555C}"/>
              </a:ext>
            </a:extLst>
          </p:cNvPr>
          <p:cNvSpPr>
            <a:spLocks noGrp="1"/>
          </p:cNvSpPr>
          <p:nvPr/>
        </p:nvSpPr>
        <p:spPr>
          <a:xfrm>
            <a:off x="5172075" y="2188697"/>
            <a:ext cx="742950" cy="323850"/>
          </a:xfrm>
          <a:prstGeom prst="rect">
            <a:avLst/>
          </a:prstGeom>
          <a:solidFill>
            <a:srgbClr val="FFFFFF"/>
          </a:solidFill>
          <a:ln w="9525">
            <a:solidFill>
              <a:schemeClr val="bg1">
                <a:lumMod val="85000"/>
              </a:schemeClr>
            </a:solidFill>
            <a:prstDash val="solid"/>
          </a:ln>
        </p:spPr>
        <p:txBody>
          <a:bodyPr/>
          <a:lstStyle/>
          <a:p>
            <a:endParaRPr lang="en-US"/>
          </a:p>
        </p:txBody>
      </p:sp>
      <p:sp>
        <p:nvSpPr>
          <p:cNvPr id="21" name="直线连接符 20">
            <a:extLst>
              <a:ext uri="{FF2B5EF4-FFF2-40B4-BE49-F238E27FC236}">
                <a16:creationId xmlns:a16="http://schemas.microsoft.com/office/drawing/2014/main" id="{4F5F4D3B-BD39-4D31-86A8-B667B0D48994}"/>
              </a:ext>
            </a:extLst>
          </p:cNvPr>
          <p:cNvSpPr>
            <a:spLocks noGrp="1"/>
          </p:cNvSpPr>
          <p:nvPr/>
        </p:nvSpPr>
        <p:spPr>
          <a:xfrm>
            <a:off x="5343525" y="2264897"/>
            <a:ext cx="400050" cy="0"/>
          </a:xfrm>
          <a:prstGeom prst="line">
            <a:avLst/>
          </a:prstGeom>
          <a:noFill/>
          <a:ln w="9525">
            <a:solidFill>
              <a:srgbClr val="D9D9D9"/>
            </a:solidFill>
            <a:prstDash val="solid"/>
          </a:ln>
        </p:spPr>
        <p:txBody>
          <a:bodyPr/>
          <a:lstStyle/>
          <a:p>
            <a:endParaRPr lang="en-US"/>
          </a:p>
        </p:txBody>
      </p:sp>
      <p:sp>
        <p:nvSpPr>
          <p:cNvPr id="22" name="直线连接符 21">
            <a:extLst>
              <a:ext uri="{FF2B5EF4-FFF2-40B4-BE49-F238E27FC236}">
                <a16:creationId xmlns:a16="http://schemas.microsoft.com/office/drawing/2014/main" id="{12A04ACE-1FEB-4FB9-B7A4-8519D95A6A01}"/>
              </a:ext>
            </a:extLst>
          </p:cNvPr>
          <p:cNvSpPr>
            <a:spLocks noGrp="1"/>
          </p:cNvSpPr>
          <p:nvPr/>
        </p:nvSpPr>
        <p:spPr>
          <a:xfrm>
            <a:off x="5343525" y="2350622"/>
            <a:ext cx="400050" cy="0"/>
          </a:xfrm>
          <a:prstGeom prst="line">
            <a:avLst/>
          </a:prstGeom>
          <a:noFill/>
          <a:ln w="9525">
            <a:solidFill>
              <a:srgbClr val="D9D9D9"/>
            </a:solidFill>
            <a:prstDash val="solid"/>
          </a:ln>
        </p:spPr>
        <p:txBody>
          <a:bodyPr/>
          <a:lstStyle/>
          <a:p>
            <a:endParaRPr lang="en-US"/>
          </a:p>
        </p:txBody>
      </p:sp>
      <p:sp>
        <p:nvSpPr>
          <p:cNvPr id="23" name="直线连接符 22">
            <a:extLst>
              <a:ext uri="{FF2B5EF4-FFF2-40B4-BE49-F238E27FC236}">
                <a16:creationId xmlns:a16="http://schemas.microsoft.com/office/drawing/2014/main" id="{5979867D-D5FA-45D5-B276-B65995BBE669}"/>
              </a:ext>
            </a:extLst>
          </p:cNvPr>
          <p:cNvSpPr>
            <a:spLocks noGrp="1"/>
          </p:cNvSpPr>
          <p:nvPr/>
        </p:nvSpPr>
        <p:spPr>
          <a:xfrm>
            <a:off x="5343525" y="2436347"/>
            <a:ext cx="400050" cy="0"/>
          </a:xfrm>
          <a:prstGeom prst="line">
            <a:avLst/>
          </a:prstGeom>
          <a:noFill/>
          <a:ln w="9525">
            <a:solidFill>
              <a:srgbClr val="D9D9D9"/>
            </a:solidFill>
            <a:prstDash val="solid"/>
          </a:ln>
        </p:spPr>
        <p:txBody>
          <a:bodyPr/>
          <a:lstStyle/>
          <a:p>
            <a:endParaRPr lang="en-US"/>
          </a:p>
        </p:txBody>
      </p:sp>
      <p:sp>
        <p:nvSpPr>
          <p:cNvPr id="24" name="矩形 23">
            <a:extLst>
              <a:ext uri="{FF2B5EF4-FFF2-40B4-BE49-F238E27FC236}">
                <a16:creationId xmlns:a16="http://schemas.microsoft.com/office/drawing/2014/main" id="{EEEB2D73-B431-47D3-A0D9-285B6618554E}"/>
              </a:ext>
            </a:extLst>
          </p:cNvPr>
          <p:cNvSpPr>
            <a:spLocks noGrp="1"/>
          </p:cNvSpPr>
          <p:nvPr/>
        </p:nvSpPr>
        <p:spPr>
          <a:xfrm>
            <a:off x="5143500" y="2512547"/>
            <a:ext cx="800100" cy="24765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00" b="0" dirty="0">
                <a:solidFill>
                  <a:srgbClr val="111111"/>
                </a:solidFill>
                <a:latin typeface="Arial"/>
                <a:ea typeface="Arial"/>
                <a:cs typeface="Arial"/>
              </a:rPr>
              <a:t>GPT</a:t>
            </a:r>
          </a:p>
        </p:txBody>
      </p:sp>
      <p:sp>
        <p:nvSpPr>
          <p:cNvPr id="31" name="右箭头 30">
            <a:extLst>
              <a:ext uri="{FF2B5EF4-FFF2-40B4-BE49-F238E27FC236}">
                <a16:creationId xmlns:a16="http://schemas.microsoft.com/office/drawing/2014/main" id="{C3DF9C20-D5CB-4A46-8D04-D52220100343}"/>
              </a:ext>
            </a:extLst>
          </p:cNvPr>
          <p:cNvSpPr>
            <a:spLocks noGrp="1"/>
          </p:cNvSpPr>
          <p:nvPr/>
        </p:nvSpPr>
        <p:spPr>
          <a:xfrm>
            <a:off x="4562475" y="3211365"/>
            <a:ext cx="400050" cy="190500"/>
          </a:xfrm>
          <a:prstGeom prst="rightArrow">
            <a:avLst/>
          </a:prstGeom>
          <a:solidFill>
            <a:srgbClr val="5F6368"/>
          </a:solidFill>
          <a:ln w="0">
            <a:solidFill>
              <a:srgbClr val="5F6368"/>
            </a:solidFill>
            <a:prstDash val="solid"/>
          </a:ln>
        </p:spPr>
        <p:txBody>
          <a:bodyPr/>
          <a:lstStyle/>
          <a:p>
            <a:endParaRPr lang="en-US"/>
          </a:p>
        </p:txBody>
      </p:sp>
      <p:sp>
        <p:nvSpPr>
          <p:cNvPr id="32" name="矩形 31">
            <a:extLst>
              <a:ext uri="{FF2B5EF4-FFF2-40B4-BE49-F238E27FC236}">
                <a16:creationId xmlns:a16="http://schemas.microsoft.com/office/drawing/2014/main" id="{87EFA0E6-5BF1-4A98-AD3E-0770C970B7D8}"/>
              </a:ext>
            </a:extLst>
          </p:cNvPr>
          <p:cNvSpPr>
            <a:spLocks noGrp="1"/>
          </p:cNvSpPr>
          <p:nvPr/>
        </p:nvSpPr>
        <p:spPr>
          <a:xfrm>
            <a:off x="5080952" y="3075475"/>
            <a:ext cx="1104900" cy="514350"/>
          </a:xfrm>
          <a:prstGeom prst="rect">
            <a:avLst/>
          </a:prstGeom>
          <a:solidFill>
            <a:schemeClr val="accent4">
              <a:lumMod val="40000"/>
              <a:lumOff val="60000"/>
            </a:schemeClr>
          </a:solidFill>
          <a:ln w="10478">
            <a:solidFill>
              <a:schemeClr val="bg1">
                <a:lumMod val="85000"/>
              </a:schemeClr>
            </a:solidFill>
            <a:prstDash val="solid"/>
          </a:ln>
        </p:spPr>
        <p:txBody>
          <a:bodyPr wrap="square" lIns="76200" tIns="0" rIns="76200" bIns="0" anchor="ctr"/>
          <a:lstStyle/>
          <a:p>
            <a:pPr algn="ctr">
              <a:lnSpc>
                <a:spcPct val="105000"/>
              </a:lnSpc>
              <a:buNone/>
              <a:defRPr sz="1350" b="0">
                <a:solidFill>
                  <a:srgbClr val="111111"/>
                </a:solidFill>
                <a:latin typeface="Arial"/>
                <a:ea typeface="Arial"/>
                <a:cs typeface="Arial"/>
              </a:defRPr>
            </a:pPr>
            <a:r>
              <a:rPr sz="1600" b="0" dirty="0">
                <a:solidFill>
                  <a:srgbClr val="111111"/>
                </a:solidFill>
                <a:latin typeface="Arial"/>
                <a:ea typeface="Arial"/>
                <a:cs typeface="Arial"/>
              </a:rPr>
              <a:t>handle</a:t>
            </a:r>
          </a:p>
          <a:p>
            <a:pPr algn="ctr">
              <a:lnSpc>
                <a:spcPct val="105000"/>
              </a:lnSpc>
              <a:buNone/>
              <a:defRPr sz="1350" b="0">
                <a:solidFill>
                  <a:srgbClr val="111111"/>
                </a:solidFill>
                <a:latin typeface="Arial"/>
                <a:ea typeface="Arial"/>
                <a:cs typeface="Arial"/>
              </a:defRPr>
            </a:pPr>
            <a:r>
              <a:rPr sz="1600" b="0" dirty="0">
                <a:solidFill>
                  <a:srgbClr val="111111"/>
                </a:solidFill>
                <a:latin typeface="Arial"/>
                <a:ea typeface="Arial"/>
                <a:cs typeface="Arial"/>
              </a:rPr>
              <a:t>exits</a:t>
            </a:r>
          </a:p>
        </p:txBody>
      </p:sp>
      <p:sp>
        <p:nvSpPr>
          <p:cNvPr id="33" name="矩形 32">
            <a:extLst>
              <a:ext uri="{FF2B5EF4-FFF2-40B4-BE49-F238E27FC236}">
                <a16:creationId xmlns:a16="http://schemas.microsoft.com/office/drawing/2014/main" id="{D4D6450D-ECB5-4B21-9A32-DB919C8B2249}"/>
              </a:ext>
            </a:extLst>
          </p:cNvPr>
          <p:cNvSpPr>
            <a:spLocks noGrp="1"/>
          </p:cNvSpPr>
          <p:nvPr/>
        </p:nvSpPr>
        <p:spPr>
          <a:xfrm>
            <a:off x="2409825" y="3501627"/>
            <a:ext cx="2095500" cy="2286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2000" b="1" dirty="0">
                <a:solidFill>
                  <a:srgbClr val="2E6CF7"/>
                </a:solidFill>
                <a:latin typeface="Arial"/>
                <a:ea typeface="Arial"/>
                <a:cs typeface="Arial"/>
              </a:rPr>
              <a:t>JANUS CPU </a:t>
            </a:r>
            <a:r>
              <a:rPr sz="2000" b="1" dirty="0" err="1">
                <a:solidFill>
                  <a:srgbClr val="2E6CF7"/>
                </a:solidFill>
                <a:latin typeface="Arial"/>
                <a:ea typeface="Arial"/>
                <a:cs typeface="Arial"/>
              </a:rPr>
              <a:t>virt</a:t>
            </a:r>
            <a:endParaRPr sz="2000" b="1" dirty="0">
              <a:solidFill>
                <a:srgbClr val="2E6CF7"/>
              </a:solidFill>
              <a:latin typeface="Arial"/>
              <a:ea typeface="Arial"/>
              <a:cs typeface="Arial"/>
            </a:endParaRPr>
          </a:p>
        </p:txBody>
      </p:sp>
      <p:sp>
        <p:nvSpPr>
          <p:cNvPr id="34" name="矩形 33">
            <a:extLst>
              <a:ext uri="{FF2B5EF4-FFF2-40B4-BE49-F238E27FC236}">
                <a16:creationId xmlns:a16="http://schemas.microsoft.com/office/drawing/2014/main" id="{DFEA1169-8AD3-4A2F-B2E0-85FB70D94DC1}"/>
              </a:ext>
            </a:extLst>
          </p:cNvPr>
          <p:cNvSpPr>
            <a:spLocks noGrp="1"/>
          </p:cNvSpPr>
          <p:nvPr/>
        </p:nvSpPr>
        <p:spPr>
          <a:xfrm>
            <a:off x="2819400" y="4064487"/>
            <a:ext cx="1352550" cy="361950"/>
          </a:xfrm>
          <a:prstGeom prst="rect">
            <a:avLst/>
          </a:prstGeom>
          <a:solidFill>
            <a:schemeClr val="accent4">
              <a:lumMod val="40000"/>
              <a:lumOff val="60000"/>
            </a:schemeClr>
          </a:solidFill>
          <a:ln w="10478">
            <a:solidFill>
              <a:schemeClr val="bg1">
                <a:lumMod val="85000"/>
              </a:schemeClr>
            </a:solidFill>
            <a:prstDash val="solid"/>
          </a:ln>
        </p:spPr>
        <p:txBody>
          <a:bodyPr wrap="square" lIns="76200" tIns="0" rIns="76200" bIns="0" anchor="ctr"/>
          <a:lstStyle/>
          <a:p>
            <a:pPr algn="ctr">
              <a:lnSpc>
                <a:spcPct val="100000"/>
              </a:lnSpc>
              <a:buNone/>
              <a:defRPr sz="1500" b="0">
                <a:solidFill>
                  <a:srgbClr val="111111"/>
                </a:solidFill>
                <a:latin typeface="Arial"/>
                <a:ea typeface="Arial"/>
                <a:cs typeface="Arial"/>
              </a:defRPr>
            </a:pPr>
            <a:r>
              <a:rPr sz="1600" b="0" dirty="0" err="1">
                <a:solidFill>
                  <a:srgbClr val="111111"/>
                </a:solidFill>
                <a:latin typeface="Arial"/>
                <a:ea typeface="Arial"/>
                <a:cs typeface="Arial"/>
              </a:rPr>
              <a:t>hypercall</a:t>
            </a:r>
            <a:endParaRPr sz="1600" b="0" dirty="0">
              <a:solidFill>
                <a:srgbClr val="111111"/>
              </a:solidFill>
              <a:latin typeface="Arial"/>
              <a:ea typeface="Arial"/>
              <a:cs typeface="Arial"/>
            </a:endParaRPr>
          </a:p>
        </p:txBody>
      </p:sp>
      <p:sp>
        <p:nvSpPr>
          <p:cNvPr id="35" name="矩形 34">
            <a:extLst>
              <a:ext uri="{FF2B5EF4-FFF2-40B4-BE49-F238E27FC236}">
                <a16:creationId xmlns:a16="http://schemas.microsoft.com/office/drawing/2014/main" id="{CF8EE3F9-3983-4CEF-A9CC-45C3E9B87F78}"/>
              </a:ext>
            </a:extLst>
          </p:cNvPr>
          <p:cNvSpPr>
            <a:spLocks noGrp="1"/>
          </p:cNvSpPr>
          <p:nvPr/>
        </p:nvSpPr>
        <p:spPr>
          <a:xfrm>
            <a:off x="4444309" y="4288325"/>
            <a:ext cx="914400" cy="552450"/>
          </a:xfrm>
          <a:prstGeom prst="rect">
            <a:avLst/>
          </a:prstGeom>
          <a:noFill/>
          <a:ln w="0">
            <a:noFill/>
            <a:prstDash val="solid"/>
          </a:ln>
        </p:spPr>
        <p:txBody>
          <a:bodyPr wrap="square" lIns="0" tIns="0" rIns="0" bIns="0" anchor="t"/>
          <a:lstStyle/>
          <a:p>
            <a:pPr algn="ctr">
              <a:lnSpc>
                <a:spcPct val="108000"/>
              </a:lnSpc>
              <a:buNone/>
              <a:defRPr sz="1650" b="0">
                <a:solidFill>
                  <a:srgbClr val="111111"/>
                </a:solidFill>
                <a:latin typeface="Arial"/>
                <a:ea typeface="Arial"/>
                <a:cs typeface="Arial"/>
              </a:defRPr>
            </a:pPr>
            <a:r>
              <a:rPr sz="1600" b="0" dirty="0">
                <a:solidFill>
                  <a:srgbClr val="111111"/>
                </a:solidFill>
                <a:latin typeface="Arial"/>
                <a:ea typeface="Arial"/>
                <a:cs typeface="Arial"/>
              </a:rPr>
              <a:t>Map</a:t>
            </a:r>
          </a:p>
          <a:p>
            <a:pPr algn="ctr">
              <a:lnSpc>
                <a:spcPct val="108000"/>
              </a:lnSpc>
              <a:buNone/>
              <a:defRPr sz="1650" b="0">
                <a:solidFill>
                  <a:srgbClr val="111111"/>
                </a:solidFill>
                <a:latin typeface="Arial"/>
                <a:ea typeface="Arial"/>
                <a:cs typeface="Arial"/>
              </a:defRPr>
            </a:pPr>
            <a:r>
              <a:rPr sz="1600" b="0" dirty="0" err="1">
                <a:solidFill>
                  <a:srgbClr val="111111"/>
                </a:solidFill>
                <a:latin typeface="Arial"/>
                <a:ea typeface="Arial"/>
                <a:cs typeface="Arial"/>
              </a:rPr>
              <a:t>Unmap</a:t>
            </a:r>
            <a:endParaRPr sz="1600" b="0" dirty="0">
              <a:solidFill>
                <a:srgbClr val="111111"/>
              </a:solidFill>
              <a:latin typeface="Arial"/>
              <a:ea typeface="Arial"/>
              <a:cs typeface="Arial"/>
            </a:endParaRPr>
          </a:p>
        </p:txBody>
      </p:sp>
      <p:sp>
        <p:nvSpPr>
          <p:cNvPr id="36" name="矩形 35">
            <a:extLst>
              <a:ext uri="{FF2B5EF4-FFF2-40B4-BE49-F238E27FC236}">
                <a16:creationId xmlns:a16="http://schemas.microsoft.com/office/drawing/2014/main" id="{E1E2B0CF-A1F5-4108-BE2D-FC4EAFEC2C2A}"/>
              </a:ext>
            </a:extLst>
          </p:cNvPr>
          <p:cNvSpPr>
            <a:spLocks noGrp="1"/>
          </p:cNvSpPr>
          <p:nvPr/>
        </p:nvSpPr>
        <p:spPr>
          <a:xfrm>
            <a:off x="5410200" y="4052422"/>
            <a:ext cx="1219200" cy="3048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00" b="0" dirty="0">
                <a:solidFill>
                  <a:srgbClr val="111111"/>
                </a:solidFill>
                <a:latin typeface="Arial"/>
                <a:ea typeface="Arial"/>
                <a:cs typeface="Arial"/>
              </a:rPr>
              <a:t>EPT</a:t>
            </a:r>
            <a:r>
              <a:rPr sz="1600" b="0" baseline="-25000" dirty="0">
                <a:solidFill>
                  <a:srgbClr val="111111"/>
                </a:solidFill>
                <a:latin typeface="Arial"/>
                <a:ea typeface="Arial"/>
                <a:cs typeface="Arial"/>
              </a:rPr>
              <a:t>0-&gt;2</a:t>
            </a:r>
          </a:p>
        </p:txBody>
      </p:sp>
      <p:sp>
        <p:nvSpPr>
          <p:cNvPr id="37" name="矩形 36">
            <a:extLst>
              <a:ext uri="{FF2B5EF4-FFF2-40B4-BE49-F238E27FC236}">
                <a16:creationId xmlns:a16="http://schemas.microsoft.com/office/drawing/2014/main" id="{DB5F2AA2-DDBE-4807-A9D5-79EC306C91E7}"/>
              </a:ext>
            </a:extLst>
          </p:cNvPr>
          <p:cNvSpPr>
            <a:spLocks noGrp="1"/>
          </p:cNvSpPr>
          <p:nvPr/>
        </p:nvSpPr>
        <p:spPr>
          <a:xfrm>
            <a:off x="5638800" y="4369287"/>
            <a:ext cx="742950" cy="323850"/>
          </a:xfrm>
          <a:prstGeom prst="rect">
            <a:avLst/>
          </a:prstGeom>
          <a:solidFill>
            <a:srgbClr val="FFFFFF"/>
          </a:solidFill>
          <a:ln w="9525">
            <a:solidFill>
              <a:schemeClr val="bg1">
                <a:lumMod val="85000"/>
              </a:schemeClr>
            </a:solidFill>
            <a:prstDash val="solid"/>
          </a:ln>
        </p:spPr>
        <p:txBody>
          <a:bodyPr/>
          <a:lstStyle/>
          <a:p>
            <a:endParaRPr lang="en-US"/>
          </a:p>
        </p:txBody>
      </p:sp>
      <p:sp>
        <p:nvSpPr>
          <p:cNvPr id="38" name="直线连接符 37">
            <a:extLst>
              <a:ext uri="{FF2B5EF4-FFF2-40B4-BE49-F238E27FC236}">
                <a16:creationId xmlns:a16="http://schemas.microsoft.com/office/drawing/2014/main" id="{FE1693FD-379E-425D-886C-533EB49540C1}"/>
              </a:ext>
            </a:extLst>
          </p:cNvPr>
          <p:cNvSpPr>
            <a:spLocks noGrp="1"/>
          </p:cNvSpPr>
          <p:nvPr/>
        </p:nvSpPr>
        <p:spPr>
          <a:xfrm>
            <a:off x="5810250" y="4445487"/>
            <a:ext cx="400050" cy="0"/>
          </a:xfrm>
          <a:prstGeom prst="line">
            <a:avLst/>
          </a:prstGeom>
          <a:noFill/>
          <a:ln w="9525">
            <a:solidFill>
              <a:srgbClr val="D9D9D9"/>
            </a:solidFill>
            <a:prstDash val="solid"/>
          </a:ln>
        </p:spPr>
        <p:txBody>
          <a:bodyPr/>
          <a:lstStyle/>
          <a:p>
            <a:endParaRPr lang="en-US"/>
          </a:p>
        </p:txBody>
      </p:sp>
      <p:sp>
        <p:nvSpPr>
          <p:cNvPr id="39" name="直线连接符 38">
            <a:extLst>
              <a:ext uri="{FF2B5EF4-FFF2-40B4-BE49-F238E27FC236}">
                <a16:creationId xmlns:a16="http://schemas.microsoft.com/office/drawing/2014/main" id="{FC1AA4F5-5592-478A-AD07-B34A006ECDE4}"/>
              </a:ext>
            </a:extLst>
          </p:cNvPr>
          <p:cNvSpPr>
            <a:spLocks noGrp="1"/>
          </p:cNvSpPr>
          <p:nvPr/>
        </p:nvSpPr>
        <p:spPr>
          <a:xfrm>
            <a:off x="5810250" y="4531212"/>
            <a:ext cx="400050" cy="0"/>
          </a:xfrm>
          <a:prstGeom prst="line">
            <a:avLst/>
          </a:prstGeom>
          <a:noFill/>
          <a:ln w="9525">
            <a:solidFill>
              <a:srgbClr val="D9D9D9"/>
            </a:solidFill>
            <a:prstDash val="solid"/>
          </a:ln>
        </p:spPr>
        <p:txBody>
          <a:bodyPr/>
          <a:lstStyle/>
          <a:p>
            <a:endParaRPr lang="en-US"/>
          </a:p>
        </p:txBody>
      </p:sp>
      <p:sp>
        <p:nvSpPr>
          <p:cNvPr id="40" name="直线连接符 39">
            <a:extLst>
              <a:ext uri="{FF2B5EF4-FFF2-40B4-BE49-F238E27FC236}">
                <a16:creationId xmlns:a16="http://schemas.microsoft.com/office/drawing/2014/main" id="{7E95DCEC-9262-4433-AEBD-CC0C3017D378}"/>
              </a:ext>
            </a:extLst>
          </p:cNvPr>
          <p:cNvSpPr>
            <a:spLocks noGrp="1"/>
          </p:cNvSpPr>
          <p:nvPr/>
        </p:nvSpPr>
        <p:spPr>
          <a:xfrm>
            <a:off x="5810250" y="4616937"/>
            <a:ext cx="400050" cy="0"/>
          </a:xfrm>
          <a:prstGeom prst="line">
            <a:avLst/>
          </a:prstGeom>
          <a:noFill/>
          <a:ln w="9525">
            <a:solidFill>
              <a:srgbClr val="D9D9D9"/>
            </a:solidFill>
            <a:prstDash val="solid"/>
          </a:ln>
        </p:spPr>
        <p:txBody>
          <a:bodyPr/>
          <a:lstStyle/>
          <a:p>
            <a:endParaRPr lang="en-US"/>
          </a:p>
        </p:txBody>
      </p:sp>
      <p:sp>
        <p:nvSpPr>
          <p:cNvPr id="44" name="矩形 43">
            <a:extLst>
              <a:ext uri="{FF2B5EF4-FFF2-40B4-BE49-F238E27FC236}">
                <a16:creationId xmlns:a16="http://schemas.microsoft.com/office/drawing/2014/main" id="{1FF0FD75-9519-4022-8931-C41A87D31E9C}"/>
              </a:ext>
            </a:extLst>
          </p:cNvPr>
          <p:cNvSpPr>
            <a:spLocks noGrp="1"/>
          </p:cNvSpPr>
          <p:nvPr/>
        </p:nvSpPr>
        <p:spPr>
          <a:xfrm>
            <a:off x="2352675" y="4659277"/>
            <a:ext cx="2209800" cy="285750"/>
          </a:xfrm>
          <a:prstGeom prst="rect">
            <a:avLst/>
          </a:prstGeom>
          <a:noFill/>
          <a:ln w="0">
            <a:noFill/>
            <a:prstDash val="solid"/>
          </a:ln>
        </p:spPr>
        <p:txBody>
          <a:bodyPr wrap="square" lIns="0" tIns="0" rIns="0" bIns="0" anchor="t"/>
          <a:lstStyle/>
          <a:p>
            <a:pPr algn="ctr">
              <a:lnSpc>
                <a:spcPct val="100000"/>
              </a:lnSpc>
              <a:buNone/>
              <a:defRPr sz="1575" b="0">
                <a:solidFill>
                  <a:srgbClr val="111111"/>
                </a:solidFill>
                <a:latin typeface="Arial"/>
                <a:ea typeface="Arial"/>
                <a:cs typeface="Arial"/>
              </a:defRPr>
            </a:pPr>
            <a:r>
              <a:rPr sz="2000" b="1" dirty="0">
                <a:solidFill>
                  <a:srgbClr val="2E6CF7"/>
                </a:solidFill>
                <a:latin typeface="Arial"/>
                <a:ea typeface="Arial"/>
                <a:cs typeface="Arial"/>
              </a:rPr>
              <a:t>JANUS Mem </a:t>
            </a:r>
            <a:r>
              <a:rPr sz="2000" b="1" dirty="0" err="1">
                <a:solidFill>
                  <a:srgbClr val="2E6CF7"/>
                </a:solidFill>
                <a:latin typeface="Arial"/>
                <a:ea typeface="Arial"/>
                <a:cs typeface="Arial"/>
              </a:rPr>
              <a:t>virt</a:t>
            </a:r>
            <a:endParaRPr sz="2000" b="1" dirty="0">
              <a:solidFill>
                <a:srgbClr val="2E6CF7"/>
              </a:solidFill>
              <a:latin typeface="Arial"/>
              <a:ea typeface="Arial"/>
              <a:cs typeface="Arial"/>
            </a:endParaRPr>
          </a:p>
        </p:txBody>
      </p:sp>
      <p:sp>
        <p:nvSpPr>
          <p:cNvPr id="45" name="矩形 44">
            <a:extLst>
              <a:ext uri="{FF2B5EF4-FFF2-40B4-BE49-F238E27FC236}">
                <a16:creationId xmlns:a16="http://schemas.microsoft.com/office/drawing/2014/main" id="{D3B4B5AE-BC09-4CC0-AB9C-AD6339A9A298}"/>
              </a:ext>
            </a:extLst>
          </p:cNvPr>
          <p:cNvSpPr>
            <a:spLocks noGrp="1"/>
          </p:cNvSpPr>
          <p:nvPr/>
        </p:nvSpPr>
        <p:spPr>
          <a:xfrm>
            <a:off x="2343150" y="5198598"/>
            <a:ext cx="1504950" cy="2667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dirty="0">
                <a:solidFill>
                  <a:srgbClr val="111111"/>
                </a:solidFill>
                <a:latin typeface="Arial"/>
                <a:ea typeface="Arial"/>
                <a:cs typeface="Arial"/>
              </a:rPr>
              <a:t>VMCS</a:t>
            </a:r>
            <a:r>
              <a:rPr sz="1650" b="0" baseline="-25000" dirty="0">
                <a:solidFill>
                  <a:srgbClr val="111111"/>
                </a:solidFill>
                <a:latin typeface="Arial"/>
                <a:ea typeface="Arial"/>
                <a:cs typeface="Arial"/>
              </a:rPr>
              <a:t>0-&gt;1</a:t>
            </a:r>
          </a:p>
        </p:txBody>
      </p:sp>
      <p:sp>
        <p:nvSpPr>
          <p:cNvPr id="46" name="矩形 45">
            <a:extLst>
              <a:ext uri="{FF2B5EF4-FFF2-40B4-BE49-F238E27FC236}">
                <a16:creationId xmlns:a16="http://schemas.microsoft.com/office/drawing/2014/main" id="{3BE39348-EABC-4FF8-B595-9A23B6B147E6}"/>
              </a:ext>
            </a:extLst>
          </p:cNvPr>
          <p:cNvSpPr>
            <a:spLocks noGrp="1"/>
          </p:cNvSpPr>
          <p:nvPr/>
        </p:nvSpPr>
        <p:spPr>
          <a:xfrm>
            <a:off x="4267200" y="5198598"/>
            <a:ext cx="1104900" cy="2667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EPTP</a:t>
            </a:r>
          </a:p>
        </p:txBody>
      </p:sp>
      <p:sp>
        <p:nvSpPr>
          <p:cNvPr id="47" name="矩形 46">
            <a:extLst>
              <a:ext uri="{FF2B5EF4-FFF2-40B4-BE49-F238E27FC236}">
                <a16:creationId xmlns:a16="http://schemas.microsoft.com/office/drawing/2014/main" id="{704AC6CB-80BB-4A93-A179-14BDC87B277B}"/>
              </a:ext>
            </a:extLst>
          </p:cNvPr>
          <p:cNvSpPr>
            <a:spLocks noGrp="1"/>
          </p:cNvSpPr>
          <p:nvPr/>
        </p:nvSpPr>
        <p:spPr>
          <a:xfrm>
            <a:off x="6070994" y="5198598"/>
            <a:ext cx="819150" cy="2667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dirty="0">
                <a:solidFill>
                  <a:srgbClr val="111111"/>
                </a:solidFill>
                <a:latin typeface="Arial"/>
                <a:ea typeface="Arial"/>
                <a:cs typeface="Arial"/>
              </a:rPr>
              <a:t>CR3</a:t>
            </a:r>
          </a:p>
        </p:txBody>
      </p:sp>
      <p:sp>
        <p:nvSpPr>
          <p:cNvPr id="48" name="矩形 47">
            <a:extLst>
              <a:ext uri="{FF2B5EF4-FFF2-40B4-BE49-F238E27FC236}">
                <a16:creationId xmlns:a16="http://schemas.microsoft.com/office/drawing/2014/main" id="{4E1C44CE-4D31-4A2F-BC6A-E6D84000FF23}"/>
              </a:ext>
            </a:extLst>
          </p:cNvPr>
          <p:cNvSpPr>
            <a:spLocks noGrp="1"/>
          </p:cNvSpPr>
          <p:nvPr/>
        </p:nvSpPr>
        <p:spPr>
          <a:xfrm>
            <a:off x="7848600" y="1845797"/>
            <a:ext cx="3429000" cy="361950"/>
          </a:xfrm>
          <a:prstGeom prst="rect">
            <a:avLst/>
          </a:prstGeom>
          <a:noFill/>
          <a:ln w="0">
            <a:noFill/>
            <a:prstDash val="solid"/>
          </a:ln>
        </p:spPr>
        <p:txBody>
          <a:bodyPr wrap="square" lIns="0" tIns="0" rIns="0" bIns="0" anchor="t"/>
          <a:lstStyle/>
          <a:p>
            <a:pPr algn="l">
              <a:lnSpc>
                <a:spcPct val="100000"/>
              </a:lnSpc>
              <a:buNone/>
              <a:defRPr sz="2325" b="1">
                <a:solidFill>
                  <a:srgbClr val="111111"/>
                </a:solidFill>
                <a:latin typeface="Arial"/>
                <a:ea typeface="Arial"/>
                <a:cs typeface="Arial"/>
              </a:defRPr>
            </a:pPr>
            <a:r>
              <a:rPr sz="2325" b="1" dirty="0">
                <a:solidFill>
                  <a:srgbClr val="111111"/>
                </a:solidFill>
                <a:latin typeface="Arial"/>
                <a:ea typeface="Arial"/>
                <a:cs typeface="Arial"/>
              </a:rPr>
              <a:t>What changes</a:t>
            </a:r>
          </a:p>
        </p:txBody>
      </p:sp>
      <p:sp>
        <p:nvSpPr>
          <p:cNvPr id="49" name="矩形 48">
            <a:extLst>
              <a:ext uri="{FF2B5EF4-FFF2-40B4-BE49-F238E27FC236}">
                <a16:creationId xmlns:a16="http://schemas.microsoft.com/office/drawing/2014/main" id="{710FCA48-C9FD-40ED-B8E5-3D9857800764}"/>
              </a:ext>
            </a:extLst>
          </p:cNvPr>
          <p:cNvSpPr>
            <a:spLocks noGrp="1"/>
          </p:cNvSpPr>
          <p:nvPr/>
        </p:nvSpPr>
        <p:spPr>
          <a:xfrm>
            <a:off x="7848600" y="2455397"/>
            <a:ext cx="285750" cy="34290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a:t>
            </a:r>
          </a:p>
        </p:txBody>
      </p:sp>
      <p:sp>
        <p:nvSpPr>
          <p:cNvPr id="50" name="矩形 49">
            <a:extLst>
              <a:ext uri="{FF2B5EF4-FFF2-40B4-BE49-F238E27FC236}">
                <a16:creationId xmlns:a16="http://schemas.microsoft.com/office/drawing/2014/main" id="{3CEB1675-1D33-4E15-A0CE-0F086C42A497}"/>
              </a:ext>
            </a:extLst>
          </p:cNvPr>
          <p:cNvSpPr>
            <a:spLocks noGrp="1"/>
          </p:cNvSpPr>
          <p:nvPr/>
        </p:nvSpPr>
        <p:spPr>
          <a:xfrm>
            <a:off x="8305800" y="2436347"/>
            <a:ext cx="335280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L2 keeps its GPTs</a:t>
            </a:r>
          </a:p>
        </p:txBody>
      </p:sp>
      <p:sp>
        <p:nvSpPr>
          <p:cNvPr id="51" name="矩形 50">
            <a:extLst>
              <a:ext uri="{FF2B5EF4-FFF2-40B4-BE49-F238E27FC236}">
                <a16:creationId xmlns:a16="http://schemas.microsoft.com/office/drawing/2014/main" id="{35B9BA55-794F-4CF9-BAD8-55DD494EB73A}"/>
              </a:ext>
            </a:extLst>
          </p:cNvPr>
          <p:cNvSpPr>
            <a:spLocks noGrp="1"/>
          </p:cNvSpPr>
          <p:nvPr/>
        </p:nvSpPr>
        <p:spPr>
          <a:xfrm>
            <a:off x="8305800" y="2836397"/>
            <a:ext cx="3257550" cy="552450"/>
          </a:xfrm>
          <a:prstGeom prst="rect">
            <a:avLst/>
          </a:prstGeom>
          <a:noFill/>
          <a:ln w="0">
            <a:noFill/>
            <a:prstDash val="solid"/>
          </a:ln>
        </p:spPr>
        <p:txBody>
          <a:bodyPr wrap="square" lIns="0" tIns="0" rIns="0" bIns="0" anchor="t"/>
          <a:lstStyle/>
          <a:p>
            <a:pPr algn="l">
              <a:lnSpc>
                <a:spcPct val="108000"/>
              </a:lnSpc>
              <a:buNone/>
              <a:defRPr sz="1575" b="0">
                <a:solidFill>
                  <a:srgbClr val="111111"/>
                </a:solidFill>
                <a:latin typeface="Arial"/>
                <a:ea typeface="Arial"/>
                <a:cs typeface="Arial"/>
              </a:defRPr>
            </a:pPr>
            <a:r>
              <a:rPr sz="1575" b="0" dirty="0">
                <a:solidFill>
                  <a:srgbClr val="111111"/>
                </a:solidFill>
                <a:latin typeface="Arial"/>
                <a:ea typeface="Arial"/>
                <a:cs typeface="Arial"/>
              </a:rPr>
              <a:t>normal guest page-table behavior remains writable</a:t>
            </a:r>
          </a:p>
        </p:txBody>
      </p:sp>
      <p:sp>
        <p:nvSpPr>
          <p:cNvPr id="52" name="矩形 51">
            <a:extLst>
              <a:ext uri="{FF2B5EF4-FFF2-40B4-BE49-F238E27FC236}">
                <a16:creationId xmlns:a16="http://schemas.microsoft.com/office/drawing/2014/main" id="{5312FAB2-A16E-4EA5-B53C-E9C22F25BFDF}"/>
              </a:ext>
            </a:extLst>
          </p:cNvPr>
          <p:cNvSpPr>
            <a:spLocks noGrp="1"/>
          </p:cNvSpPr>
          <p:nvPr/>
        </p:nvSpPr>
        <p:spPr>
          <a:xfrm>
            <a:off x="7848600" y="3560297"/>
            <a:ext cx="285750" cy="34290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a:t>
            </a:r>
          </a:p>
        </p:txBody>
      </p:sp>
      <p:sp>
        <p:nvSpPr>
          <p:cNvPr id="53" name="矩形 52">
            <a:extLst>
              <a:ext uri="{FF2B5EF4-FFF2-40B4-BE49-F238E27FC236}">
                <a16:creationId xmlns:a16="http://schemas.microsoft.com/office/drawing/2014/main" id="{A0845ABA-2E18-49B2-BC3F-8708733695CF}"/>
              </a:ext>
            </a:extLst>
          </p:cNvPr>
          <p:cNvSpPr>
            <a:spLocks noGrp="1"/>
          </p:cNvSpPr>
          <p:nvPr/>
        </p:nvSpPr>
        <p:spPr>
          <a:xfrm>
            <a:off x="8305800" y="3541247"/>
            <a:ext cx="335280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lang="en-US" sz="1875" b="1" dirty="0">
                <a:solidFill>
                  <a:srgbClr val="2E6CF7"/>
                </a:solidFill>
                <a:latin typeface="Arial"/>
                <a:ea typeface="Arial"/>
                <a:cs typeface="Arial"/>
              </a:rPr>
              <a:t>L2 exits </a:t>
            </a:r>
            <a:r>
              <a:rPr sz="1875" b="1" dirty="0">
                <a:solidFill>
                  <a:srgbClr val="2E6CF7"/>
                </a:solidFill>
                <a:latin typeface="Arial"/>
                <a:ea typeface="Arial"/>
                <a:cs typeface="Arial"/>
              </a:rPr>
              <a:t>stay </a:t>
            </a:r>
            <a:r>
              <a:rPr lang="en-US" sz="1875" b="1" dirty="0">
                <a:solidFill>
                  <a:srgbClr val="2E6CF7"/>
                </a:solidFill>
                <a:latin typeface="Arial"/>
                <a:ea typeface="Arial"/>
                <a:cs typeface="Arial"/>
              </a:rPr>
              <a:t>within L1</a:t>
            </a:r>
            <a:endParaRPr sz="1875" b="1" dirty="0">
              <a:solidFill>
                <a:srgbClr val="2E6CF7"/>
              </a:solidFill>
              <a:latin typeface="Arial"/>
              <a:ea typeface="Arial"/>
              <a:cs typeface="Arial"/>
            </a:endParaRPr>
          </a:p>
        </p:txBody>
      </p:sp>
      <p:sp>
        <p:nvSpPr>
          <p:cNvPr id="54" name="矩形 53">
            <a:extLst>
              <a:ext uri="{FF2B5EF4-FFF2-40B4-BE49-F238E27FC236}">
                <a16:creationId xmlns:a16="http://schemas.microsoft.com/office/drawing/2014/main" id="{4CF6BFD8-9D21-47DC-92F1-FD8EB5E65231}"/>
              </a:ext>
            </a:extLst>
          </p:cNvPr>
          <p:cNvSpPr>
            <a:spLocks noGrp="1"/>
          </p:cNvSpPr>
          <p:nvPr/>
        </p:nvSpPr>
        <p:spPr>
          <a:xfrm>
            <a:off x="8305800" y="3941297"/>
            <a:ext cx="3257550" cy="552450"/>
          </a:xfrm>
          <a:prstGeom prst="rect">
            <a:avLst/>
          </a:prstGeom>
          <a:noFill/>
          <a:ln w="0">
            <a:noFill/>
            <a:prstDash val="solid"/>
          </a:ln>
        </p:spPr>
        <p:txBody>
          <a:bodyPr wrap="square" lIns="0" tIns="0" rIns="0" bIns="0" anchor="t"/>
          <a:lstStyle/>
          <a:p>
            <a:pPr algn="l">
              <a:lnSpc>
                <a:spcPct val="108000"/>
              </a:lnSpc>
              <a:buNone/>
              <a:defRPr sz="1575" b="0">
                <a:solidFill>
                  <a:srgbClr val="111111"/>
                </a:solidFill>
                <a:latin typeface="Arial"/>
                <a:ea typeface="Arial"/>
                <a:cs typeface="Arial"/>
              </a:defRPr>
            </a:pPr>
            <a:r>
              <a:rPr sz="1575" b="0">
                <a:solidFill>
                  <a:srgbClr val="111111"/>
                </a:solidFill>
                <a:latin typeface="Arial"/>
                <a:ea typeface="Arial"/>
                <a:cs typeface="Arial"/>
              </a:rPr>
              <a:t>common exits and events are handled by L1</a:t>
            </a:r>
          </a:p>
        </p:txBody>
      </p:sp>
      <p:sp>
        <p:nvSpPr>
          <p:cNvPr id="55" name="矩形 54">
            <a:extLst>
              <a:ext uri="{FF2B5EF4-FFF2-40B4-BE49-F238E27FC236}">
                <a16:creationId xmlns:a16="http://schemas.microsoft.com/office/drawing/2014/main" id="{31A8BA47-985C-48B9-8301-67D8705B3386}"/>
              </a:ext>
            </a:extLst>
          </p:cNvPr>
          <p:cNvSpPr>
            <a:spLocks noGrp="1"/>
          </p:cNvSpPr>
          <p:nvPr/>
        </p:nvSpPr>
        <p:spPr>
          <a:xfrm>
            <a:off x="7848600" y="4665197"/>
            <a:ext cx="285750" cy="34290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a:t>
            </a:r>
          </a:p>
        </p:txBody>
      </p:sp>
      <p:sp>
        <p:nvSpPr>
          <p:cNvPr id="56" name="矩形 55">
            <a:extLst>
              <a:ext uri="{FF2B5EF4-FFF2-40B4-BE49-F238E27FC236}">
                <a16:creationId xmlns:a16="http://schemas.microsoft.com/office/drawing/2014/main" id="{5CA567D0-8F7A-4BD4-A4C0-62FAF74D3C3F}"/>
              </a:ext>
            </a:extLst>
          </p:cNvPr>
          <p:cNvSpPr>
            <a:spLocks noGrp="1"/>
          </p:cNvSpPr>
          <p:nvPr/>
        </p:nvSpPr>
        <p:spPr>
          <a:xfrm>
            <a:off x="8305800" y="4646147"/>
            <a:ext cx="335280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L0 </a:t>
            </a:r>
            <a:r>
              <a:rPr lang="en-US" sz="1875" b="1" dirty="0">
                <a:solidFill>
                  <a:srgbClr val="2E6CF7"/>
                </a:solidFill>
                <a:latin typeface="Arial"/>
                <a:ea typeface="Arial"/>
                <a:cs typeface="Arial"/>
              </a:rPr>
              <a:t>handles L2-L0 address translation, bypassing L1</a:t>
            </a:r>
            <a:endParaRPr sz="1875" b="1" dirty="0">
              <a:solidFill>
                <a:srgbClr val="2E6CF7"/>
              </a:solidFill>
              <a:latin typeface="Arial"/>
              <a:ea typeface="Arial"/>
              <a:cs typeface="Arial"/>
            </a:endParaRPr>
          </a:p>
        </p:txBody>
      </p:sp>
      <p:sp>
        <p:nvSpPr>
          <p:cNvPr id="57" name="矩形 56">
            <a:extLst>
              <a:ext uri="{FF2B5EF4-FFF2-40B4-BE49-F238E27FC236}">
                <a16:creationId xmlns:a16="http://schemas.microsoft.com/office/drawing/2014/main" id="{7FAF2CDD-C6A0-480E-BD8F-4609115971B3}"/>
              </a:ext>
            </a:extLst>
          </p:cNvPr>
          <p:cNvSpPr>
            <a:spLocks noGrp="1"/>
          </p:cNvSpPr>
          <p:nvPr/>
        </p:nvSpPr>
        <p:spPr>
          <a:xfrm>
            <a:off x="8305800" y="5383822"/>
            <a:ext cx="3714750" cy="552450"/>
          </a:xfrm>
          <a:prstGeom prst="rect">
            <a:avLst/>
          </a:prstGeom>
          <a:noFill/>
          <a:ln w="0">
            <a:noFill/>
            <a:prstDash val="solid"/>
          </a:ln>
        </p:spPr>
        <p:txBody>
          <a:bodyPr wrap="square" lIns="0" tIns="0" rIns="0" bIns="0" anchor="t"/>
          <a:lstStyle/>
          <a:p>
            <a:pPr algn="l">
              <a:lnSpc>
                <a:spcPct val="108000"/>
              </a:lnSpc>
              <a:buNone/>
              <a:defRPr sz="1575" b="0">
                <a:solidFill>
                  <a:srgbClr val="111111"/>
                </a:solidFill>
                <a:latin typeface="Arial"/>
                <a:ea typeface="Arial"/>
                <a:cs typeface="Arial"/>
              </a:defRPr>
            </a:pPr>
            <a:r>
              <a:rPr sz="1575" b="0" dirty="0">
                <a:solidFill>
                  <a:srgbClr val="111111"/>
                </a:solidFill>
                <a:latin typeface="Arial"/>
                <a:ea typeface="Arial"/>
                <a:cs typeface="Arial"/>
              </a:rPr>
              <a:t>final GPA</a:t>
            </a:r>
            <a:r>
              <a:rPr sz="1575" b="0" baseline="-25000" dirty="0">
                <a:solidFill>
                  <a:srgbClr val="111111"/>
                </a:solidFill>
                <a:latin typeface="Arial"/>
                <a:ea typeface="Arial"/>
                <a:cs typeface="Arial"/>
              </a:rPr>
              <a:t>L2</a:t>
            </a:r>
            <a:r>
              <a:rPr sz="1575" b="0" dirty="0">
                <a:solidFill>
                  <a:srgbClr val="111111"/>
                </a:solidFill>
                <a:latin typeface="Arial"/>
                <a:ea typeface="Arial"/>
                <a:cs typeface="Arial"/>
              </a:rPr>
              <a:t> -&gt; HPA mappings use EPT</a:t>
            </a:r>
            <a:r>
              <a:rPr sz="1575" b="0" baseline="-25000" dirty="0">
                <a:solidFill>
                  <a:srgbClr val="111111"/>
                </a:solidFill>
                <a:latin typeface="Arial"/>
                <a:ea typeface="Arial"/>
                <a:cs typeface="Arial"/>
              </a:rPr>
              <a:t>0-&gt;2</a:t>
            </a:r>
          </a:p>
        </p:txBody>
      </p:sp>
      <p:sp>
        <p:nvSpPr>
          <p:cNvPr id="59" name="矩形 58">
            <a:extLst>
              <a:ext uri="{FF2B5EF4-FFF2-40B4-BE49-F238E27FC236}">
                <a16:creationId xmlns:a16="http://schemas.microsoft.com/office/drawing/2014/main" id="{37EC50B6-9418-4E33-A5B0-9348F3E0E01C}"/>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14</a:t>
            </a:r>
          </a:p>
        </p:txBody>
      </p:sp>
      <p:sp>
        <p:nvSpPr>
          <p:cNvPr id="61" name="上下箭头 60">
            <a:extLst>
              <a:ext uri="{FF2B5EF4-FFF2-40B4-BE49-F238E27FC236}">
                <a16:creationId xmlns:a16="http://schemas.microsoft.com/office/drawing/2014/main" id="{B49FB57A-A1BE-17A5-8755-314AB718511E}"/>
              </a:ext>
            </a:extLst>
          </p:cNvPr>
          <p:cNvSpPr/>
          <p:nvPr/>
        </p:nvSpPr>
        <p:spPr>
          <a:xfrm>
            <a:off x="3619499" y="2836398"/>
            <a:ext cx="228601" cy="323848"/>
          </a:xfrm>
          <a:prstGeom prst="upDownArrow">
            <a:avLst/>
          </a:prstGeom>
          <a:solidFill>
            <a:srgbClr val="5F63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2" name="肘形连接符 61">
            <a:extLst>
              <a:ext uri="{FF2B5EF4-FFF2-40B4-BE49-F238E27FC236}">
                <a16:creationId xmlns:a16="http://schemas.microsoft.com/office/drawing/2014/main" id="{06A50B46-4FCA-232A-1F92-EE306B82D9BE}"/>
              </a:ext>
            </a:extLst>
          </p:cNvPr>
          <p:cNvCxnSpPr>
            <a:cxnSpLocks/>
            <a:stCxn id="47" idx="0"/>
            <a:endCxn id="20" idx="3"/>
          </p:cNvCxnSpPr>
          <p:nvPr/>
        </p:nvCxnSpPr>
        <p:spPr>
          <a:xfrm rot="16200000" flipV="1">
            <a:off x="4773809" y="3491838"/>
            <a:ext cx="2847976" cy="565544"/>
          </a:xfrm>
          <a:prstGeom prst="bentConnector2">
            <a:avLst/>
          </a:prstGeom>
          <a:ln w="254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7" name="上下箭头 66">
            <a:extLst>
              <a:ext uri="{FF2B5EF4-FFF2-40B4-BE49-F238E27FC236}">
                <a16:creationId xmlns:a16="http://schemas.microsoft.com/office/drawing/2014/main" id="{2B025EE9-1269-453F-575D-999468B524D3}"/>
              </a:ext>
            </a:extLst>
          </p:cNvPr>
          <p:cNvSpPr/>
          <p:nvPr/>
        </p:nvSpPr>
        <p:spPr>
          <a:xfrm>
            <a:off x="3427806" y="3822551"/>
            <a:ext cx="191693" cy="269241"/>
          </a:xfrm>
          <a:prstGeom prst="upDownArrow">
            <a:avLst/>
          </a:prstGeom>
          <a:solidFill>
            <a:srgbClr val="5F63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0" name="肘形连接符 69">
            <a:extLst>
              <a:ext uri="{FF2B5EF4-FFF2-40B4-BE49-F238E27FC236}">
                <a16:creationId xmlns:a16="http://schemas.microsoft.com/office/drawing/2014/main" id="{6CAA19D5-1FCC-CDA3-D60A-38821BD94843}"/>
              </a:ext>
            </a:extLst>
          </p:cNvPr>
          <p:cNvCxnSpPr>
            <a:cxnSpLocks/>
          </p:cNvCxnSpPr>
          <p:nvPr/>
        </p:nvCxnSpPr>
        <p:spPr>
          <a:xfrm rot="16200000" flipH="1">
            <a:off x="4669607" y="3711576"/>
            <a:ext cx="117840" cy="1585202"/>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439EF5FE-8E84-4002-0714-7F237B81147A}"/>
              </a:ext>
            </a:extLst>
          </p:cNvPr>
          <p:cNvSpPr>
            <a:spLocks noGrp="1"/>
          </p:cNvSpPr>
          <p:nvPr/>
        </p:nvSpPr>
        <p:spPr>
          <a:xfrm>
            <a:off x="2914650" y="3146364"/>
            <a:ext cx="1510349" cy="314012"/>
          </a:xfrm>
          <a:prstGeom prst="rect">
            <a:avLst/>
          </a:prstGeom>
          <a:solidFill>
            <a:schemeClr val="accent4">
              <a:lumMod val="40000"/>
              <a:lumOff val="60000"/>
            </a:schemeClr>
          </a:solidFill>
          <a:ln w="10478">
            <a:solidFill>
              <a:schemeClr val="bg1">
                <a:lumMod val="85000"/>
              </a:schemeClr>
            </a:solidFill>
            <a:prstDash val="solid"/>
          </a:ln>
        </p:spPr>
        <p:txBody>
          <a:bodyPr wrap="square" lIns="76200" tIns="0" rIns="76200" bIns="0" anchor="ctr"/>
          <a:lstStyle/>
          <a:p>
            <a:pPr algn="ctr">
              <a:lnSpc>
                <a:spcPct val="105000"/>
              </a:lnSpc>
              <a:buNone/>
              <a:defRPr sz="1350" b="0">
                <a:solidFill>
                  <a:srgbClr val="111111"/>
                </a:solidFill>
                <a:latin typeface="Arial"/>
                <a:ea typeface="Arial"/>
                <a:cs typeface="Arial"/>
              </a:defRPr>
            </a:pPr>
            <a:r>
              <a:rPr lang="en-US" sz="1600" b="0" dirty="0">
                <a:solidFill>
                  <a:srgbClr val="111111"/>
                </a:solidFill>
                <a:latin typeface="Arial"/>
                <a:ea typeface="Arial"/>
                <a:cs typeface="Arial"/>
              </a:rPr>
              <a:t>switcher</a:t>
            </a:r>
            <a:endParaRPr sz="1600" b="0" dirty="0">
              <a:solidFill>
                <a:srgbClr val="111111"/>
              </a:solidFill>
              <a:latin typeface="Arial"/>
              <a:ea typeface="Arial"/>
              <a:cs typeface="Arial"/>
            </a:endParaRPr>
          </a:p>
        </p:txBody>
      </p:sp>
      <p:cxnSp>
        <p:nvCxnSpPr>
          <p:cNvPr id="72" name="肘形连接符 71">
            <a:extLst>
              <a:ext uri="{FF2B5EF4-FFF2-40B4-BE49-F238E27FC236}">
                <a16:creationId xmlns:a16="http://schemas.microsoft.com/office/drawing/2014/main" id="{7083BB33-90E0-F4C8-25AF-6BEB04E661A4}"/>
              </a:ext>
            </a:extLst>
          </p:cNvPr>
          <p:cNvCxnSpPr>
            <a:cxnSpLocks/>
          </p:cNvCxnSpPr>
          <p:nvPr/>
        </p:nvCxnSpPr>
        <p:spPr>
          <a:xfrm flipV="1">
            <a:off x="5151596" y="4717267"/>
            <a:ext cx="638175" cy="600710"/>
          </a:xfrm>
          <a:prstGeom prst="bentConnector2">
            <a:avLst/>
          </a:prstGeom>
          <a:ln w="254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5CCCB64B-BBE6-8552-893A-5A08F5281C59}"/>
              </a:ext>
            </a:extLst>
          </p:cNvPr>
          <p:cNvSpPr>
            <a:spLocks noGrp="1"/>
          </p:cNvSpPr>
          <p:nvPr/>
        </p:nvSpPr>
        <p:spPr>
          <a:xfrm>
            <a:off x="2917349" y="1794045"/>
            <a:ext cx="1504950" cy="2667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lang="en-US" sz="1600" b="0" dirty="0">
                <a:solidFill>
                  <a:srgbClr val="111111"/>
                </a:solidFill>
                <a:latin typeface="Arial"/>
                <a:ea typeface="Arial"/>
                <a:cs typeface="Arial"/>
              </a:rPr>
              <a:t>L2</a:t>
            </a:r>
            <a:endParaRPr sz="1600" b="0" baseline="-25000" dirty="0">
              <a:solidFill>
                <a:srgbClr val="111111"/>
              </a:solidFill>
              <a:latin typeface="Arial"/>
              <a:ea typeface="Arial"/>
              <a:cs typeface="Arial"/>
            </a:endParaRPr>
          </a:p>
        </p:txBody>
      </p:sp>
      <p:sp>
        <p:nvSpPr>
          <p:cNvPr id="77" name="矩形 76">
            <a:extLst>
              <a:ext uri="{FF2B5EF4-FFF2-40B4-BE49-F238E27FC236}">
                <a16:creationId xmlns:a16="http://schemas.microsoft.com/office/drawing/2014/main" id="{57D31521-DDE9-FCF6-DD7B-52645A0DEEE6}"/>
              </a:ext>
            </a:extLst>
          </p:cNvPr>
          <p:cNvSpPr>
            <a:spLocks noGrp="1"/>
          </p:cNvSpPr>
          <p:nvPr/>
        </p:nvSpPr>
        <p:spPr>
          <a:xfrm>
            <a:off x="4781550" y="1801189"/>
            <a:ext cx="1504950" cy="2667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lang="en-US" sz="1600" b="0" dirty="0">
                <a:solidFill>
                  <a:srgbClr val="111111"/>
                </a:solidFill>
                <a:latin typeface="Arial"/>
                <a:ea typeface="Arial"/>
                <a:cs typeface="Arial"/>
              </a:rPr>
              <a:t>L2</a:t>
            </a:r>
            <a:endParaRPr sz="1600" b="0" baseline="-25000" dirty="0">
              <a:solidFill>
                <a:srgbClr val="111111"/>
              </a:solidFill>
              <a:latin typeface="Arial"/>
              <a:ea typeface="Arial"/>
              <a:cs typeface="Arial"/>
            </a:endParaRPr>
          </a:p>
        </p:txBody>
      </p:sp>
    </p:spTree>
    <p:extLst>
      <p:ext uri="{BB962C8B-B14F-4D97-AF65-F5344CB8AC3E}">
        <p14:creationId xmlns:p14="http://schemas.microsoft.com/office/powerpoint/2010/main" val="184024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4" grpId="0"/>
      <p:bldP spid="48" grpId="0"/>
      <p:bldP spid="49" grpId="0"/>
      <p:bldP spid="50" grpId="0"/>
      <p:bldP spid="51" grpId="0"/>
      <p:bldP spid="52" grpId="0"/>
      <p:bldP spid="53" grpId="0"/>
      <p:bldP spid="54" grpId="0"/>
      <p:bldP spid="55" grpId="0"/>
      <p:bldP spid="56" grpId="0"/>
      <p:bldP spid="5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文本框 108">
            <a:extLst>
              <a:ext uri="{FF2B5EF4-FFF2-40B4-BE49-F238E27FC236}">
                <a16:creationId xmlns:a16="http://schemas.microsoft.com/office/drawing/2014/main" id="{5B5EB708-99A0-31ED-9E69-FF58F41DC423}"/>
              </a:ext>
            </a:extLst>
          </p:cNvPr>
          <p:cNvSpPr txBox="1"/>
          <p:nvPr/>
        </p:nvSpPr>
        <p:spPr>
          <a:xfrm>
            <a:off x="4485722" y="4269917"/>
            <a:ext cx="2017459" cy="646331"/>
          </a:xfrm>
          <a:prstGeom prst="rect">
            <a:avLst/>
          </a:prstGeom>
          <a:noFill/>
        </p:spPr>
        <p:txBody>
          <a:bodyPr wrap="square" rtlCol="0">
            <a:spAutoFit/>
          </a:bodyPr>
          <a:lstStyle/>
          <a:p>
            <a:r>
              <a:rPr kumimoji="1" lang="en-US" altLang="zh-CN">
                <a:latin typeface="+mj-lt"/>
                <a:cs typeface="Calibri" panose="020F0502020204030204" pitchFamily="34" charset="0"/>
              </a:rPr>
              <a:t>VM exit</a:t>
            </a:r>
          </a:p>
          <a:p>
            <a:r>
              <a:rPr kumimoji="1" lang="en-US" altLang="zh-CN">
                <a:latin typeface="+mj-lt"/>
                <a:cs typeface="Calibri" panose="020F0502020204030204" pitchFamily="34" charset="0"/>
              </a:rPr>
              <a:t>(function return)</a:t>
            </a:r>
            <a:endParaRPr kumimoji="1" lang="zh-CN" altLang="en-US">
              <a:latin typeface="+mj-lt"/>
              <a:cs typeface="Calibri" panose="020F0502020204030204" pitchFamily="34" charset="0"/>
            </a:endParaRPr>
          </a:p>
        </p:txBody>
      </p:sp>
      <p:sp>
        <p:nvSpPr>
          <p:cNvPr id="108" name="文本框 107">
            <a:extLst>
              <a:ext uri="{FF2B5EF4-FFF2-40B4-BE49-F238E27FC236}">
                <a16:creationId xmlns:a16="http://schemas.microsoft.com/office/drawing/2014/main" id="{CCEF5480-A0A5-D7C2-71DF-DE2F9FAB4C72}"/>
              </a:ext>
            </a:extLst>
          </p:cNvPr>
          <p:cNvSpPr txBox="1"/>
          <p:nvPr/>
        </p:nvSpPr>
        <p:spPr>
          <a:xfrm>
            <a:off x="1683386" y="4238610"/>
            <a:ext cx="2017459" cy="646331"/>
          </a:xfrm>
          <a:prstGeom prst="rect">
            <a:avLst/>
          </a:prstGeom>
          <a:noFill/>
        </p:spPr>
        <p:txBody>
          <a:bodyPr wrap="square" rtlCol="0">
            <a:spAutoFit/>
          </a:bodyPr>
          <a:lstStyle/>
          <a:p>
            <a:pPr algn="r"/>
            <a:r>
              <a:rPr kumimoji="1" lang="en-US" altLang="zh-CN">
                <a:latin typeface="+mj-lt"/>
                <a:cs typeface="Calibri" panose="020F0502020204030204" pitchFamily="34" charset="0"/>
              </a:rPr>
              <a:t>VM entry</a:t>
            </a:r>
          </a:p>
          <a:p>
            <a:pPr algn="r"/>
            <a:r>
              <a:rPr kumimoji="1" lang="en-US" altLang="zh-CN">
                <a:latin typeface="+mj-lt"/>
                <a:cs typeface="Calibri" panose="020F0502020204030204" pitchFamily="34" charset="0"/>
              </a:rPr>
              <a:t>(function call)</a:t>
            </a:r>
            <a:endParaRPr kumimoji="1" lang="zh-CN" altLang="en-US">
              <a:latin typeface="+mj-lt"/>
              <a:cs typeface="Calibri" panose="020F0502020204030204" pitchFamily="34" charset="0"/>
            </a:endParaRPr>
          </a:p>
        </p:txBody>
      </p:sp>
      <p:sp>
        <p:nvSpPr>
          <p:cNvPr id="90" name="圆角矩形 4">
            <a:extLst>
              <a:ext uri="{FF2B5EF4-FFF2-40B4-BE49-F238E27FC236}">
                <a16:creationId xmlns:a16="http://schemas.microsoft.com/office/drawing/2014/main" id="{ECD09CE7-F964-0B89-FE43-E8148E6CFCB8}"/>
              </a:ext>
            </a:extLst>
          </p:cNvPr>
          <p:cNvSpPr/>
          <p:nvPr/>
        </p:nvSpPr>
        <p:spPr>
          <a:xfrm>
            <a:off x="2305970" y="1948548"/>
            <a:ext cx="3520726" cy="654243"/>
          </a:xfrm>
          <a:prstGeom prst="roundRect">
            <a:avLst/>
          </a:prstGeom>
          <a:solidFill>
            <a:schemeClr val="bg2"/>
          </a:solidFill>
          <a:ln w="254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j-lt"/>
              <a:cs typeface="Calibri" panose="020F0502020204030204" pitchFamily="34" charset="0"/>
            </a:endParaRPr>
          </a:p>
        </p:txBody>
      </p:sp>
      <p:cxnSp>
        <p:nvCxnSpPr>
          <p:cNvPr id="91" name="直线连接符 5">
            <a:extLst>
              <a:ext uri="{FF2B5EF4-FFF2-40B4-BE49-F238E27FC236}">
                <a16:creationId xmlns:a16="http://schemas.microsoft.com/office/drawing/2014/main" id="{1B034ED3-ACFB-186F-0D3D-5B90E1116BC0}"/>
              </a:ext>
            </a:extLst>
          </p:cNvPr>
          <p:cNvCxnSpPr>
            <a:cxnSpLocks/>
            <a:stCxn id="90" idx="0"/>
            <a:endCxn id="90" idx="2"/>
          </p:cNvCxnSpPr>
          <p:nvPr/>
        </p:nvCxnSpPr>
        <p:spPr>
          <a:xfrm>
            <a:off x="4066333" y="1948548"/>
            <a:ext cx="0" cy="654243"/>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106C398C-4EED-4E8B-12FE-752C489411DA}"/>
              </a:ext>
            </a:extLst>
          </p:cNvPr>
          <p:cNvSpPr txBox="1"/>
          <p:nvPr/>
        </p:nvSpPr>
        <p:spPr>
          <a:xfrm>
            <a:off x="3917660" y="1922945"/>
            <a:ext cx="2162519" cy="646331"/>
          </a:xfrm>
          <a:prstGeom prst="rect">
            <a:avLst/>
          </a:prstGeom>
          <a:noFill/>
        </p:spPr>
        <p:txBody>
          <a:bodyPr wrap="square" rtlCol="0">
            <a:spAutoFit/>
          </a:bodyPr>
          <a:lstStyle/>
          <a:p>
            <a:pPr algn="ctr"/>
            <a:r>
              <a:rPr kumimoji="1" lang="en-US" altLang="zh-CN" dirty="0">
                <a:latin typeface="+mj-lt"/>
                <a:cs typeface="Calibri" panose="020F0502020204030204" pitchFamily="34" charset="0"/>
              </a:rPr>
              <a:t>kernel</a:t>
            </a:r>
          </a:p>
          <a:p>
            <a:pPr algn="ctr"/>
            <a:r>
              <a:rPr kumimoji="1" lang="en-US" altLang="zh-CN" dirty="0">
                <a:latin typeface="+mj-lt"/>
                <a:cs typeface="Calibri" panose="020F0502020204030204" pitchFamily="34" charset="0"/>
              </a:rPr>
              <a:t>(v_ring0)</a:t>
            </a:r>
            <a:endParaRPr kumimoji="1" lang="zh-CN" altLang="en-US" dirty="0">
              <a:latin typeface="+mj-lt"/>
              <a:cs typeface="Calibri" panose="020F0502020204030204" pitchFamily="34" charset="0"/>
            </a:endParaRPr>
          </a:p>
        </p:txBody>
      </p:sp>
      <p:sp>
        <p:nvSpPr>
          <p:cNvPr id="93" name="文本框 92">
            <a:extLst>
              <a:ext uri="{FF2B5EF4-FFF2-40B4-BE49-F238E27FC236}">
                <a16:creationId xmlns:a16="http://schemas.microsoft.com/office/drawing/2014/main" id="{F7C724C5-A822-B393-0AF5-40FB225E5573}"/>
              </a:ext>
            </a:extLst>
          </p:cNvPr>
          <p:cNvSpPr txBox="1"/>
          <p:nvPr/>
        </p:nvSpPr>
        <p:spPr>
          <a:xfrm>
            <a:off x="2338698" y="1912683"/>
            <a:ext cx="1737875" cy="646331"/>
          </a:xfrm>
          <a:prstGeom prst="rect">
            <a:avLst/>
          </a:prstGeom>
          <a:noFill/>
        </p:spPr>
        <p:txBody>
          <a:bodyPr wrap="square" rtlCol="0">
            <a:spAutoFit/>
          </a:bodyPr>
          <a:lstStyle/>
          <a:p>
            <a:pPr algn="ctr"/>
            <a:r>
              <a:rPr kumimoji="1" lang="en-US" altLang="zh-CN" dirty="0">
                <a:latin typeface="+mj-lt"/>
                <a:cs typeface="Calibri" panose="020F0502020204030204" pitchFamily="34" charset="0"/>
              </a:rPr>
              <a:t>user</a:t>
            </a:r>
          </a:p>
          <a:p>
            <a:pPr algn="ctr"/>
            <a:r>
              <a:rPr kumimoji="1" lang="en-US" altLang="zh-CN" dirty="0">
                <a:latin typeface="+mj-lt"/>
                <a:cs typeface="Calibri" panose="020F0502020204030204" pitchFamily="34" charset="0"/>
              </a:rPr>
              <a:t>(v_ring3)</a:t>
            </a:r>
            <a:endParaRPr kumimoji="1" lang="zh-CN" altLang="en-US" dirty="0">
              <a:latin typeface="+mj-lt"/>
              <a:cs typeface="Calibri" panose="020F0502020204030204" pitchFamily="34" charset="0"/>
            </a:endParaRPr>
          </a:p>
        </p:txBody>
      </p:sp>
      <p:sp>
        <p:nvSpPr>
          <p:cNvPr id="94" name="文本框 93">
            <a:extLst>
              <a:ext uri="{FF2B5EF4-FFF2-40B4-BE49-F238E27FC236}">
                <a16:creationId xmlns:a16="http://schemas.microsoft.com/office/drawing/2014/main" id="{BD3F0918-C803-EB00-76C1-653068642FED}"/>
              </a:ext>
            </a:extLst>
          </p:cNvPr>
          <p:cNvSpPr txBox="1"/>
          <p:nvPr/>
        </p:nvSpPr>
        <p:spPr>
          <a:xfrm>
            <a:off x="628554" y="1564835"/>
            <a:ext cx="1638977" cy="400110"/>
          </a:xfrm>
          <a:prstGeom prst="rect">
            <a:avLst/>
          </a:prstGeom>
          <a:solidFill>
            <a:schemeClr val="accent4">
              <a:lumMod val="40000"/>
              <a:lumOff val="60000"/>
            </a:schemeClr>
          </a:solidFill>
        </p:spPr>
        <p:txBody>
          <a:bodyPr wrap="square" rtlCol="0">
            <a:spAutoFit/>
          </a:bodyPr>
          <a:lstStyle/>
          <a:p>
            <a:pPr algn="ctr"/>
            <a:r>
              <a:rPr kumimoji="1" lang="en-US" altLang="zh-CN" sz="2000">
                <a:latin typeface="+mj-lt"/>
                <a:cs typeface="Calibri" panose="020F0502020204030204" pitchFamily="34" charset="0"/>
              </a:rPr>
              <a:t>L2 guest</a:t>
            </a:r>
            <a:endParaRPr kumimoji="1" lang="zh-CN" altLang="en-US" sz="2000">
              <a:latin typeface="+mj-lt"/>
              <a:cs typeface="Calibri" panose="020F0502020204030204" pitchFamily="34" charset="0"/>
            </a:endParaRPr>
          </a:p>
        </p:txBody>
      </p:sp>
      <p:cxnSp>
        <p:nvCxnSpPr>
          <p:cNvPr id="95" name="直线连接符 9">
            <a:extLst>
              <a:ext uri="{FF2B5EF4-FFF2-40B4-BE49-F238E27FC236}">
                <a16:creationId xmlns:a16="http://schemas.microsoft.com/office/drawing/2014/main" id="{8F59426C-D731-6F98-A6A0-E2663DCFA9CC}"/>
              </a:ext>
            </a:extLst>
          </p:cNvPr>
          <p:cNvCxnSpPr>
            <a:cxnSpLocks/>
          </p:cNvCxnSpPr>
          <p:nvPr/>
        </p:nvCxnSpPr>
        <p:spPr>
          <a:xfrm>
            <a:off x="628554" y="3289642"/>
            <a:ext cx="6985260"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圆角矩形 11">
            <a:extLst>
              <a:ext uri="{FF2B5EF4-FFF2-40B4-BE49-F238E27FC236}">
                <a16:creationId xmlns:a16="http://schemas.microsoft.com/office/drawing/2014/main" id="{3BC23A0E-9D5E-7084-AB9E-2D33F703318A}"/>
              </a:ext>
            </a:extLst>
          </p:cNvPr>
          <p:cNvSpPr/>
          <p:nvPr/>
        </p:nvSpPr>
        <p:spPr>
          <a:xfrm>
            <a:off x="1468168" y="4853986"/>
            <a:ext cx="5333191" cy="1144722"/>
          </a:xfrm>
          <a:prstGeom prst="roundRect">
            <a:avLst/>
          </a:prstGeom>
          <a:solidFill>
            <a:schemeClr val="bg1">
              <a:lumMod val="85000"/>
            </a:schemeClr>
          </a:solidFill>
          <a:ln w="25400">
            <a:solidFill>
              <a:schemeClr val="tx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j-lt"/>
              <a:cs typeface="Calibri" panose="020F0502020204030204" pitchFamily="34" charset="0"/>
            </a:endParaRPr>
          </a:p>
        </p:txBody>
      </p:sp>
      <p:sp>
        <p:nvSpPr>
          <p:cNvPr id="97" name="圆角矩形 12">
            <a:extLst>
              <a:ext uri="{FF2B5EF4-FFF2-40B4-BE49-F238E27FC236}">
                <a16:creationId xmlns:a16="http://schemas.microsoft.com/office/drawing/2014/main" id="{4EEA2BFB-D643-DCE7-720F-687091643832}"/>
              </a:ext>
            </a:extLst>
          </p:cNvPr>
          <p:cNvSpPr/>
          <p:nvPr/>
        </p:nvSpPr>
        <p:spPr>
          <a:xfrm>
            <a:off x="2409995" y="5166462"/>
            <a:ext cx="1319978" cy="620711"/>
          </a:xfrm>
          <a:prstGeom prst="roundRect">
            <a:avLst/>
          </a:prstGeom>
          <a:solidFill>
            <a:schemeClr val="tx1">
              <a:lumMod val="65000"/>
              <a:lumOff val="35000"/>
            </a:schemeClr>
          </a:solidFill>
          <a:ln w="254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err="1">
                <a:solidFill>
                  <a:schemeClr val="bg1"/>
                </a:solidFill>
                <a:latin typeface="+mj-lt"/>
                <a:cs typeface="Calibri" panose="020F0502020204030204" pitchFamily="34" charset="0"/>
              </a:rPr>
              <a:t>kvm.ko</a:t>
            </a:r>
            <a:endParaRPr kumimoji="1" lang="zh-CN" altLang="en-US">
              <a:solidFill>
                <a:schemeClr val="bg1"/>
              </a:solidFill>
              <a:latin typeface="+mj-lt"/>
              <a:cs typeface="Calibri" panose="020F0502020204030204" pitchFamily="34" charset="0"/>
            </a:endParaRPr>
          </a:p>
        </p:txBody>
      </p:sp>
      <p:sp>
        <p:nvSpPr>
          <p:cNvPr id="98" name="圆角矩形 13">
            <a:extLst>
              <a:ext uri="{FF2B5EF4-FFF2-40B4-BE49-F238E27FC236}">
                <a16:creationId xmlns:a16="http://schemas.microsoft.com/office/drawing/2014/main" id="{E67E8313-24DB-8F91-8435-2D75772AF411}"/>
              </a:ext>
            </a:extLst>
          </p:cNvPr>
          <p:cNvSpPr/>
          <p:nvPr/>
        </p:nvSpPr>
        <p:spPr>
          <a:xfrm>
            <a:off x="4355308" y="5166461"/>
            <a:ext cx="1841336" cy="620712"/>
          </a:xfrm>
          <a:prstGeom prst="roundRect">
            <a:avLst/>
          </a:prstGeom>
          <a:solidFill>
            <a:schemeClr val="tx1">
              <a:lumMod val="65000"/>
              <a:lumOff val="35000"/>
            </a:schemeClr>
          </a:solidFill>
          <a:ln w="254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err="1">
                <a:solidFill>
                  <a:schemeClr val="bg1"/>
                </a:solidFill>
                <a:latin typeface="+mj-lt"/>
                <a:cs typeface="Calibri" panose="020F0502020204030204" pitchFamily="34" charset="0"/>
              </a:rPr>
              <a:t>kvm-pvm.ko</a:t>
            </a:r>
            <a:endParaRPr kumimoji="1" lang="zh-CN" altLang="en-US">
              <a:solidFill>
                <a:schemeClr val="bg1"/>
              </a:solidFill>
              <a:latin typeface="+mj-lt"/>
              <a:cs typeface="Calibri" panose="020F0502020204030204" pitchFamily="34" charset="0"/>
            </a:endParaRPr>
          </a:p>
        </p:txBody>
      </p:sp>
      <p:cxnSp>
        <p:nvCxnSpPr>
          <p:cNvPr id="99" name="直线箭头连接符 14">
            <a:extLst>
              <a:ext uri="{FF2B5EF4-FFF2-40B4-BE49-F238E27FC236}">
                <a16:creationId xmlns:a16="http://schemas.microsoft.com/office/drawing/2014/main" id="{3F753459-C4A8-C717-245D-FA63AEB5F9D3}"/>
              </a:ext>
            </a:extLst>
          </p:cNvPr>
          <p:cNvCxnSpPr>
            <a:cxnSpLocks/>
          </p:cNvCxnSpPr>
          <p:nvPr/>
        </p:nvCxnSpPr>
        <p:spPr>
          <a:xfrm>
            <a:off x="3088553" y="2632675"/>
            <a:ext cx="301263" cy="10512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线箭头连接符 15">
            <a:extLst>
              <a:ext uri="{FF2B5EF4-FFF2-40B4-BE49-F238E27FC236}">
                <a16:creationId xmlns:a16="http://schemas.microsoft.com/office/drawing/2014/main" id="{356EDE0E-49A3-0597-2518-3E2787DF9D91}"/>
              </a:ext>
            </a:extLst>
          </p:cNvPr>
          <p:cNvCxnSpPr>
            <a:cxnSpLocks/>
          </p:cNvCxnSpPr>
          <p:nvPr/>
        </p:nvCxnSpPr>
        <p:spPr>
          <a:xfrm flipH="1">
            <a:off x="4796955" y="2644390"/>
            <a:ext cx="365254" cy="103958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线箭头连接符 16">
            <a:extLst>
              <a:ext uri="{FF2B5EF4-FFF2-40B4-BE49-F238E27FC236}">
                <a16:creationId xmlns:a16="http://schemas.microsoft.com/office/drawing/2014/main" id="{FD61B472-504D-1CB2-108C-F83D2265E7A2}"/>
              </a:ext>
            </a:extLst>
          </p:cNvPr>
          <p:cNvCxnSpPr>
            <a:cxnSpLocks/>
          </p:cNvCxnSpPr>
          <p:nvPr/>
        </p:nvCxnSpPr>
        <p:spPr>
          <a:xfrm flipH="1" flipV="1">
            <a:off x="3290905" y="2625909"/>
            <a:ext cx="301015" cy="10722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线箭头连接符 17">
            <a:extLst>
              <a:ext uri="{FF2B5EF4-FFF2-40B4-BE49-F238E27FC236}">
                <a16:creationId xmlns:a16="http://schemas.microsoft.com/office/drawing/2014/main" id="{BA1DA0D7-DCB0-AF11-72A3-E785413F1EE5}"/>
              </a:ext>
            </a:extLst>
          </p:cNvPr>
          <p:cNvCxnSpPr>
            <a:cxnSpLocks/>
          </p:cNvCxnSpPr>
          <p:nvPr/>
        </p:nvCxnSpPr>
        <p:spPr>
          <a:xfrm flipV="1">
            <a:off x="4594664" y="2606770"/>
            <a:ext cx="392899" cy="10456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6F297AD0-7794-D551-24DF-39DCC08411D3}"/>
              </a:ext>
            </a:extLst>
          </p:cNvPr>
          <p:cNvSpPr txBox="1"/>
          <p:nvPr/>
        </p:nvSpPr>
        <p:spPr>
          <a:xfrm>
            <a:off x="609014" y="2641518"/>
            <a:ext cx="2340644" cy="646331"/>
          </a:xfrm>
          <a:prstGeom prst="rect">
            <a:avLst/>
          </a:prstGeom>
          <a:noFill/>
        </p:spPr>
        <p:txBody>
          <a:bodyPr wrap="square" rtlCol="0">
            <a:spAutoFit/>
          </a:bodyPr>
          <a:lstStyle/>
          <a:p>
            <a:pPr algn="r"/>
            <a:r>
              <a:rPr kumimoji="1" lang="en-US" altLang="zh-CN" err="1">
                <a:latin typeface="+mj-lt"/>
                <a:cs typeface="Calibri" panose="020F0502020204030204" pitchFamily="34" charset="0"/>
              </a:rPr>
              <a:t>syscall</a:t>
            </a:r>
            <a:r>
              <a:rPr kumimoji="1" lang="en-US" altLang="zh-CN">
                <a:latin typeface="+mj-lt"/>
                <a:cs typeface="Calibri" panose="020F0502020204030204" pitchFamily="34" charset="0"/>
              </a:rPr>
              <a:t>/</a:t>
            </a:r>
          </a:p>
          <a:p>
            <a:pPr algn="r"/>
            <a:r>
              <a:rPr kumimoji="1" lang="en-US" altLang="zh-CN">
                <a:latin typeface="+mj-lt"/>
                <a:cs typeface="Calibri" panose="020F0502020204030204" pitchFamily="34" charset="0"/>
              </a:rPr>
              <a:t>interrupt/exception</a:t>
            </a:r>
            <a:endParaRPr kumimoji="1" lang="zh-CN" altLang="en-US">
              <a:latin typeface="+mj-lt"/>
              <a:cs typeface="Calibri" panose="020F0502020204030204" pitchFamily="34" charset="0"/>
            </a:endParaRPr>
          </a:p>
        </p:txBody>
      </p:sp>
      <p:sp>
        <p:nvSpPr>
          <p:cNvPr id="104" name="文本框 103">
            <a:extLst>
              <a:ext uri="{FF2B5EF4-FFF2-40B4-BE49-F238E27FC236}">
                <a16:creationId xmlns:a16="http://schemas.microsoft.com/office/drawing/2014/main" id="{9037E2A9-3101-EFEA-2C15-ECF1C2750598}"/>
              </a:ext>
            </a:extLst>
          </p:cNvPr>
          <p:cNvSpPr txBox="1"/>
          <p:nvPr/>
        </p:nvSpPr>
        <p:spPr>
          <a:xfrm>
            <a:off x="5277551" y="2657847"/>
            <a:ext cx="2232568" cy="646331"/>
          </a:xfrm>
          <a:prstGeom prst="rect">
            <a:avLst/>
          </a:prstGeom>
          <a:noFill/>
        </p:spPr>
        <p:txBody>
          <a:bodyPr wrap="square" rtlCol="0">
            <a:spAutoFit/>
          </a:bodyPr>
          <a:lstStyle/>
          <a:p>
            <a:r>
              <a:rPr kumimoji="1" lang="en-US" altLang="zh-CN" err="1">
                <a:latin typeface="+mj-lt"/>
                <a:cs typeface="Calibri" panose="020F0502020204030204" pitchFamily="34" charset="0"/>
              </a:rPr>
              <a:t>hypercall</a:t>
            </a:r>
            <a:r>
              <a:rPr kumimoji="1" lang="en-US" altLang="zh-CN">
                <a:latin typeface="+mj-lt"/>
                <a:cs typeface="Calibri" panose="020F0502020204030204" pitchFamily="34" charset="0"/>
              </a:rPr>
              <a:t>/</a:t>
            </a:r>
          </a:p>
          <a:p>
            <a:r>
              <a:rPr kumimoji="1" lang="en-US" altLang="zh-CN">
                <a:latin typeface="+mj-lt"/>
                <a:cs typeface="Calibri" panose="020F0502020204030204" pitchFamily="34" charset="0"/>
              </a:rPr>
              <a:t>interrupt/exception</a:t>
            </a:r>
            <a:endParaRPr kumimoji="1" lang="zh-CN" altLang="en-US">
              <a:latin typeface="+mj-lt"/>
              <a:cs typeface="Calibri" panose="020F0502020204030204" pitchFamily="34" charset="0"/>
            </a:endParaRPr>
          </a:p>
        </p:txBody>
      </p:sp>
      <p:sp>
        <p:nvSpPr>
          <p:cNvPr id="105" name="文本框 104">
            <a:extLst>
              <a:ext uri="{FF2B5EF4-FFF2-40B4-BE49-F238E27FC236}">
                <a16:creationId xmlns:a16="http://schemas.microsoft.com/office/drawing/2014/main" id="{7C9435CB-4C16-52E3-E404-2C5481B9AFFA}"/>
              </a:ext>
            </a:extLst>
          </p:cNvPr>
          <p:cNvSpPr txBox="1"/>
          <p:nvPr/>
        </p:nvSpPr>
        <p:spPr>
          <a:xfrm>
            <a:off x="3573359" y="3256893"/>
            <a:ext cx="1196867" cy="369331"/>
          </a:xfrm>
          <a:prstGeom prst="rect">
            <a:avLst/>
          </a:prstGeom>
          <a:noFill/>
        </p:spPr>
        <p:txBody>
          <a:bodyPr wrap="square" rtlCol="0">
            <a:spAutoFit/>
          </a:bodyPr>
          <a:lstStyle/>
          <a:p>
            <a:r>
              <a:rPr kumimoji="1" lang="en-US" altLang="zh-CN" err="1">
                <a:latin typeface="+mj-lt"/>
                <a:cs typeface="Calibri" panose="020F0502020204030204" pitchFamily="34" charset="0"/>
              </a:rPr>
              <a:t>sysret</a:t>
            </a:r>
            <a:r>
              <a:rPr kumimoji="1" lang="en-US" altLang="zh-CN">
                <a:latin typeface="+mj-lt"/>
                <a:cs typeface="Calibri" panose="020F0502020204030204" pitchFamily="34" charset="0"/>
              </a:rPr>
              <a:t>/</a:t>
            </a:r>
            <a:r>
              <a:rPr kumimoji="1" lang="en-US" altLang="zh-CN" err="1">
                <a:latin typeface="+mj-lt"/>
                <a:cs typeface="Calibri" panose="020F0502020204030204" pitchFamily="34" charset="0"/>
              </a:rPr>
              <a:t>iret</a:t>
            </a:r>
            <a:endParaRPr kumimoji="1" lang="zh-CN" altLang="en-US">
              <a:latin typeface="+mj-lt"/>
              <a:cs typeface="Calibri" panose="020F0502020204030204" pitchFamily="34" charset="0"/>
            </a:endParaRPr>
          </a:p>
        </p:txBody>
      </p:sp>
      <p:cxnSp>
        <p:nvCxnSpPr>
          <p:cNvPr id="106" name="直线箭头连接符 21">
            <a:extLst>
              <a:ext uri="{FF2B5EF4-FFF2-40B4-BE49-F238E27FC236}">
                <a16:creationId xmlns:a16="http://schemas.microsoft.com/office/drawing/2014/main" id="{1FAE61C6-58A6-1620-26D1-CCFCA3ACD0A5}"/>
              </a:ext>
            </a:extLst>
          </p:cNvPr>
          <p:cNvCxnSpPr>
            <a:cxnSpLocks/>
          </p:cNvCxnSpPr>
          <p:nvPr/>
        </p:nvCxnSpPr>
        <p:spPr>
          <a:xfrm>
            <a:off x="4365958" y="4300871"/>
            <a:ext cx="0" cy="5666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线箭头连接符 22">
            <a:extLst>
              <a:ext uri="{FF2B5EF4-FFF2-40B4-BE49-F238E27FC236}">
                <a16:creationId xmlns:a16="http://schemas.microsoft.com/office/drawing/2014/main" id="{006D36AF-DD88-E7E0-5286-A6E4B79E3212}"/>
              </a:ext>
            </a:extLst>
          </p:cNvPr>
          <p:cNvCxnSpPr>
            <a:cxnSpLocks/>
          </p:cNvCxnSpPr>
          <p:nvPr/>
        </p:nvCxnSpPr>
        <p:spPr>
          <a:xfrm flipV="1">
            <a:off x="3802021" y="4300871"/>
            <a:ext cx="0" cy="5531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9C85997E-988C-C4EA-8602-C810799454DC}"/>
              </a:ext>
            </a:extLst>
          </p:cNvPr>
          <p:cNvSpPr txBox="1"/>
          <p:nvPr/>
        </p:nvSpPr>
        <p:spPr>
          <a:xfrm>
            <a:off x="2409995" y="6111127"/>
            <a:ext cx="3395584" cy="707886"/>
          </a:xfrm>
          <a:prstGeom prst="rect">
            <a:avLst/>
          </a:prstGeom>
          <a:noFill/>
        </p:spPr>
        <p:txBody>
          <a:bodyPr wrap="square" rtlCol="0">
            <a:spAutoFit/>
          </a:bodyPr>
          <a:lstStyle/>
          <a:p>
            <a:pPr algn="ctr"/>
            <a:r>
              <a:rPr kumimoji="1" lang="en-US" altLang="zh-CN" sz="2000" b="1" dirty="0">
                <a:solidFill>
                  <a:srgbClr val="2E6CF7"/>
                </a:solidFill>
                <a:latin typeface="+mj-lt"/>
                <a:cs typeface="Calibri" panose="020F0502020204030204" pitchFamily="34" charset="0"/>
              </a:rPr>
              <a:t>PVM switcher design </a:t>
            </a:r>
          </a:p>
          <a:p>
            <a:pPr algn="ctr"/>
            <a:r>
              <a:rPr kumimoji="1" lang="en-US" altLang="zh-CN" sz="2000" b="1" dirty="0">
                <a:solidFill>
                  <a:srgbClr val="2E6CF7"/>
                </a:solidFill>
                <a:latin typeface="+mj-lt"/>
                <a:cs typeface="Calibri" panose="020F0502020204030204" pitchFamily="34" charset="0"/>
              </a:rPr>
              <a:t>[SOSP’23]</a:t>
            </a:r>
            <a:endParaRPr kumimoji="1" lang="zh-CN" altLang="en-US" sz="2000" b="1" dirty="0">
              <a:solidFill>
                <a:srgbClr val="2E6CF7"/>
              </a:solidFill>
              <a:latin typeface="+mj-lt"/>
              <a:cs typeface="Calibri" panose="020F0502020204030204" pitchFamily="34" charset="0"/>
            </a:endParaRPr>
          </a:p>
        </p:txBody>
      </p:sp>
      <p:sp>
        <p:nvSpPr>
          <p:cNvPr id="111" name="文本框 110">
            <a:extLst>
              <a:ext uri="{FF2B5EF4-FFF2-40B4-BE49-F238E27FC236}">
                <a16:creationId xmlns:a16="http://schemas.microsoft.com/office/drawing/2014/main" id="{A4093E38-D4A0-91DE-E792-60D3C3A0552E}"/>
              </a:ext>
            </a:extLst>
          </p:cNvPr>
          <p:cNvSpPr txBox="1"/>
          <p:nvPr/>
        </p:nvSpPr>
        <p:spPr>
          <a:xfrm>
            <a:off x="536652" y="2041144"/>
            <a:ext cx="983363" cy="369331"/>
          </a:xfrm>
          <a:prstGeom prst="rect">
            <a:avLst/>
          </a:prstGeom>
          <a:noFill/>
        </p:spPr>
        <p:txBody>
          <a:bodyPr wrap="square" rtlCol="0">
            <a:spAutoFit/>
          </a:bodyPr>
          <a:lstStyle/>
          <a:p>
            <a:r>
              <a:rPr kumimoji="1" lang="en-US" altLang="zh-CN" b="1" dirty="0">
                <a:solidFill>
                  <a:srgbClr val="2E6CF7"/>
                </a:solidFill>
                <a:latin typeface="+mj-lt"/>
                <a:cs typeface="Calibri" panose="020F0502020204030204" pitchFamily="34" charset="0"/>
              </a:rPr>
              <a:t>h_ring3</a:t>
            </a:r>
            <a:endParaRPr kumimoji="1" lang="zh-CN" altLang="en-US" b="1" dirty="0">
              <a:solidFill>
                <a:srgbClr val="2E6CF7"/>
              </a:solidFill>
              <a:latin typeface="+mj-lt"/>
              <a:cs typeface="Calibri" panose="020F0502020204030204" pitchFamily="34" charset="0"/>
            </a:endParaRPr>
          </a:p>
        </p:txBody>
      </p:sp>
      <p:sp>
        <p:nvSpPr>
          <p:cNvPr id="112" name="文本框 111">
            <a:extLst>
              <a:ext uri="{FF2B5EF4-FFF2-40B4-BE49-F238E27FC236}">
                <a16:creationId xmlns:a16="http://schemas.microsoft.com/office/drawing/2014/main" id="{99D236EF-F924-CC77-4F0E-2E78ED52C658}"/>
              </a:ext>
            </a:extLst>
          </p:cNvPr>
          <p:cNvSpPr txBox="1"/>
          <p:nvPr/>
        </p:nvSpPr>
        <p:spPr>
          <a:xfrm>
            <a:off x="516424" y="4053086"/>
            <a:ext cx="1012099" cy="369331"/>
          </a:xfrm>
          <a:prstGeom prst="rect">
            <a:avLst/>
          </a:prstGeom>
          <a:noFill/>
        </p:spPr>
        <p:txBody>
          <a:bodyPr wrap="square" rtlCol="0">
            <a:spAutoFit/>
          </a:bodyPr>
          <a:lstStyle/>
          <a:p>
            <a:r>
              <a:rPr kumimoji="1" lang="en-US" altLang="zh-CN" b="1" dirty="0">
                <a:solidFill>
                  <a:srgbClr val="2E6CF7"/>
                </a:solidFill>
                <a:latin typeface="+mj-lt"/>
                <a:cs typeface="Calibri" panose="020F0502020204030204" pitchFamily="34" charset="0"/>
              </a:rPr>
              <a:t>h_ring0</a:t>
            </a:r>
            <a:endParaRPr kumimoji="1" lang="zh-CN" altLang="en-US" b="1" dirty="0">
              <a:solidFill>
                <a:srgbClr val="2E6CF7"/>
              </a:solidFill>
              <a:latin typeface="+mj-lt"/>
              <a:cs typeface="Calibri" panose="020F0502020204030204" pitchFamily="34" charset="0"/>
            </a:endParaRPr>
          </a:p>
        </p:txBody>
      </p:sp>
      <p:sp>
        <p:nvSpPr>
          <p:cNvPr id="116" name="圆角矩形 1">
            <a:extLst>
              <a:ext uri="{FF2B5EF4-FFF2-40B4-BE49-F238E27FC236}">
                <a16:creationId xmlns:a16="http://schemas.microsoft.com/office/drawing/2014/main" id="{1B054420-BDCA-4633-4FBB-66C9DB8ACBEE}"/>
              </a:ext>
            </a:extLst>
          </p:cNvPr>
          <p:cNvSpPr/>
          <p:nvPr/>
        </p:nvSpPr>
        <p:spPr>
          <a:xfrm>
            <a:off x="3290905" y="3677929"/>
            <a:ext cx="1761775" cy="622942"/>
          </a:xfrm>
          <a:prstGeom prst="roundRect">
            <a:avLst/>
          </a:prstGeom>
          <a:solidFill>
            <a:srgbClr val="2E6CF7"/>
          </a:solidFill>
          <a:ln w="254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a:solidFill>
                  <a:schemeClr val="bg1"/>
                </a:solidFill>
                <a:latin typeface="+mj-lt"/>
                <a:cs typeface="Calibri" panose="020F0502020204030204" pitchFamily="34" charset="0"/>
              </a:rPr>
              <a:t>switcher</a:t>
            </a:r>
            <a:endParaRPr kumimoji="1" lang="zh-CN" altLang="en-US" sz="2000">
              <a:solidFill>
                <a:schemeClr val="bg1"/>
              </a:solidFill>
              <a:latin typeface="+mj-lt"/>
              <a:cs typeface="Calibri" panose="020F0502020204030204" pitchFamily="34" charset="0"/>
            </a:endParaRPr>
          </a:p>
        </p:txBody>
      </p:sp>
      <p:sp>
        <p:nvSpPr>
          <p:cNvPr id="13" name="Title 1">
            <a:extLst>
              <a:ext uri="{FF2B5EF4-FFF2-40B4-BE49-F238E27FC236}">
                <a16:creationId xmlns:a16="http://schemas.microsoft.com/office/drawing/2014/main" id="{2A27BCE1-CD25-51EA-B92B-A1C257F634F5}"/>
              </a:ext>
            </a:extLst>
          </p:cNvPr>
          <p:cNvSpPr>
            <a:spLocks noGrp="1"/>
          </p:cNvSpPr>
          <p:nvPr>
            <p:ph type="title"/>
          </p:nvPr>
        </p:nvSpPr>
        <p:spPr>
          <a:xfrm>
            <a:off x="838200" y="365125"/>
            <a:ext cx="10515600" cy="1325563"/>
          </a:xfrm>
        </p:spPr>
        <p:txBody>
          <a:bodyPr>
            <a:normAutofit/>
          </a:bodyPr>
          <a:lstStyle/>
          <a:p>
            <a:pPr>
              <a:defRPr sz="3075" b="1">
                <a:solidFill>
                  <a:srgbClr val="A40000"/>
                </a:solidFill>
                <a:latin typeface="Arial"/>
                <a:ea typeface="Arial"/>
                <a:cs typeface="Arial"/>
              </a:defRPr>
            </a:pPr>
            <a:r>
              <a:rPr lang="en-US" sz="3600" dirty="0">
                <a:solidFill>
                  <a:srgbClr val="A40000"/>
                </a:solidFill>
                <a:latin typeface="Calibri" panose="020F0502020204030204" pitchFamily="34" charset="0"/>
                <a:ea typeface="Arial"/>
                <a:cs typeface="Calibri" panose="020F0502020204030204" pitchFamily="34" charset="0"/>
              </a:rPr>
              <a:t>CPU virtualization – a switcher design</a:t>
            </a:r>
          </a:p>
        </p:txBody>
      </p:sp>
      <p:sp>
        <p:nvSpPr>
          <p:cNvPr id="35" name="文本框 93">
            <a:extLst>
              <a:ext uri="{FF2B5EF4-FFF2-40B4-BE49-F238E27FC236}">
                <a16:creationId xmlns:a16="http://schemas.microsoft.com/office/drawing/2014/main" id="{1D398053-1882-74B8-8905-34D4B0232228}"/>
              </a:ext>
            </a:extLst>
          </p:cNvPr>
          <p:cNvSpPr txBox="1"/>
          <p:nvPr/>
        </p:nvSpPr>
        <p:spPr>
          <a:xfrm>
            <a:off x="608609" y="3452320"/>
            <a:ext cx="1638977" cy="400110"/>
          </a:xfrm>
          <a:prstGeom prst="rect">
            <a:avLst/>
          </a:prstGeom>
          <a:solidFill>
            <a:schemeClr val="accent4">
              <a:lumMod val="40000"/>
              <a:lumOff val="60000"/>
            </a:schemeClr>
          </a:solidFill>
        </p:spPr>
        <p:txBody>
          <a:bodyPr wrap="square" rtlCol="0">
            <a:spAutoFit/>
          </a:bodyPr>
          <a:lstStyle/>
          <a:p>
            <a:pPr algn="ctr"/>
            <a:r>
              <a:rPr kumimoji="1" lang="en-US" altLang="zh-CN" sz="2000">
                <a:latin typeface="+mj-lt"/>
                <a:cs typeface="Calibri" panose="020F0502020204030204" pitchFamily="34" charset="0"/>
              </a:rPr>
              <a:t>L1 VM</a:t>
            </a:r>
            <a:endParaRPr kumimoji="1" lang="zh-CN" altLang="en-US" sz="2000">
              <a:latin typeface="+mj-lt"/>
              <a:cs typeface="Calibri" panose="020F0502020204030204" pitchFamily="34" charset="0"/>
            </a:endParaRPr>
          </a:p>
        </p:txBody>
      </p:sp>
      <p:sp>
        <p:nvSpPr>
          <p:cNvPr id="2" name="文本框 5">
            <a:extLst>
              <a:ext uri="{FF2B5EF4-FFF2-40B4-BE49-F238E27FC236}">
                <a16:creationId xmlns:a16="http://schemas.microsoft.com/office/drawing/2014/main" id="{DA44FC10-A2C2-5103-DE5B-B5EA1B447C0A}"/>
              </a:ext>
            </a:extLst>
          </p:cNvPr>
          <p:cNvSpPr txBox="1"/>
          <p:nvPr/>
        </p:nvSpPr>
        <p:spPr>
          <a:xfrm>
            <a:off x="7659141" y="2246110"/>
            <a:ext cx="3605018" cy="400110"/>
          </a:xfrm>
          <a:prstGeom prst="rect">
            <a:avLst/>
          </a:prstGeom>
          <a:solidFill>
            <a:schemeClr val="accent4">
              <a:lumMod val="40000"/>
              <a:lumOff val="60000"/>
            </a:schemeClr>
          </a:solidFill>
        </p:spPr>
        <p:txBody>
          <a:bodyPr wrap="square" lIns="91440" tIns="45720" rIns="91440" bIns="45720" rtlCol="0" anchor="t">
            <a:spAutoFit/>
          </a:bodyPr>
          <a:lstStyle/>
          <a:p>
            <a:r>
              <a:rPr lang="en-US" altLang="zh-CN" sz="2000" b="1" dirty="0">
                <a:solidFill>
                  <a:srgbClr val="C00000"/>
                </a:solidFill>
                <a:latin typeface="+mj-lt"/>
                <a:cs typeface="Calibri" panose="020F0502020204030204" pitchFamily="34" charset="0"/>
              </a:rPr>
              <a:t>1. VMFUNC-based EPTP switching.</a:t>
            </a:r>
            <a:endParaRPr kumimoji="1" lang="zh-CN" altLang="en-US" sz="2000" b="1" dirty="0">
              <a:solidFill>
                <a:srgbClr val="C00000"/>
              </a:solidFill>
              <a:latin typeface="+mj-lt"/>
              <a:cs typeface="Calibri" panose="020F0502020204030204" pitchFamily="34" charset="0"/>
            </a:endParaRPr>
          </a:p>
        </p:txBody>
      </p:sp>
      <p:sp>
        <p:nvSpPr>
          <p:cNvPr id="3" name="文本框 5">
            <a:extLst>
              <a:ext uri="{FF2B5EF4-FFF2-40B4-BE49-F238E27FC236}">
                <a16:creationId xmlns:a16="http://schemas.microsoft.com/office/drawing/2014/main" id="{D20C11EB-D03D-B2FA-A760-C29863548D3E}"/>
              </a:ext>
            </a:extLst>
          </p:cNvPr>
          <p:cNvSpPr txBox="1"/>
          <p:nvPr/>
        </p:nvSpPr>
        <p:spPr>
          <a:xfrm>
            <a:off x="7659142" y="3939500"/>
            <a:ext cx="2961966" cy="400110"/>
          </a:xfrm>
          <a:prstGeom prst="rect">
            <a:avLst/>
          </a:prstGeom>
          <a:solidFill>
            <a:schemeClr val="accent4">
              <a:lumMod val="40000"/>
              <a:lumOff val="60000"/>
            </a:schemeClr>
          </a:solidFill>
        </p:spPr>
        <p:txBody>
          <a:bodyPr wrap="square" lIns="91440" tIns="45720" rIns="91440" bIns="45720" rtlCol="0" anchor="t">
            <a:spAutoFit/>
          </a:bodyPr>
          <a:lstStyle/>
          <a:p>
            <a:r>
              <a:rPr lang="en-US" altLang="zh-CN" sz="2000" b="1" dirty="0">
                <a:solidFill>
                  <a:srgbClr val="C00000"/>
                </a:solidFill>
                <a:latin typeface="+mj-lt"/>
                <a:cs typeface="Calibri" panose="020F0502020204030204" pitchFamily="34" charset="0"/>
              </a:rPr>
              <a:t>2. Shadow PGD mechanism.</a:t>
            </a:r>
            <a:endParaRPr lang="zh-CN" altLang="en-US" sz="2000" dirty="0">
              <a:solidFill>
                <a:srgbClr val="C00000"/>
              </a:solidFill>
              <a:latin typeface="+mj-lt"/>
              <a:cs typeface="Calibri" panose="020F0502020204030204" pitchFamily="34" charset="0"/>
            </a:endParaRPr>
          </a:p>
        </p:txBody>
      </p:sp>
      <p:sp>
        <p:nvSpPr>
          <p:cNvPr id="8" name="文本框 109">
            <a:extLst>
              <a:ext uri="{FF2B5EF4-FFF2-40B4-BE49-F238E27FC236}">
                <a16:creationId xmlns:a16="http://schemas.microsoft.com/office/drawing/2014/main" id="{826C472E-A524-E880-1030-CC084A49A754}"/>
              </a:ext>
            </a:extLst>
          </p:cNvPr>
          <p:cNvSpPr txBox="1"/>
          <p:nvPr/>
        </p:nvSpPr>
        <p:spPr>
          <a:xfrm>
            <a:off x="7868578" y="6111127"/>
            <a:ext cx="3395584" cy="400110"/>
          </a:xfrm>
          <a:prstGeom prst="rect">
            <a:avLst/>
          </a:prstGeom>
          <a:noFill/>
        </p:spPr>
        <p:txBody>
          <a:bodyPr wrap="square" rtlCol="0">
            <a:spAutoFit/>
          </a:bodyPr>
          <a:lstStyle/>
          <a:p>
            <a:pPr algn="ctr"/>
            <a:r>
              <a:rPr kumimoji="1" lang="en-US" altLang="zh-CN" sz="2000" b="1" dirty="0">
                <a:solidFill>
                  <a:srgbClr val="2E6CF7"/>
                </a:solidFill>
                <a:latin typeface="+mj-lt"/>
                <a:cs typeface="Calibri" panose="020F0502020204030204" pitchFamily="34" charset="0"/>
              </a:rPr>
              <a:t>JANUS switcher design</a:t>
            </a:r>
            <a:endParaRPr kumimoji="1" lang="zh-CN" altLang="en-US" sz="2000" b="1" dirty="0">
              <a:solidFill>
                <a:srgbClr val="2E6CF7"/>
              </a:solidFill>
              <a:latin typeface="+mj-lt"/>
              <a:cs typeface="Calibri" panose="020F0502020204030204" pitchFamily="34" charset="0"/>
            </a:endParaRPr>
          </a:p>
        </p:txBody>
      </p:sp>
    </p:spTree>
    <p:extLst>
      <p:ext uri="{BB962C8B-B14F-4D97-AF65-F5344CB8AC3E}">
        <p14:creationId xmlns:p14="http://schemas.microsoft.com/office/powerpoint/2010/main" val="2983244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a:extLst>
              <a:ext uri="{FF2B5EF4-FFF2-40B4-BE49-F238E27FC236}">
                <a16:creationId xmlns:a16="http://schemas.microsoft.com/office/drawing/2014/main" id="{BB7EFD3F-3C78-4960-A93A-2DDE34B4125C}"/>
              </a:ext>
            </a:extLst>
          </p:cNvPr>
          <p:cNvSpPr>
            <a:spLocks noGrp="1"/>
          </p:cNvSpPr>
          <p:nvPr/>
        </p:nvSpPr>
        <p:spPr>
          <a:xfrm>
            <a:off x="514350" y="647700"/>
            <a:ext cx="11049000" cy="590550"/>
          </a:xfrm>
          <a:prstGeom prst="rect">
            <a:avLst/>
          </a:prstGeom>
          <a:noFill/>
          <a:ln w="0">
            <a:noFill/>
            <a:prstDash val="solid"/>
          </a:ln>
        </p:spPr>
        <p:txBody>
          <a:bodyPr wrap="square" lIns="0" tIns="0" rIns="0" bIns="0" anchor="t"/>
          <a:lstStyle/>
          <a:p>
            <a:pPr algn="l">
              <a:lnSpc>
                <a:spcPct val="100000"/>
              </a:lnSpc>
              <a:buNone/>
              <a:defRPr sz="3300" b="1">
                <a:solidFill>
                  <a:srgbClr val="A40000"/>
                </a:solidFill>
                <a:latin typeface="Arial"/>
                <a:ea typeface="Arial"/>
                <a:cs typeface="Arial"/>
              </a:defRPr>
            </a:pPr>
            <a:r>
              <a:rPr sz="3300" b="1" dirty="0">
                <a:solidFill>
                  <a:srgbClr val="A40000"/>
                </a:solidFill>
                <a:latin typeface="Arial"/>
                <a:ea typeface="Arial"/>
                <a:cs typeface="Arial"/>
              </a:rPr>
              <a:t>World switching in non-root mode</a:t>
            </a:r>
          </a:p>
        </p:txBody>
      </p:sp>
      <p:sp>
        <p:nvSpPr>
          <p:cNvPr id="3" name="矩形 2">
            <a:extLst>
              <a:ext uri="{FF2B5EF4-FFF2-40B4-BE49-F238E27FC236}">
                <a16:creationId xmlns:a16="http://schemas.microsoft.com/office/drawing/2014/main" id="{623900D7-F475-4571-BBC3-810E21FE45CB}"/>
              </a:ext>
            </a:extLst>
          </p:cNvPr>
          <p:cNvSpPr>
            <a:spLocks noGrp="1"/>
          </p:cNvSpPr>
          <p:nvPr/>
        </p:nvSpPr>
        <p:spPr>
          <a:xfrm>
            <a:off x="647700" y="2133600"/>
            <a:ext cx="2381250" cy="1200150"/>
          </a:xfrm>
          <a:prstGeom prst="rect">
            <a:avLst/>
          </a:prstGeom>
          <a:solidFill>
            <a:srgbClr val="FFFFFF"/>
          </a:solidFill>
          <a:ln w="11430">
            <a:solidFill>
              <a:srgbClr val="D9D9D9"/>
            </a:solidFill>
            <a:prstDash val="solid"/>
          </a:ln>
        </p:spPr>
        <p:txBody>
          <a:bodyPr/>
          <a:lstStyle/>
          <a:p>
            <a:endParaRPr lang="en-US"/>
          </a:p>
        </p:txBody>
      </p:sp>
      <p:sp>
        <p:nvSpPr>
          <p:cNvPr id="4" name="矩形 3">
            <a:extLst>
              <a:ext uri="{FF2B5EF4-FFF2-40B4-BE49-F238E27FC236}">
                <a16:creationId xmlns:a16="http://schemas.microsoft.com/office/drawing/2014/main" id="{35DAE65B-5072-4568-BA20-F8F91699C112}"/>
              </a:ext>
            </a:extLst>
          </p:cNvPr>
          <p:cNvSpPr>
            <a:spLocks noGrp="1"/>
          </p:cNvSpPr>
          <p:nvPr/>
        </p:nvSpPr>
        <p:spPr>
          <a:xfrm>
            <a:off x="762000" y="2266950"/>
            <a:ext cx="304800" cy="30480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0</a:t>
            </a:r>
          </a:p>
        </p:txBody>
      </p:sp>
      <p:sp>
        <p:nvSpPr>
          <p:cNvPr id="5" name="矩形 4">
            <a:extLst>
              <a:ext uri="{FF2B5EF4-FFF2-40B4-BE49-F238E27FC236}">
                <a16:creationId xmlns:a16="http://schemas.microsoft.com/office/drawing/2014/main" id="{CB6CF394-36B4-4CA4-A408-4DDAAC9DE4F8}"/>
              </a:ext>
            </a:extLst>
          </p:cNvPr>
          <p:cNvSpPr>
            <a:spLocks noGrp="1"/>
          </p:cNvSpPr>
          <p:nvPr/>
        </p:nvSpPr>
        <p:spPr>
          <a:xfrm>
            <a:off x="1162050" y="2266950"/>
            <a:ext cx="1676400" cy="28575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dirty="0">
                <a:solidFill>
                  <a:srgbClr val="2E6CF7"/>
                </a:solidFill>
                <a:latin typeface="Arial"/>
                <a:ea typeface="Arial"/>
                <a:cs typeface="Arial"/>
              </a:rPr>
              <a:t>L1 hypervisor</a:t>
            </a:r>
          </a:p>
        </p:txBody>
      </p:sp>
      <p:sp>
        <p:nvSpPr>
          <p:cNvPr id="6" name="矩形 5">
            <a:extLst>
              <a:ext uri="{FF2B5EF4-FFF2-40B4-BE49-F238E27FC236}">
                <a16:creationId xmlns:a16="http://schemas.microsoft.com/office/drawing/2014/main" id="{FDDCEFC2-7C5A-4F1E-BC33-608C3DB3F3DD}"/>
              </a:ext>
            </a:extLst>
          </p:cNvPr>
          <p:cNvSpPr>
            <a:spLocks noGrp="1"/>
          </p:cNvSpPr>
          <p:nvPr/>
        </p:nvSpPr>
        <p:spPr>
          <a:xfrm>
            <a:off x="876300" y="26479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dirty="0">
                <a:solidFill>
                  <a:srgbClr val="111111"/>
                </a:solidFill>
                <a:latin typeface="Arial"/>
                <a:ea typeface="Arial"/>
                <a:cs typeface="Arial"/>
              </a:rPr>
              <a:t>CR3 = GPT</a:t>
            </a:r>
            <a:r>
              <a:rPr sz="1350" b="0" baseline="-25000" dirty="0">
                <a:solidFill>
                  <a:srgbClr val="111111"/>
                </a:solidFill>
                <a:latin typeface="Arial"/>
                <a:ea typeface="Arial"/>
                <a:cs typeface="Arial"/>
              </a:rPr>
              <a:t>L1</a:t>
            </a:r>
          </a:p>
        </p:txBody>
      </p:sp>
      <p:sp>
        <p:nvSpPr>
          <p:cNvPr id="7" name="矩形 6">
            <a:extLst>
              <a:ext uri="{FF2B5EF4-FFF2-40B4-BE49-F238E27FC236}">
                <a16:creationId xmlns:a16="http://schemas.microsoft.com/office/drawing/2014/main" id="{4613486D-93D8-4A9E-A144-6887515D7A25}"/>
              </a:ext>
            </a:extLst>
          </p:cNvPr>
          <p:cNvSpPr>
            <a:spLocks noGrp="1"/>
          </p:cNvSpPr>
          <p:nvPr/>
        </p:nvSpPr>
        <p:spPr>
          <a:xfrm>
            <a:off x="876300" y="28765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dirty="0">
                <a:solidFill>
                  <a:srgbClr val="111111"/>
                </a:solidFill>
                <a:latin typeface="Arial"/>
                <a:ea typeface="Arial"/>
                <a:cs typeface="Arial"/>
              </a:rPr>
              <a:t>EPTP = EPT</a:t>
            </a:r>
            <a:r>
              <a:rPr sz="1350" b="0" baseline="-25000" dirty="0">
                <a:solidFill>
                  <a:srgbClr val="111111"/>
                </a:solidFill>
                <a:latin typeface="Arial"/>
                <a:ea typeface="Arial"/>
                <a:cs typeface="Arial"/>
              </a:rPr>
              <a:t>0-&gt;1</a:t>
            </a:r>
          </a:p>
        </p:txBody>
      </p:sp>
      <p:sp>
        <p:nvSpPr>
          <p:cNvPr id="8" name="矩形 7">
            <a:extLst>
              <a:ext uri="{FF2B5EF4-FFF2-40B4-BE49-F238E27FC236}">
                <a16:creationId xmlns:a16="http://schemas.microsoft.com/office/drawing/2014/main" id="{3717FD8C-49E2-4ECB-B7E5-ABCD42EFB0B9}"/>
              </a:ext>
            </a:extLst>
          </p:cNvPr>
          <p:cNvSpPr>
            <a:spLocks noGrp="1"/>
          </p:cNvSpPr>
          <p:nvPr/>
        </p:nvSpPr>
        <p:spPr>
          <a:xfrm>
            <a:off x="876300" y="31051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a:solidFill>
                  <a:srgbClr val="111111"/>
                </a:solidFill>
                <a:latin typeface="Arial"/>
                <a:ea typeface="Arial"/>
                <a:cs typeface="Arial"/>
              </a:rPr>
              <a:t>switcher present</a:t>
            </a:r>
          </a:p>
        </p:txBody>
      </p:sp>
      <p:sp>
        <p:nvSpPr>
          <p:cNvPr id="9" name="矩形 8">
            <a:extLst>
              <a:ext uri="{FF2B5EF4-FFF2-40B4-BE49-F238E27FC236}">
                <a16:creationId xmlns:a16="http://schemas.microsoft.com/office/drawing/2014/main" id="{C020082E-3E9A-467C-8034-FF027C096000}"/>
              </a:ext>
            </a:extLst>
          </p:cNvPr>
          <p:cNvSpPr>
            <a:spLocks noGrp="1"/>
          </p:cNvSpPr>
          <p:nvPr/>
        </p:nvSpPr>
        <p:spPr>
          <a:xfrm>
            <a:off x="3371850" y="2133600"/>
            <a:ext cx="2381250" cy="1200150"/>
          </a:xfrm>
          <a:prstGeom prst="rect">
            <a:avLst/>
          </a:prstGeom>
          <a:solidFill>
            <a:schemeClr val="accent4">
              <a:lumMod val="40000"/>
              <a:lumOff val="60000"/>
            </a:schemeClr>
          </a:solidFill>
          <a:ln w="11430">
            <a:solidFill>
              <a:srgbClr val="5F6368"/>
            </a:solidFill>
            <a:prstDash val="solid"/>
          </a:ln>
        </p:spPr>
        <p:txBody>
          <a:bodyPr/>
          <a:lstStyle/>
          <a:p>
            <a:endParaRPr lang="en-US"/>
          </a:p>
        </p:txBody>
      </p:sp>
      <p:sp>
        <p:nvSpPr>
          <p:cNvPr id="10" name="矩形 9">
            <a:extLst>
              <a:ext uri="{FF2B5EF4-FFF2-40B4-BE49-F238E27FC236}">
                <a16:creationId xmlns:a16="http://schemas.microsoft.com/office/drawing/2014/main" id="{45485DFC-0BFD-411B-B69C-2CCC10273259}"/>
              </a:ext>
            </a:extLst>
          </p:cNvPr>
          <p:cNvSpPr>
            <a:spLocks noGrp="1"/>
          </p:cNvSpPr>
          <p:nvPr/>
        </p:nvSpPr>
        <p:spPr>
          <a:xfrm>
            <a:off x="3486150" y="2266950"/>
            <a:ext cx="304800" cy="30480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11" name="矩形 10">
            <a:extLst>
              <a:ext uri="{FF2B5EF4-FFF2-40B4-BE49-F238E27FC236}">
                <a16:creationId xmlns:a16="http://schemas.microsoft.com/office/drawing/2014/main" id="{F5FF6422-6F39-4707-B4D3-99132930E14C}"/>
              </a:ext>
            </a:extLst>
          </p:cNvPr>
          <p:cNvSpPr>
            <a:spLocks noGrp="1"/>
          </p:cNvSpPr>
          <p:nvPr/>
        </p:nvSpPr>
        <p:spPr>
          <a:xfrm>
            <a:off x="3886200" y="2266950"/>
            <a:ext cx="1676400" cy="28575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dirty="0">
                <a:solidFill>
                  <a:srgbClr val="2E6CF7"/>
                </a:solidFill>
                <a:latin typeface="Arial"/>
                <a:ea typeface="Arial"/>
                <a:cs typeface="Arial"/>
              </a:rPr>
              <a:t>VM entry</a:t>
            </a:r>
          </a:p>
        </p:txBody>
      </p:sp>
      <p:sp>
        <p:nvSpPr>
          <p:cNvPr id="12" name="矩形 11">
            <a:extLst>
              <a:ext uri="{FF2B5EF4-FFF2-40B4-BE49-F238E27FC236}">
                <a16:creationId xmlns:a16="http://schemas.microsoft.com/office/drawing/2014/main" id="{04536BBD-3513-4FC5-ACAD-CAB22D55D5CD}"/>
              </a:ext>
            </a:extLst>
          </p:cNvPr>
          <p:cNvSpPr>
            <a:spLocks noGrp="1"/>
          </p:cNvSpPr>
          <p:nvPr/>
        </p:nvSpPr>
        <p:spPr>
          <a:xfrm>
            <a:off x="3600450" y="26479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dirty="0">
                <a:solidFill>
                  <a:srgbClr val="111111"/>
                </a:solidFill>
                <a:latin typeface="Arial"/>
                <a:ea typeface="Arial"/>
                <a:cs typeface="Arial"/>
              </a:rPr>
              <a:t>CR3 = GPT</a:t>
            </a:r>
            <a:r>
              <a:rPr sz="1350" b="0" baseline="-25000" dirty="0">
                <a:solidFill>
                  <a:srgbClr val="111111"/>
                </a:solidFill>
                <a:latin typeface="Arial"/>
                <a:ea typeface="Arial"/>
                <a:cs typeface="Arial"/>
              </a:rPr>
              <a:t>L2</a:t>
            </a:r>
          </a:p>
        </p:txBody>
      </p:sp>
      <p:sp>
        <p:nvSpPr>
          <p:cNvPr id="13" name="矩形 12">
            <a:extLst>
              <a:ext uri="{FF2B5EF4-FFF2-40B4-BE49-F238E27FC236}">
                <a16:creationId xmlns:a16="http://schemas.microsoft.com/office/drawing/2014/main" id="{3DC25C78-4266-4406-AF3A-8047E34AA76A}"/>
              </a:ext>
            </a:extLst>
          </p:cNvPr>
          <p:cNvSpPr>
            <a:spLocks noGrp="1"/>
          </p:cNvSpPr>
          <p:nvPr/>
        </p:nvSpPr>
        <p:spPr>
          <a:xfrm>
            <a:off x="3600450" y="28765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dirty="0">
                <a:solidFill>
                  <a:srgbClr val="111111"/>
                </a:solidFill>
                <a:latin typeface="Arial"/>
                <a:ea typeface="Arial"/>
                <a:cs typeface="Arial"/>
              </a:rPr>
              <a:t>EPTP: 0-&gt;1 -&gt; 0-&gt;2</a:t>
            </a:r>
          </a:p>
        </p:txBody>
      </p:sp>
      <p:sp>
        <p:nvSpPr>
          <p:cNvPr id="14" name="矩形 13">
            <a:extLst>
              <a:ext uri="{FF2B5EF4-FFF2-40B4-BE49-F238E27FC236}">
                <a16:creationId xmlns:a16="http://schemas.microsoft.com/office/drawing/2014/main" id="{CF24183F-DA75-40BF-B1F7-F677781D8AA4}"/>
              </a:ext>
            </a:extLst>
          </p:cNvPr>
          <p:cNvSpPr>
            <a:spLocks noGrp="1"/>
          </p:cNvSpPr>
          <p:nvPr/>
        </p:nvSpPr>
        <p:spPr>
          <a:xfrm>
            <a:off x="3600450" y="31051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a:solidFill>
                  <a:srgbClr val="111111"/>
                </a:solidFill>
                <a:latin typeface="Arial"/>
                <a:ea typeface="Arial"/>
                <a:cs typeface="Arial"/>
              </a:rPr>
              <a:t>switcher on demand</a:t>
            </a:r>
          </a:p>
        </p:txBody>
      </p:sp>
      <p:sp>
        <p:nvSpPr>
          <p:cNvPr id="15" name="矩形 14">
            <a:extLst>
              <a:ext uri="{FF2B5EF4-FFF2-40B4-BE49-F238E27FC236}">
                <a16:creationId xmlns:a16="http://schemas.microsoft.com/office/drawing/2014/main" id="{E2E9DE12-8649-4096-9DAE-52645611052A}"/>
              </a:ext>
            </a:extLst>
          </p:cNvPr>
          <p:cNvSpPr>
            <a:spLocks noGrp="1"/>
          </p:cNvSpPr>
          <p:nvPr/>
        </p:nvSpPr>
        <p:spPr>
          <a:xfrm>
            <a:off x="6096000" y="2133600"/>
            <a:ext cx="2381250" cy="1200150"/>
          </a:xfrm>
          <a:prstGeom prst="rect">
            <a:avLst/>
          </a:prstGeom>
          <a:solidFill>
            <a:srgbClr val="FFFFFF"/>
          </a:solidFill>
          <a:ln w="11430">
            <a:solidFill>
              <a:srgbClr val="D9D9D9"/>
            </a:solidFill>
            <a:prstDash val="solid"/>
          </a:ln>
        </p:spPr>
        <p:txBody>
          <a:bodyPr/>
          <a:lstStyle/>
          <a:p>
            <a:endParaRPr lang="en-US"/>
          </a:p>
        </p:txBody>
      </p:sp>
      <p:sp>
        <p:nvSpPr>
          <p:cNvPr id="16" name="矩形 15">
            <a:extLst>
              <a:ext uri="{FF2B5EF4-FFF2-40B4-BE49-F238E27FC236}">
                <a16:creationId xmlns:a16="http://schemas.microsoft.com/office/drawing/2014/main" id="{425925A8-53BA-4002-B8F5-B0F8B1463ED6}"/>
              </a:ext>
            </a:extLst>
          </p:cNvPr>
          <p:cNvSpPr>
            <a:spLocks noGrp="1"/>
          </p:cNvSpPr>
          <p:nvPr/>
        </p:nvSpPr>
        <p:spPr>
          <a:xfrm>
            <a:off x="6210300" y="2266950"/>
            <a:ext cx="304800" cy="30480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7" name="矩形 16">
            <a:extLst>
              <a:ext uri="{FF2B5EF4-FFF2-40B4-BE49-F238E27FC236}">
                <a16:creationId xmlns:a16="http://schemas.microsoft.com/office/drawing/2014/main" id="{A10E54F5-2CC5-49BD-A99D-32D088629F5C}"/>
              </a:ext>
            </a:extLst>
          </p:cNvPr>
          <p:cNvSpPr>
            <a:spLocks noGrp="1"/>
          </p:cNvSpPr>
          <p:nvPr/>
        </p:nvSpPr>
        <p:spPr>
          <a:xfrm>
            <a:off x="6610350" y="2266950"/>
            <a:ext cx="1676400" cy="28575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dirty="0">
                <a:solidFill>
                  <a:srgbClr val="2E6CF7"/>
                </a:solidFill>
                <a:latin typeface="Arial"/>
                <a:ea typeface="Arial"/>
                <a:cs typeface="Arial"/>
              </a:rPr>
              <a:t>L2 context</a:t>
            </a:r>
          </a:p>
        </p:txBody>
      </p:sp>
      <p:sp>
        <p:nvSpPr>
          <p:cNvPr id="18" name="矩形 17">
            <a:extLst>
              <a:ext uri="{FF2B5EF4-FFF2-40B4-BE49-F238E27FC236}">
                <a16:creationId xmlns:a16="http://schemas.microsoft.com/office/drawing/2014/main" id="{ADEC7830-61D9-4C43-8431-2921E828FAA1}"/>
              </a:ext>
            </a:extLst>
          </p:cNvPr>
          <p:cNvSpPr>
            <a:spLocks noGrp="1"/>
          </p:cNvSpPr>
          <p:nvPr/>
        </p:nvSpPr>
        <p:spPr>
          <a:xfrm>
            <a:off x="6324600" y="26479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dirty="0">
                <a:solidFill>
                  <a:srgbClr val="111111"/>
                </a:solidFill>
                <a:latin typeface="Arial"/>
                <a:ea typeface="Arial"/>
                <a:cs typeface="Arial"/>
              </a:rPr>
              <a:t>CR3 = GPT</a:t>
            </a:r>
            <a:r>
              <a:rPr sz="1350" b="0" baseline="-25000" dirty="0">
                <a:solidFill>
                  <a:srgbClr val="111111"/>
                </a:solidFill>
                <a:latin typeface="Arial"/>
                <a:ea typeface="Arial"/>
                <a:cs typeface="Arial"/>
              </a:rPr>
              <a:t>L2</a:t>
            </a:r>
          </a:p>
        </p:txBody>
      </p:sp>
      <p:sp>
        <p:nvSpPr>
          <p:cNvPr id="19" name="矩形 18">
            <a:extLst>
              <a:ext uri="{FF2B5EF4-FFF2-40B4-BE49-F238E27FC236}">
                <a16:creationId xmlns:a16="http://schemas.microsoft.com/office/drawing/2014/main" id="{E411B16D-2FC2-4081-AAC4-9430D85A9BB6}"/>
              </a:ext>
            </a:extLst>
          </p:cNvPr>
          <p:cNvSpPr>
            <a:spLocks noGrp="1"/>
          </p:cNvSpPr>
          <p:nvPr/>
        </p:nvSpPr>
        <p:spPr>
          <a:xfrm>
            <a:off x="6324600" y="28765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dirty="0">
                <a:solidFill>
                  <a:srgbClr val="111111"/>
                </a:solidFill>
                <a:latin typeface="Arial"/>
                <a:ea typeface="Arial"/>
                <a:cs typeface="Arial"/>
              </a:rPr>
              <a:t>EPTP = EPT</a:t>
            </a:r>
            <a:r>
              <a:rPr sz="1350" b="0" baseline="-25000" dirty="0">
                <a:solidFill>
                  <a:srgbClr val="111111"/>
                </a:solidFill>
                <a:latin typeface="Arial"/>
                <a:ea typeface="Arial"/>
                <a:cs typeface="Arial"/>
              </a:rPr>
              <a:t>0-&gt;2</a:t>
            </a:r>
          </a:p>
        </p:txBody>
      </p:sp>
      <p:sp>
        <p:nvSpPr>
          <p:cNvPr id="20" name="矩形 19">
            <a:extLst>
              <a:ext uri="{FF2B5EF4-FFF2-40B4-BE49-F238E27FC236}">
                <a16:creationId xmlns:a16="http://schemas.microsoft.com/office/drawing/2014/main" id="{FB20860B-DC9E-4F6A-BF01-711DBE233C6F}"/>
              </a:ext>
            </a:extLst>
          </p:cNvPr>
          <p:cNvSpPr>
            <a:spLocks noGrp="1"/>
          </p:cNvSpPr>
          <p:nvPr/>
        </p:nvSpPr>
        <p:spPr>
          <a:xfrm>
            <a:off x="6324600" y="31051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a:solidFill>
                  <a:srgbClr val="111111"/>
                </a:solidFill>
                <a:latin typeface="Arial"/>
                <a:ea typeface="Arial"/>
                <a:cs typeface="Arial"/>
              </a:rPr>
              <a:t>switcher unused</a:t>
            </a:r>
          </a:p>
        </p:txBody>
      </p:sp>
      <p:sp>
        <p:nvSpPr>
          <p:cNvPr id="21" name="矩形 20">
            <a:extLst>
              <a:ext uri="{FF2B5EF4-FFF2-40B4-BE49-F238E27FC236}">
                <a16:creationId xmlns:a16="http://schemas.microsoft.com/office/drawing/2014/main" id="{784AF73A-4958-494F-A29D-8F5B332361BF}"/>
              </a:ext>
            </a:extLst>
          </p:cNvPr>
          <p:cNvSpPr>
            <a:spLocks noGrp="1"/>
          </p:cNvSpPr>
          <p:nvPr/>
        </p:nvSpPr>
        <p:spPr>
          <a:xfrm>
            <a:off x="8820150" y="2133600"/>
            <a:ext cx="2381250" cy="1200150"/>
          </a:xfrm>
          <a:prstGeom prst="rect">
            <a:avLst/>
          </a:prstGeom>
          <a:solidFill>
            <a:schemeClr val="accent4">
              <a:lumMod val="40000"/>
              <a:lumOff val="60000"/>
            </a:schemeClr>
          </a:solidFill>
          <a:ln w="11430">
            <a:solidFill>
              <a:srgbClr val="5F6368"/>
            </a:solidFill>
            <a:prstDash val="solid"/>
          </a:ln>
        </p:spPr>
        <p:txBody>
          <a:bodyPr/>
          <a:lstStyle/>
          <a:p>
            <a:endParaRPr lang="en-US"/>
          </a:p>
        </p:txBody>
      </p:sp>
      <p:sp>
        <p:nvSpPr>
          <p:cNvPr id="22" name="矩形 21">
            <a:extLst>
              <a:ext uri="{FF2B5EF4-FFF2-40B4-BE49-F238E27FC236}">
                <a16:creationId xmlns:a16="http://schemas.microsoft.com/office/drawing/2014/main" id="{8A73056A-2DCF-471B-AD6E-927BADE9399C}"/>
              </a:ext>
            </a:extLst>
          </p:cNvPr>
          <p:cNvSpPr>
            <a:spLocks noGrp="1"/>
          </p:cNvSpPr>
          <p:nvPr/>
        </p:nvSpPr>
        <p:spPr>
          <a:xfrm>
            <a:off x="8934450" y="2266950"/>
            <a:ext cx="304800" cy="30480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23" name="矩形 22">
            <a:extLst>
              <a:ext uri="{FF2B5EF4-FFF2-40B4-BE49-F238E27FC236}">
                <a16:creationId xmlns:a16="http://schemas.microsoft.com/office/drawing/2014/main" id="{FF56A2DF-C5D7-4741-8E1C-985A010DF891}"/>
              </a:ext>
            </a:extLst>
          </p:cNvPr>
          <p:cNvSpPr>
            <a:spLocks noGrp="1"/>
          </p:cNvSpPr>
          <p:nvPr/>
        </p:nvSpPr>
        <p:spPr>
          <a:xfrm>
            <a:off x="9334500" y="2266950"/>
            <a:ext cx="1676400" cy="285750"/>
          </a:xfrm>
          <a:prstGeom prst="rect">
            <a:avLst/>
          </a:prstGeom>
          <a:noFill/>
          <a:ln w="0">
            <a:noFill/>
            <a:prstDash val="solid"/>
          </a:ln>
        </p:spPr>
        <p:txBody>
          <a:bodyPr wrap="square" lIns="0" tIns="0" rIns="0" bIns="0" anchor="t"/>
          <a:lstStyle/>
          <a:p>
            <a:pPr algn="l">
              <a:lnSpc>
                <a:spcPct val="100000"/>
              </a:lnSpc>
              <a:buNone/>
              <a:defRPr sz="1725" b="1">
                <a:solidFill>
                  <a:srgbClr val="111111"/>
                </a:solidFill>
                <a:latin typeface="Arial"/>
                <a:ea typeface="Arial"/>
                <a:cs typeface="Arial"/>
              </a:defRPr>
            </a:pPr>
            <a:r>
              <a:rPr sz="1725" b="1" dirty="0">
                <a:solidFill>
                  <a:srgbClr val="2E6CF7"/>
                </a:solidFill>
                <a:latin typeface="Arial"/>
                <a:ea typeface="Arial"/>
                <a:cs typeface="Arial"/>
              </a:rPr>
              <a:t>VM exit</a:t>
            </a:r>
          </a:p>
        </p:txBody>
      </p:sp>
      <p:sp>
        <p:nvSpPr>
          <p:cNvPr id="24" name="矩形 23">
            <a:extLst>
              <a:ext uri="{FF2B5EF4-FFF2-40B4-BE49-F238E27FC236}">
                <a16:creationId xmlns:a16="http://schemas.microsoft.com/office/drawing/2014/main" id="{8C46F91A-26E8-4B11-8A53-A307ACC5EFDB}"/>
              </a:ext>
            </a:extLst>
          </p:cNvPr>
          <p:cNvSpPr>
            <a:spLocks noGrp="1"/>
          </p:cNvSpPr>
          <p:nvPr/>
        </p:nvSpPr>
        <p:spPr>
          <a:xfrm>
            <a:off x="9048750" y="26479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dirty="0">
                <a:solidFill>
                  <a:srgbClr val="111111"/>
                </a:solidFill>
                <a:latin typeface="Arial"/>
                <a:ea typeface="Arial"/>
                <a:cs typeface="Arial"/>
              </a:rPr>
              <a:t>CR3: GPT</a:t>
            </a:r>
            <a:r>
              <a:rPr sz="1350" b="0" baseline="-25000" dirty="0">
                <a:solidFill>
                  <a:srgbClr val="111111"/>
                </a:solidFill>
                <a:latin typeface="Arial"/>
                <a:ea typeface="Arial"/>
                <a:cs typeface="Arial"/>
              </a:rPr>
              <a:t>L2</a:t>
            </a:r>
            <a:r>
              <a:rPr sz="1350" b="0" dirty="0">
                <a:solidFill>
                  <a:srgbClr val="111111"/>
                </a:solidFill>
                <a:latin typeface="Arial"/>
                <a:ea typeface="Arial"/>
                <a:cs typeface="Arial"/>
              </a:rPr>
              <a:t> -&gt; GPT</a:t>
            </a:r>
            <a:r>
              <a:rPr sz="1350" b="0" baseline="-25000" dirty="0">
                <a:solidFill>
                  <a:srgbClr val="111111"/>
                </a:solidFill>
                <a:latin typeface="Arial"/>
                <a:ea typeface="Arial"/>
                <a:cs typeface="Arial"/>
              </a:rPr>
              <a:t>L1</a:t>
            </a:r>
          </a:p>
        </p:txBody>
      </p:sp>
      <p:sp>
        <p:nvSpPr>
          <p:cNvPr id="25" name="矩形 24">
            <a:extLst>
              <a:ext uri="{FF2B5EF4-FFF2-40B4-BE49-F238E27FC236}">
                <a16:creationId xmlns:a16="http://schemas.microsoft.com/office/drawing/2014/main" id="{EA33BA00-FF1D-4814-BEE0-4BEDA93E8291}"/>
              </a:ext>
            </a:extLst>
          </p:cNvPr>
          <p:cNvSpPr>
            <a:spLocks noGrp="1"/>
          </p:cNvSpPr>
          <p:nvPr/>
        </p:nvSpPr>
        <p:spPr>
          <a:xfrm>
            <a:off x="9048750" y="28765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a:solidFill>
                  <a:srgbClr val="111111"/>
                </a:solidFill>
                <a:latin typeface="Arial"/>
                <a:ea typeface="Arial"/>
                <a:cs typeface="Arial"/>
              </a:rPr>
              <a:t>EPTP: 0-&gt;2 -&gt; 0-&gt;1</a:t>
            </a:r>
          </a:p>
        </p:txBody>
      </p:sp>
      <p:sp>
        <p:nvSpPr>
          <p:cNvPr id="26" name="矩形 25">
            <a:extLst>
              <a:ext uri="{FF2B5EF4-FFF2-40B4-BE49-F238E27FC236}">
                <a16:creationId xmlns:a16="http://schemas.microsoft.com/office/drawing/2014/main" id="{53E65688-7778-430D-A9C4-10EA90641C9B}"/>
              </a:ext>
            </a:extLst>
          </p:cNvPr>
          <p:cNvSpPr>
            <a:spLocks noGrp="1"/>
          </p:cNvSpPr>
          <p:nvPr/>
        </p:nvSpPr>
        <p:spPr>
          <a:xfrm>
            <a:off x="9048750" y="3105150"/>
            <a:ext cx="2019300" cy="22860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350" b="0">
                <a:solidFill>
                  <a:srgbClr val="111111"/>
                </a:solidFill>
                <a:latin typeface="Arial"/>
                <a:ea typeface="Arial"/>
                <a:cs typeface="Arial"/>
              </a:rPr>
              <a:t>switcher present</a:t>
            </a:r>
          </a:p>
        </p:txBody>
      </p:sp>
      <p:sp>
        <p:nvSpPr>
          <p:cNvPr id="27" name="右箭头 26">
            <a:extLst>
              <a:ext uri="{FF2B5EF4-FFF2-40B4-BE49-F238E27FC236}">
                <a16:creationId xmlns:a16="http://schemas.microsoft.com/office/drawing/2014/main" id="{9FB55DA2-B035-49E5-A21C-468B7759248F}"/>
              </a:ext>
            </a:extLst>
          </p:cNvPr>
          <p:cNvSpPr>
            <a:spLocks noGrp="1"/>
          </p:cNvSpPr>
          <p:nvPr/>
        </p:nvSpPr>
        <p:spPr>
          <a:xfrm>
            <a:off x="3105150" y="2590800"/>
            <a:ext cx="190500" cy="228600"/>
          </a:xfrm>
          <a:prstGeom prst="rightArrow">
            <a:avLst/>
          </a:prstGeom>
          <a:solidFill>
            <a:srgbClr val="5F6368"/>
          </a:solidFill>
          <a:ln w="0">
            <a:solidFill>
              <a:srgbClr val="5F6368"/>
            </a:solidFill>
            <a:prstDash val="solid"/>
          </a:ln>
        </p:spPr>
        <p:txBody>
          <a:bodyPr/>
          <a:lstStyle/>
          <a:p>
            <a:endParaRPr lang="en-US"/>
          </a:p>
        </p:txBody>
      </p:sp>
      <p:sp>
        <p:nvSpPr>
          <p:cNvPr id="28" name="右箭头 27">
            <a:extLst>
              <a:ext uri="{FF2B5EF4-FFF2-40B4-BE49-F238E27FC236}">
                <a16:creationId xmlns:a16="http://schemas.microsoft.com/office/drawing/2014/main" id="{58721FBC-46A2-48A0-9C95-B855D013CDD8}"/>
              </a:ext>
            </a:extLst>
          </p:cNvPr>
          <p:cNvSpPr>
            <a:spLocks noGrp="1"/>
          </p:cNvSpPr>
          <p:nvPr/>
        </p:nvSpPr>
        <p:spPr>
          <a:xfrm>
            <a:off x="5829300" y="2590800"/>
            <a:ext cx="190500" cy="228600"/>
          </a:xfrm>
          <a:prstGeom prst="rightArrow">
            <a:avLst/>
          </a:prstGeom>
          <a:solidFill>
            <a:srgbClr val="5F6368"/>
          </a:solidFill>
          <a:ln w="0">
            <a:solidFill>
              <a:srgbClr val="5F6368"/>
            </a:solidFill>
            <a:prstDash val="solid"/>
          </a:ln>
        </p:spPr>
        <p:txBody>
          <a:bodyPr/>
          <a:lstStyle/>
          <a:p>
            <a:endParaRPr lang="en-US"/>
          </a:p>
        </p:txBody>
      </p:sp>
      <p:sp>
        <p:nvSpPr>
          <p:cNvPr id="29" name="右箭头 28">
            <a:extLst>
              <a:ext uri="{FF2B5EF4-FFF2-40B4-BE49-F238E27FC236}">
                <a16:creationId xmlns:a16="http://schemas.microsoft.com/office/drawing/2014/main" id="{9C2BF537-C1A3-4AC5-B25D-A5C078A7AC88}"/>
              </a:ext>
            </a:extLst>
          </p:cNvPr>
          <p:cNvSpPr>
            <a:spLocks noGrp="1"/>
          </p:cNvSpPr>
          <p:nvPr/>
        </p:nvSpPr>
        <p:spPr>
          <a:xfrm>
            <a:off x="8553450" y="2590800"/>
            <a:ext cx="190500" cy="228600"/>
          </a:xfrm>
          <a:prstGeom prst="rightArrow">
            <a:avLst/>
          </a:prstGeom>
          <a:solidFill>
            <a:srgbClr val="5F6368"/>
          </a:solidFill>
          <a:ln w="0">
            <a:solidFill>
              <a:srgbClr val="5F6368"/>
            </a:solidFill>
            <a:prstDash val="solid"/>
          </a:ln>
        </p:spPr>
        <p:txBody>
          <a:bodyPr/>
          <a:lstStyle/>
          <a:p>
            <a:endParaRPr lang="en-US"/>
          </a:p>
        </p:txBody>
      </p:sp>
      <p:sp>
        <p:nvSpPr>
          <p:cNvPr id="30" name="下箭头 29">
            <a:extLst>
              <a:ext uri="{FF2B5EF4-FFF2-40B4-BE49-F238E27FC236}">
                <a16:creationId xmlns:a16="http://schemas.microsoft.com/office/drawing/2014/main" id="{80B72F05-4633-4529-9731-CF9650E33F9F}"/>
              </a:ext>
            </a:extLst>
          </p:cNvPr>
          <p:cNvSpPr>
            <a:spLocks noGrp="1"/>
          </p:cNvSpPr>
          <p:nvPr/>
        </p:nvSpPr>
        <p:spPr>
          <a:xfrm>
            <a:off x="4476750" y="3333750"/>
            <a:ext cx="228600" cy="400050"/>
          </a:xfrm>
          <a:prstGeom prst="downArrow">
            <a:avLst/>
          </a:prstGeom>
          <a:solidFill>
            <a:srgbClr val="5F6368"/>
          </a:solidFill>
          <a:ln w="0">
            <a:solidFill>
              <a:srgbClr val="5F6368"/>
            </a:solidFill>
            <a:prstDash val="solid"/>
          </a:ln>
        </p:spPr>
        <p:txBody>
          <a:bodyPr/>
          <a:lstStyle/>
          <a:p>
            <a:endParaRPr lang="en-US"/>
          </a:p>
        </p:txBody>
      </p:sp>
      <p:sp>
        <p:nvSpPr>
          <p:cNvPr id="31" name="下箭头 30">
            <a:extLst>
              <a:ext uri="{FF2B5EF4-FFF2-40B4-BE49-F238E27FC236}">
                <a16:creationId xmlns:a16="http://schemas.microsoft.com/office/drawing/2014/main" id="{383E5B6A-4FBF-4024-AE24-55EB336E03B6}"/>
              </a:ext>
            </a:extLst>
          </p:cNvPr>
          <p:cNvSpPr>
            <a:spLocks noGrp="1"/>
          </p:cNvSpPr>
          <p:nvPr/>
        </p:nvSpPr>
        <p:spPr>
          <a:xfrm>
            <a:off x="9925050" y="3333750"/>
            <a:ext cx="228600" cy="400050"/>
          </a:xfrm>
          <a:prstGeom prst="downArrow">
            <a:avLst/>
          </a:prstGeom>
          <a:solidFill>
            <a:srgbClr val="5F6368"/>
          </a:solidFill>
          <a:ln w="0">
            <a:solidFill>
              <a:srgbClr val="5F6368"/>
            </a:solidFill>
            <a:prstDash val="solid"/>
          </a:ln>
        </p:spPr>
        <p:txBody>
          <a:bodyPr/>
          <a:lstStyle/>
          <a:p>
            <a:endParaRPr lang="en-US"/>
          </a:p>
        </p:txBody>
      </p:sp>
      <p:sp>
        <p:nvSpPr>
          <p:cNvPr id="32" name="矩形 31">
            <a:extLst>
              <a:ext uri="{FF2B5EF4-FFF2-40B4-BE49-F238E27FC236}">
                <a16:creationId xmlns:a16="http://schemas.microsoft.com/office/drawing/2014/main" id="{B10AF1AB-3087-4B96-9193-834FBC26A47C}"/>
              </a:ext>
            </a:extLst>
          </p:cNvPr>
          <p:cNvSpPr>
            <a:spLocks noGrp="1"/>
          </p:cNvSpPr>
          <p:nvPr/>
        </p:nvSpPr>
        <p:spPr>
          <a:xfrm>
            <a:off x="762000" y="3752849"/>
            <a:ext cx="4857750" cy="2049193"/>
          </a:xfrm>
          <a:prstGeom prst="rect">
            <a:avLst/>
          </a:prstGeom>
          <a:solidFill>
            <a:srgbClr val="FFFFFF"/>
          </a:solidFill>
          <a:ln w="9525">
            <a:solidFill>
              <a:srgbClr val="FFD720"/>
            </a:solidFill>
            <a:prstDash val="solid"/>
          </a:ln>
        </p:spPr>
        <p:txBody>
          <a:bodyPr/>
          <a:lstStyle/>
          <a:p>
            <a:endParaRPr lang="en-US"/>
          </a:p>
        </p:txBody>
      </p:sp>
      <p:sp>
        <p:nvSpPr>
          <p:cNvPr id="33" name="矩形 32">
            <a:extLst>
              <a:ext uri="{FF2B5EF4-FFF2-40B4-BE49-F238E27FC236}">
                <a16:creationId xmlns:a16="http://schemas.microsoft.com/office/drawing/2014/main" id="{3BC92B7D-794E-4BE3-BF62-E477AE5B829F}"/>
              </a:ext>
            </a:extLst>
          </p:cNvPr>
          <p:cNvSpPr>
            <a:spLocks noGrp="1"/>
          </p:cNvSpPr>
          <p:nvPr/>
        </p:nvSpPr>
        <p:spPr>
          <a:xfrm>
            <a:off x="990600" y="3943350"/>
            <a:ext cx="4400550" cy="28575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VM entry: L1 -&gt; L2</a:t>
            </a:r>
          </a:p>
        </p:txBody>
      </p:sp>
      <p:sp>
        <p:nvSpPr>
          <p:cNvPr id="34" name="矩形 33">
            <a:extLst>
              <a:ext uri="{FF2B5EF4-FFF2-40B4-BE49-F238E27FC236}">
                <a16:creationId xmlns:a16="http://schemas.microsoft.com/office/drawing/2014/main" id="{E9D22443-9210-41D1-B61D-B2217381B62C}"/>
              </a:ext>
            </a:extLst>
          </p:cNvPr>
          <p:cNvSpPr>
            <a:spLocks noGrp="1"/>
          </p:cNvSpPr>
          <p:nvPr/>
        </p:nvSpPr>
        <p:spPr>
          <a:xfrm>
            <a:off x="1047750" y="4371975"/>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35" name="矩形 34">
            <a:extLst>
              <a:ext uri="{FF2B5EF4-FFF2-40B4-BE49-F238E27FC236}">
                <a16:creationId xmlns:a16="http://schemas.microsoft.com/office/drawing/2014/main" id="{D1B6D396-5622-46B1-A185-DCB95A8BC6BA}"/>
              </a:ext>
            </a:extLst>
          </p:cNvPr>
          <p:cNvSpPr>
            <a:spLocks noGrp="1"/>
          </p:cNvSpPr>
          <p:nvPr/>
        </p:nvSpPr>
        <p:spPr>
          <a:xfrm>
            <a:off x="1466850" y="4391025"/>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save L1 context; build L2 entry stack</a:t>
            </a:r>
          </a:p>
        </p:txBody>
      </p:sp>
      <p:sp>
        <p:nvSpPr>
          <p:cNvPr id="36" name="矩形 35">
            <a:extLst>
              <a:ext uri="{FF2B5EF4-FFF2-40B4-BE49-F238E27FC236}">
                <a16:creationId xmlns:a16="http://schemas.microsoft.com/office/drawing/2014/main" id="{F120F38C-8A3C-4BE6-98CE-E1B91B4132C9}"/>
              </a:ext>
            </a:extLst>
          </p:cNvPr>
          <p:cNvSpPr>
            <a:spLocks noGrp="1"/>
          </p:cNvSpPr>
          <p:nvPr/>
        </p:nvSpPr>
        <p:spPr>
          <a:xfrm>
            <a:off x="1047750" y="4686300"/>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37" name="矩形 36">
            <a:extLst>
              <a:ext uri="{FF2B5EF4-FFF2-40B4-BE49-F238E27FC236}">
                <a16:creationId xmlns:a16="http://schemas.microsoft.com/office/drawing/2014/main" id="{819F681B-6C9F-414C-8F2D-87B51AE281A2}"/>
              </a:ext>
            </a:extLst>
          </p:cNvPr>
          <p:cNvSpPr>
            <a:spLocks noGrp="1"/>
          </p:cNvSpPr>
          <p:nvPr/>
        </p:nvSpPr>
        <p:spPr>
          <a:xfrm>
            <a:off x="1466850" y="4705350"/>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MOV CR3 = GPT</a:t>
            </a:r>
            <a:r>
              <a:rPr sz="1575" b="0" baseline="-25000" dirty="0">
                <a:solidFill>
                  <a:srgbClr val="111111"/>
                </a:solidFill>
                <a:latin typeface="Arial"/>
                <a:ea typeface="Arial"/>
                <a:cs typeface="Arial"/>
              </a:rPr>
              <a:t>L2</a:t>
            </a:r>
          </a:p>
        </p:txBody>
      </p:sp>
      <p:sp>
        <p:nvSpPr>
          <p:cNvPr id="38" name="矩形 37">
            <a:extLst>
              <a:ext uri="{FF2B5EF4-FFF2-40B4-BE49-F238E27FC236}">
                <a16:creationId xmlns:a16="http://schemas.microsoft.com/office/drawing/2014/main" id="{FE258566-A164-4AF1-ABCE-91E0AF895869}"/>
              </a:ext>
            </a:extLst>
          </p:cNvPr>
          <p:cNvSpPr>
            <a:spLocks noGrp="1"/>
          </p:cNvSpPr>
          <p:nvPr/>
        </p:nvSpPr>
        <p:spPr>
          <a:xfrm>
            <a:off x="1047750" y="5000625"/>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39" name="矩形 38">
            <a:extLst>
              <a:ext uri="{FF2B5EF4-FFF2-40B4-BE49-F238E27FC236}">
                <a16:creationId xmlns:a16="http://schemas.microsoft.com/office/drawing/2014/main" id="{482F9B6A-148C-48E5-BCED-875DAEC3327F}"/>
              </a:ext>
            </a:extLst>
          </p:cNvPr>
          <p:cNvSpPr>
            <a:spLocks noGrp="1"/>
          </p:cNvSpPr>
          <p:nvPr/>
        </p:nvSpPr>
        <p:spPr>
          <a:xfrm>
            <a:off x="1466850" y="5019675"/>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VMFUNC: EPTP = EPT</a:t>
            </a:r>
            <a:r>
              <a:rPr sz="1575" b="0" baseline="-25000" dirty="0">
                <a:solidFill>
                  <a:srgbClr val="111111"/>
                </a:solidFill>
                <a:latin typeface="Arial"/>
                <a:ea typeface="Arial"/>
                <a:cs typeface="Arial"/>
              </a:rPr>
              <a:t>0-&gt;2</a:t>
            </a:r>
          </a:p>
        </p:txBody>
      </p:sp>
      <p:sp>
        <p:nvSpPr>
          <p:cNvPr id="40" name="矩形 39">
            <a:extLst>
              <a:ext uri="{FF2B5EF4-FFF2-40B4-BE49-F238E27FC236}">
                <a16:creationId xmlns:a16="http://schemas.microsoft.com/office/drawing/2014/main" id="{A60415E9-95C0-4831-8E7E-FC6DE82F0A36}"/>
              </a:ext>
            </a:extLst>
          </p:cNvPr>
          <p:cNvSpPr>
            <a:spLocks noGrp="1"/>
          </p:cNvSpPr>
          <p:nvPr/>
        </p:nvSpPr>
        <p:spPr>
          <a:xfrm>
            <a:off x="1047750" y="5314950"/>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41" name="矩形 40">
            <a:extLst>
              <a:ext uri="{FF2B5EF4-FFF2-40B4-BE49-F238E27FC236}">
                <a16:creationId xmlns:a16="http://schemas.microsoft.com/office/drawing/2014/main" id="{2654B248-D0CD-4AF8-9E5A-E13FE29F73FE}"/>
              </a:ext>
            </a:extLst>
          </p:cNvPr>
          <p:cNvSpPr>
            <a:spLocks noGrp="1"/>
          </p:cNvSpPr>
          <p:nvPr/>
        </p:nvSpPr>
        <p:spPr>
          <a:xfrm>
            <a:off x="1466850" y="5334000"/>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IRET into L2 ring 3</a:t>
            </a:r>
          </a:p>
        </p:txBody>
      </p:sp>
      <p:sp>
        <p:nvSpPr>
          <p:cNvPr id="42" name="矩形 41">
            <a:extLst>
              <a:ext uri="{FF2B5EF4-FFF2-40B4-BE49-F238E27FC236}">
                <a16:creationId xmlns:a16="http://schemas.microsoft.com/office/drawing/2014/main" id="{5B9C402F-B14E-465D-A57A-FDFDD77AB1E8}"/>
              </a:ext>
            </a:extLst>
          </p:cNvPr>
          <p:cNvSpPr>
            <a:spLocks noGrp="1"/>
          </p:cNvSpPr>
          <p:nvPr/>
        </p:nvSpPr>
        <p:spPr>
          <a:xfrm>
            <a:off x="6572250" y="3752850"/>
            <a:ext cx="4857750" cy="2049192"/>
          </a:xfrm>
          <a:prstGeom prst="rect">
            <a:avLst/>
          </a:prstGeom>
          <a:solidFill>
            <a:srgbClr val="FFFFFF"/>
          </a:solidFill>
          <a:ln w="9525">
            <a:solidFill>
              <a:srgbClr val="FFD720"/>
            </a:solidFill>
            <a:prstDash val="solid"/>
          </a:ln>
        </p:spPr>
        <p:txBody>
          <a:bodyPr/>
          <a:lstStyle/>
          <a:p>
            <a:endParaRPr lang="en-US"/>
          </a:p>
        </p:txBody>
      </p:sp>
      <p:sp>
        <p:nvSpPr>
          <p:cNvPr id="43" name="矩形 42">
            <a:extLst>
              <a:ext uri="{FF2B5EF4-FFF2-40B4-BE49-F238E27FC236}">
                <a16:creationId xmlns:a16="http://schemas.microsoft.com/office/drawing/2014/main" id="{9810FE71-8EA6-4557-9C86-372F611A48D0}"/>
              </a:ext>
            </a:extLst>
          </p:cNvPr>
          <p:cNvSpPr>
            <a:spLocks noGrp="1"/>
          </p:cNvSpPr>
          <p:nvPr/>
        </p:nvSpPr>
        <p:spPr>
          <a:xfrm>
            <a:off x="6800850" y="3943350"/>
            <a:ext cx="4400550" cy="28575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VM exit: L2 -&gt; L1</a:t>
            </a:r>
          </a:p>
        </p:txBody>
      </p:sp>
      <p:sp>
        <p:nvSpPr>
          <p:cNvPr id="44" name="矩形 43">
            <a:extLst>
              <a:ext uri="{FF2B5EF4-FFF2-40B4-BE49-F238E27FC236}">
                <a16:creationId xmlns:a16="http://schemas.microsoft.com/office/drawing/2014/main" id="{3A14D91F-F8B8-496F-96F5-9D0F481280C2}"/>
              </a:ext>
            </a:extLst>
          </p:cNvPr>
          <p:cNvSpPr>
            <a:spLocks noGrp="1"/>
          </p:cNvSpPr>
          <p:nvPr/>
        </p:nvSpPr>
        <p:spPr>
          <a:xfrm>
            <a:off x="6858000" y="4371975"/>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45" name="矩形 44">
            <a:extLst>
              <a:ext uri="{FF2B5EF4-FFF2-40B4-BE49-F238E27FC236}">
                <a16:creationId xmlns:a16="http://schemas.microsoft.com/office/drawing/2014/main" id="{972778C7-F555-451B-B59A-7FE8E1DACF5C}"/>
              </a:ext>
            </a:extLst>
          </p:cNvPr>
          <p:cNvSpPr>
            <a:spLocks noGrp="1"/>
          </p:cNvSpPr>
          <p:nvPr/>
        </p:nvSpPr>
        <p:spPr>
          <a:xfrm>
            <a:off x="7277100" y="4391025"/>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trap into switcher on event</a:t>
            </a:r>
          </a:p>
        </p:txBody>
      </p:sp>
      <p:sp>
        <p:nvSpPr>
          <p:cNvPr id="46" name="矩形 45">
            <a:extLst>
              <a:ext uri="{FF2B5EF4-FFF2-40B4-BE49-F238E27FC236}">
                <a16:creationId xmlns:a16="http://schemas.microsoft.com/office/drawing/2014/main" id="{18E462F0-9C79-4C7B-8B6E-A890F7551782}"/>
              </a:ext>
            </a:extLst>
          </p:cNvPr>
          <p:cNvSpPr>
            <a:spLocks noGrp="1"/>
          </p:cNvSpPr>
          <p:nvPr/>
        </p:nvSpPr>
        <p:spPr>
          <a:xfrm>
            <a:off x="6858000" y="4686300"/>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47" name="矩形 46">
            <a:extLst>
              <a:ext uri="{FF2B5EF4-FFF2-40B4-BE49-F238E27FC236}">
                <a16:creationId xmlns:a16="http://schemas.microsoft.com/office/drawing/2014/main" id="{78E20BF2-2FA4-488D-9016-492B8CD36636}"/>
              </a:ext>
            </a:extLst>
          </p:cNvPr>
          <p:cNvSpPr>
            <a:spLocks noGrp="1"/>
          </p:cNvSpPr>
          <p:nvPr/>
        </p:nvSpPr>
        <p:spPr>
          <a:xfrm>
            <a:off x="7277100" y="4705350"/>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save L2 context</a:t>
            </a:r>
          </a:p>
        </p:txBody>
      </p:sp>
      <p:sp>
        <p:nvSpPr>
          <p:cNvPr id="48" name="矩形 47">
            <a:extLst>
              <a:ext uri="{FF2B5EF4-FFF2-40B4-BE49-F238E27FC236}">
                <a16:creationId xmlns:a16="http://schemas.microsoft.com/office/drawing/2014/main" id="{F63F10B7-A3F1-49A4-9B29-A4E52430B00B}"/>
              </a:ext>
            </a:extLst>
          </p:cNvPr>
          <p:cNvSpPr>
            <a:spLocks noGrp="1"/>
          </p:cNvSpPr>
          <p:nvPr/>
        </p:nvSpPr>
        <p:spPr>
          <a:xfrm>
            <a:off x="6858000" y="5000625"/>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49" name="矩形 48">
            <a:extLst>
              <a:ext uri="{FF2B5EF4-FFF2-40B4-BE49-F238E27FC236}">
                <a16:creationId xmlns:a16="http://schemas.microsoft.com/office/drawing/2014/main" id="{794F3BAA-344B-4713-9A81-90DE2CCB01DA}"/>
              </a:ext>
            </a:extLst>
          </p:cNvPr>
          <p:cNvSpPr>
            <a:spLocks noGrp="1"/>
          </p:cNvSpPr>
          <p:nvPr/>
        </p:nvSpPr>
        <p:spPr>
          <a:xfrm>
            <a:off x="7277100" y="5019675"/>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VMFUNC: EPTP = EPT</a:t>
            </a:r>
            <a:r>
              <a:rPr sz="1575" b="0" baseline="-25000" dirty="0">
                <a:solidFill>
                  <a:srgbClr val="111111"/>
                </a:solidFill>
                <a:latin typeface="Arial"/>
                <a:ea typeface="Arial"/>
                <a:cs typeface="Arial"/>
              </a:rPr>
              <a:t>0-&gt;1</a:t>
            </a:r>
          </a:p>
        </p:txBody>
      </p:sp>
      <p:sp>
        <p:nvSpPr>
          <p:cNvPr id="50" name="矩形 49">
            <a:extLst>
              <a:ext uri="{FF2B5EF4-FFF2-40B4-BE49-F238E27FC236}">
                <a16:creationId xmlns:a16="http://schemas.microsoft.com/office/drawing/2014/main" id="{0F830447-C977-4B63-B636-700143A9E415}"/>
              </a:ext>
            </a:extLst>
          </p:cNvPr>
          <p:cNvSpPr>
            <a:spLocks noGrp="1"/>
          </p:cNvSpPr>
          <p:nvPr/>
        </p:nvSpPr>
        <p:spPr>
          <a:xfrm>
            <a:off x="6858000" y="5314950"/>
            <a:ext cx="285750" cy="285750"/>
          </a:xfrm>
          <a:prstGeom prst="rect">
            <a:avLst/>
          </a:prstGeom>
          <a:solidFill>
            <a:srgbClr val="5F6368"/>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51" name="矩形 50">
            <a:extLst>
              <a:ext uri="{FF2B5EF4-FFF2-40B4-BE49-F238E27FC236}">
                <a16:creationId xmlns:a16="http://schemas.microsoft.com/office/drawing/2014/main" id="{9ACFF3D0-2326-45C6-8EEB-427E66B41F0A}"/>
              </a:ext>
            </a:extLst>
          </p:cNvPr>
          <p:cNvSpPr>
            <a:spLocks noGrp="1"/>
          </p:cNvSpPr>
          <p:nvPr/>
        </p:nvSpPr>
        <p:spPr>
          <a:xfrm>
            <a:off x="7277100" y="5334000"/>
            <a:ext cx="371475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MOV CR3 = GPT</a:t>
            </a:r>
            <a:r>
              <a:rPr sz="1575" b="0" baseline="-25000" dirty="0">
                <a:solidFill>
                  <a:srgbClr val="111111"/>
                </a:solidFill>
                <a:latin typeface="Arial"/>
                <a:ea typeface="Arial"/>
                <a:cs typeface="Arial"/>
              </a:rPr>
              <a:t>L1</a:t>
            </a:r>
            <a:r>
              <a:rPr sz="1575" b="0" dirty="0">
                <a:solidFill>
                  <a:srgbClr val="111111"/>
                </a:solidFill>
                <a:latin typeface="Arial"/>
                <a:ea typeface="Arial"/>
                <a:cs typeface="Arial"/>
              </a:rPr>
              <a:t>; return to L1</a:t>
            </a:r>
          </a:p>
        </p:txBody>
      </p:sp>
      <p:sp>
        <p:nvSpPr>
          <p:cNvPr id="52" name="矩形 51">
            <a:extLst>
              <a:ext uri="{FF2B5EF4-FFF2-40B4-BE49-F238E27FC236}">
                <a16:creationId xmlns:a16="http://schemas.microsoft.com/office/drawing/2014/main" id="{65D0E3B2-21D1-4FBA-967E-8F9AB8AA059F}"/>
              </a:ext>
            </a:extLst>
          </p:cNvPr>
          <p:cNvSpPr>
            <a:spLocks noGrp="1"/>
          </p:cNvSpPr>
          <p:nvPr/>
        </p:nvSpPr>
        <p:spPr>
          <a:xfrm>
            <a:off x="1028700" y="6102738"/>
            <a:ext cx="9791700" cy="323850"/>
          </a:xfrm>
          <a:prstGeom prst="rect">
            <a:avLst/>
          </a:prstGeom>
          <a:noFill/>
          <a:ln w="0">
            <a:noFill/>
            <a:prstDash val="solid"/>
          </a:ln>
        </p:spPr>
        <p:txBody>
          <a:bodyPr wrap="square" lIns="0" tIns="0" rIns="0" bIns="0" anchor="t"/>
          <a:lstStyle/>
          <a:p>
            <a:pPr algn="ctr">
              <a:lnSpc>
                <a:spcPct val="100000"/>
              </a:lnSpc>
              <a:buNone/>
              <a:defRPr sz="2175" b="1">
                <a:solidFill>
                  <a:srgbClr val="A40000"/>
                </a:solidFill>
                <a:latin typeface="Arial"/>
                <a:ea typeface="Arial"/>
                <a:cs typeface="Arial"/>
              </a:defRPr>
            </a:pPr>
            <a:r>
              <a:rPr sz="2175" b="1" dirty="0">
                <a:solidFill>
                  <a:srgbClr val="A40000"/>
                </a:solidFill>
                <a:latin typeface="Arial"/>
                <a:ea typeface="Arial"/>
                <a:cs typeface="Arial"/>
              </a:rPr>
              <a:t>L1</a:t>
            </a:r>
            <a:r>
              <a:rPr lang="en-US" sz="2175" b="1" dirty="0">
                <a:solidFill>
                  <a:srgbClr val="A40000"/>
                </a:solidFill>
                <a:latin typeface="Arial"/>
                <a:ea typeface="Arial"/>
                <a:cs typeface="Arial"/>
              </a:rPr>
              <a:t>-</a:t>
            </a:r>
            <a:r>
              <a:rPr sz="2175" b="1" dirty="0">
                <a:solidFill>
                  <a:srgbClr val="A40000"/>
                </a:solidFill>
                <a:latin typeface="Arial"/>
                <a:ea typeface="Arial"/>
                <a:cs typeface="Arial"/>
              </a:rPr>
              <a:t>L2 switches without trapping to L0</a:t>
            </a:r>
          </a:p>
        </p:txBody>
      </p:sp>
      <p:sp>
        <p:nvSpPr>
          <p:cNvPr id="53" name="矩形 52">
            <a:extLst>
              <a:ext uri="{FF2B5EF4-FFF2-40B4-BE49-F238E27FC236}">
                <a16:creationId xmlns:a16="http://schemas.microsoft.com/office/drawing/2014/main" id="{FE6F2517-8938-41BC-BF0E-6C31355F39E6}"/>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15</a:t>
            </a:r>
          </a:p>
        </p:txBody>
      </p:sp>
    </p:spTree>
    <p:extLst>
      <p:ext uri="{BB962C8B-B14F-4D97-AF65-F5344CB8AC3E}">
        <p14:creationId xmlns:p14="http://schemas.microsoft.com/office/powerpoint/2010/main" val="82456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4" grpId="0"/>
      <p:bldP spid="16" grpId="0" animBg="1"/>
      <p:bldP spid="17" grpId="0"/>
      <p:bldP spid="18" grpId="0"/>
      <p:bldP spid="19" grpId="0"/>
      <p:bldP spid="20" grpId="0"/>
      <p:bldP spid="22" grpId="0" animBg="1"/>
      <p:bldP spid="23" grpId="0"/>
      <p:bldP spid="24" grpId="0"/>
      <p:bldP spid="25" grpId="0"/>
      <p:bldP spid="26" grpId="0"/>
      <p:bldP spid="33" grpId="0"/>
      <p:bldP spid="34" grpId="0" animBg="1"/>
      <p:bldP spid="35" grpId="0"/>
      <p:bldP spid="36" grpId="0" animBg="1"/>
      <p:bldP spid="37" grpId="0"/>
      <p:bldP spid="38" grpId="0" animBg="1"/>
      <p:bldP spid="39" grpId="0"/>
      <p:bldP spid="40" grpId="0" animBg="1"/>
      <p:bldP spid="41" grpId="0"/>
      <p:bldP spid="43" grpId="0"/>
      <p:bldP spid="44" grpId="0" animBg="1"/>
      <p:bldP spid="45" grpId="0"/>
      <p:bldP spid="46" grpId="0" animBg="1"/>
      <p:bldP spid="47" grpId="0"/>
      <p:bldP spid="48" grpId="0" animBg="1"/>
      <p:bldP spid="49" grpId="0"/>
      <p:bldP spid="50" grpId="0" animBg="1"/>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9" name="肘形连接符 88">
            <a:extLst>
              <a:ext uri="{FF2B5EF4-FFF2-40B4-BE49-F238E27FC236}">
                <a16:creationId xmlns:a16="http://schemas.microsoft.com/office/drawing/2014/main" id="{493AAB40-D522-2648-465E-EBB1F66EB310}"/>
              </a:ext>
            </a:extLst>
          </p:cNvPr>
          <p:cNvCxnSpPr>
            <a:cxnSpLocks/>
          </p:cNvCxnSpPr>
          <p:nvPr/>
        </p:nvCxnSpPr>
        <p:spPr>
          <a:xfrm>
            <a:off x="7505700" y="4566027"/>
            <a:ext cx="1092200" cy="196473"/>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E40A2B33-1679-4F37-BA26-D0165EBDBE3C}"/>
              </a:ext>
            </a:extLst>
          </p:cNvPr>
          <p:cNvSpPr>
            <a:spLocks noGrp="1"/>
          </p:cNvSpPr>
          <p:nvPr/>
        </p:nvSpPr>
        <p:spPr>
          <a:xfrm>
            <a:off x="514350" y="647700"/>
            <a:ext cx="11049000" cy="590550"/>
          </a:xfrm>
          <a:prstGeom prst="rect">
            <a:avLst/>
          </a:prstGeom>
          <a:noFill/>
          <a:ln w="0">
            <a:noFill/>
            <a:prstDash val="solid"/>
          </a:ln>
        </p:spPr>
        <p:txBody>
          <a:bodyPr wrap="square" lIns="0" tIns="0" rIns="0" bIns="0" anchor="t"/>
          <a:lstStyle/>
          <a:p>
            <a:pPr algn="l">
              <a:lnSpc>
                <a:spcPct val="100000"/>
              </a:lnSpc>
              <a:buNone/>
              <a:defRPr sz="3300" b="1">
                <a:solidFill>
                  <a:srgbClr val="A40000"/>
                </a:solidFill>
                <a:latin typeface="Arial"/>
                <a:ea typeface="Arial"/>
                <a:cs typeface="Arial"/>
              </a:defRPr>
            </a:pPr>
            <a:r>
              <a:rPr lang="en-US" sz="3300" b="1" dirty="0">
                <a:solidFill>
                  <a:srgbClr val="A40000"/>
                </a:solidFill>
                <a:latin typeface="Arial"/>
                <a:ea typeface="Arial"/>
                <a:cs typeface="Arial"/>
              </a:rPr>
              <a:t>Secure and efficient L2 page table protection</a:t>
            </a:r>
            <a:endParaRPr sz="3300" b="1" dirty="0">
              <a:solidFill>
                <a:srgbClr val="A40000"/>
              </a:solidFill>
              <a:latin typeface="Arial"/>
              <a:ea typeface="Arial"/>
              <a:cs typeface="Arial"/>
            </a:endParaRPr>
          </a:p>
        </p:txBody>
      </p:sp>
      <p:sp>
        <p:nvSpPr>
          <p:cNvPr id="3" name="矩形 2">
            <a:extLst>
              <a:ext uri="{FF2B5EF4-FFF2-40B4-BE49-F238E27FC236}">
                <a16:creationId xmlns:a16="http://schemas.microsoft.com/office/drawing/2014/main" id="{6698D138-5E9E-42F0-8F40-94A00D21E37E}"/>
              </a:ext>
            </a:extLst>
          </p:cNvPr>
          <p:cNvSpPr>
            <a:spLocks noGrp="1"/>
          </p:cNvSpPr>
          <p:nvPr/>
        </p:nvSpPr>
        <p:spPr>
          <a:xfrm>
            <a:off x="1912423" y="1915656"/>
            <a:ext cx="7048500" cy="285750"/>
          </a:xfrm>
          <a:prstGeom prst="rect">
            <a:avLst/>
          </a:prstGeom>
          <a:noFill/>
          <a:ln w="0">
            <a:noFill/>
            <a:prstDash val="solid"/>
          </a:ln>
        </p:spPr>
        <p:txBody>
          <a:bodyPr wrap="square" lIns="0" tIns="0" rIns="0" bIns="0" anchor="t"/>
          <a:lstStyle/>
          <a:p>
            <a:pPr algn="ctr">
              <a:lnSpc>
                <a:spcPct val="100000"/>
              </a:lnSpc>
              <a:buNone/>
              <a:defRPr sz="1800" b="0">
                <a:solidFill>
                  <a:srgbClr val="111111"/>
                </a:solidFill>
                <a:latin typeface="Arial"/>
                <a:ea typeface="Arial"/>
                <a:cs typeface="Arial"/>
              </a:defRPr>
            </a:pPr>
            <a:r>
              <a:rPr sz="1800" b="0" dirty="0">
                <a:solidFill>
                  <a:srgbClr val="111111"/>
                </a:solidFill>
                <a:latin typeface="Arial"/>
                <a:ea typeface="Arial"/>
                <a:cs typeface="Arial"/>
              </a:rPr>
              <a:t>EPT</a:t>
            </a:r>
            <a:r>
              <a:rPr sz="1800" b="0" baseline="-25000" dirty="0">
                <a:solidFill>
                  <a:srgbClr val="111111"/>
                </a:solidFill>
                <a:latin typeface="Arial"/>
                <a:ea typeface="Arial"/>
                <a:cs typeface="Arial"/>
              </a:rPr>
              <a:t>0-&gt;2 </a:t>
            </a:r>
            <a:r>
              <a:rPr sz="1800" b="0" dirty="0">
                <a:solidFill>
                  <a:srgbClr val="111111"/>
                </a:solidFill>
                <a:latin typeface="Arial"/>
                <a:ea typeface="Arial"/>
                <a:cs typeface="Arial"/>
              </a:rPr>
              <a:t>mappings: on demand, protected at roots</a:t>
            </a:r>
          </a:p>
        </p:txBody>
      </p:sp>
      <p:sp>
        <p:nvSpPr>
          <p:cNvPr id="5" name="矩形 4">
            <a:extLst>
              <a:ext uri="{FF2B5EF4-FFF2-40B4-BE49-F238E27FC236}">
                <a16:creationId xmlns:a16="http://schemas.microsoft.com/office/drawing/2014/main" id="{F4713A39-61EB-4873-9C72-839648DA01E3}"/>
              </a:ext>
            </a:extLst>
          </p:cNvPr>
          <p:cNvSpPr>
            <a:spLocks noGrp="1"/>
          </p:cNvSpPr>
          <p:nvPr/>
        </p:nvSpPr>
        <p:spPr>
          <a:xfrm>
            <a:off x="914400" y="2781300"/>
            <a:ext cx="1028700" cy="533400"/>
          </a:xfrm>
          <a:prstGeom prst="rect">
            <a:avLst/>
          </a:prstGeom>
          <a:solidFill>
            <a:srgbClr val="111111"/>
          </a:solidFill>
          <a:ln w="0">
            <a:solidFill>
              <a:srgbClr val="111111"/>
            </a:solidFill>
            <a:prstDash val="solid"/>
          </a:ln>
        </p:spPr>
        <p:txBody>
          <a:bodyPr wrap="square" lIns="76200" tIns="0" rIns="76200" bIns="0" anchor="ctr"/>
          <a:lstStyle/>
          <a:p>
            <a:pPr algn="ctr">
              <a:lnSpc>
                <a:spcPct val="105000"/>
              </a:lnSpc>
              <a:buNone/>
              <a:defRPr sz="1725" b="0">
                <a:solidFill>
                  <a:srgbClr val="FFFFFF"/>
                </a:solidFill>
                <a:latin typeface="Arial"/>
                <a:ea typeface="Arial"/>
                <a:cs typeface="Arial"/>
              </a:defRPr>
            </a:pPr>
            <a:r>
              <a:rPr sz="1725" b="0">
                <a:solidFill>
                  <a:srgbClr val="FFFFFF"/>
                </a:solidFill>
                <a:latin typeface="Arial"/>
                <a:ea typeface="Arial"/>
                <a:cs typeface="Arial"/>
              </a:rPr>
              <a:t>L2</a:t>
            </a:r>
          </a:p>
          <a:p>
            <a:pPr algn="ctr">
              <a:lnSpc>
                <a:spcPct val="105000"/>
              </a:lnSpc>
              <a:buNone/>
              <a:defRPr sz="1725" b="0">
                <a:solidFill>
                  <a:srgbClr val="FFFFFF"/>
                </a:solidFill>
                <a:latin typeface="Arial"/>
                <a:ea typeface="Arial"/>
                <a:cs typeface="Arial"/>
              </a:defRPr>
            </a:pPr>
            <a:r>
              <a:rPr sz="1725" b="0">
                <a:solidFill>
                  <a:srgbClr val="FFFFFF"/>
                </a:solidFill>
                <a:latin typeface="Arial"/>
                <a:ea typeface="Arial"/>
                <a:cs typeface="Arial"/>
              </a:rPr>
              <a:t>Kernel</a:t>
            </a:r>
          </a:p>
        </p:txBody>
      </p:sp>
      <p:sp>
        <p:nvSpPr>
          <p:cNvPr id="6" name="矩形 5">
            <a:extLst>
              <a:ext uri="{FF2B5EF4-FFF2-40B4-BE49-F238E27FC236}">
                <a16:creationId xmlns:a16="http://schemas.microsoft.com/office/drawing/2014/main" id="{72458C4E-4550-4D02-8424-587A04FAB68B}"/>
              </a:ext>
            </a:extLst>
          </p:cNvPr>
          <p:cNvSpPr>
            <a:spLocks noGrp="1"/>
          </p:cNvSpPr>
          <p:nvPr/>
        </p:nvSpPr>
        <p:spPr>
          <a:xfrm>
            <a:off x="2000250" y="2476500"/>
            <a:ext cx="838200" cy="41910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update</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sync</a:t>
            </a:r>
          </a:p>
        </p:txBody>
      </p:sp>
      <p:sp>
        <p:nvSpPr>
          <p:cNvPr id="7" name="右箭头 6">
            <a:extLst>
              <a:ext uri="{FF2B5EF4-FFF2-40B4-BE49-F238E27FC236}">
                <a16:creationId xmlns:a16="http://schemas.microsoft.com/office/drawing/2014/main" id="{B6162B8A-8FD3-4506-8F94-E3D7A345BE3E}"/>
              </a:ext>
            </a:extLst>
          </p:cNvPr>
          <p:cNvSpPr>
            <a:spLocks noGrp="1"/>
          </p:cNvSpPr>
          <p:nvPr/>
        </p:nvSpPr>
        <p:spPr>
          <a:xfrm>
            <a:off x="2057400" y="2952750"/>
            <a:ext cx="723900" cy="209550"/>
          </a:xfrm>
          <a:prstGeom prst="rightArrow">
            <a:avLst/>
          </a:prstGeom>
          <a:solidFill>
            <a:srgbClr val="5F6368"/>
          </a:solidFill>
          <a:ln w="0">
            <a:solidFill>
              <a:srgbClr val="5F6368"/>
            </a:solidFill>
            <a:prstDash val="solid"/>
          </a:ln>
        </p:spPr>
        <p:txBody>
          <a:bodyPr/>
          <a:lstStyle/>
          <a:p>
            <a:endParaRPr lang="en-US"/>
          </a:p>
        </p:txBody>
      </p:sp>
      <p:sp>
        <p:nvSpPr>
          <p:cNvPr id="8" name="矩形 7">
            <a:extLst>
              <a:ext uri="{FF2B5EF4-FFF2-40B4-BE49-F238E27FC236}">
                <a16:creationId xmlns:a16="http://schemas.microsoft.com/office/drawing/2014/main" id="{2E519A49-1E67-4F79-BB61-1F2D6BB3AB6E}"/>
              </a:ext>
            </a:extLst>
          </p:cNvPr>
          <p:cNvSpPr>
            <a:spLocks noGrp="1"/>
          </p:cNvSpPr>
          <p:nvPr/>
        </p:nvSpPr>
        <p:spPr>
          <a:xfrm>
            <a:off x="1809750" y="3543300"/>
            <a:ext cx="723900" cy="49530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PGD</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sync</a:t>
            </a:r>
          </a:p>
        </p:txBody>
      </p:sp>
      <p:sp>
        <p:nvSpPr>
          <p:cNvPr id="9" name="下箭头 8">
            <a:extLst>
              <a:ext uri="{FF2B5EF4-FFF2-40B4-BE49-F238E27FC236}">
                <a16:creationId xmlns:a16="http://schemas.microsoft.com/office/drawing/2014/main" id="{B352D83D-E525-4F7E-B89B-F9E78DB382B0}"/>
              </a:ext>
            </a:extLst>
          </p:cNvPr>
          <p:cNvSpPr>
            <a:spLocks noGrp="1"/>
          </p:cNvSpPr>
          <p:nvPr/>
        </p:nvSpPr>
        <p:spPr>
          <a:xfrm>
            <a:off x="2457450" y="3409950"/>
            <a:ext cx="266700" cy="742950"/>
          </a:xfrm>
          <a:prstGeom prst="downArrow">
            <a:avLst/>
          </a:prstGeom>
          <a:solidFill>
            <a:srgbClr val="5F6368"/>
          </a:solidFill>
          <a:ln w="0">
            <a:solidFill>
              <a:srgbClr val="5F6368"/>
            </a:solidFill>
            <a:prstDash val="solid"/>
          </a:ln>
        </p:spPr>
        <p:txBody>
          <a:bodyPr/>
          <a:lstStyle/>
          <a:p>
            <a:endParaRPr lang="en-US"/>
          </a:p>
        </p:txBody>
      </p:sp>
      <p:sp>
        <p:nvSpPr>
          <p:cNvPr id="10" name="矩形 9">
            <a:extLst>
              <a:ext uri="{FF2B5EF4-FFF2-40B4-BE49-F238E27FC236}">
                <a16:creationId xmlns:a16="http://schemas.microsoft.com/office/drawing/2014/main" id="{DEC378C6-9704-4F31-BCB5-2318AF08FFED}"/>
              </a:ext>
            </a:extLst>
          </p:cNvPr>
          <p:cNvSpPr>
            <a:spLocks noGrp="1"/>
          </p:cNvSpPr>
          <p:nvPr/>
        </p:nvSpPr>
        <p:spPr>
          <a:xfrm>
            <a:off x="1009650" y="4476750"/>
            <a:ext cx="838200" cy="381000"/>
          </a:xfrm>
          <a:prstGeom prst="rect">
            <a:avLst/>
          </a:prstGeom>
          <a:solidFill>
            <a:srgbClr val="111111"/>
          </a:solidFill>
          <a:ln w="0">
            <a:solidFill>
              <a:srgbClr val="111111"/>
            </a:solidFill>
            <a:prstDash val="solid"/>
          </a:ln>
        </p:spPr>
        <p:txBody>
          <a:bodyPr wrap="square" lIns="76200" tIns="0" rIns="76200" bIns="0" anchor="ctr"/>
          <a:lstStyle/>
          <a:p>
            <a:pPr algn="ctr">
              <a:lnSpc>
                <a:spcPct val="100000"/>
              </a:lnSpc>
              <a:buNone/>
              <a:defRPr sz="1800" b="1">
                <a:solidFill>
                  <a:srgbClr val="FFFFFF"/>
                </a:solidFill>
                <a:latin typeface="Arial"/>
                <a:ea typeface="Arial"/>
                <a:cs typeface="Arial"/>
              </a:defRPr>
            </a:pPr>
            <a:r>
              <a:rPr sz="1800" b="1">
                <a:solidFill>
                  <a:srgbClr val="FFFFFF"/>
                </a:solidFill>
                <a:latin typeface="Arial"/>
                <a:ea typeface="Arial"/>
                <a:cs typeface="Arial"/>
              </a:rPr>
              <a:t>CR3</a:t>
            </a:r>
          </a:p>
        </p:txBody>
      </p:sp>
      <p:sp>
        <p:nvSpPr>
          <p:cNvPr id="11" name="矩形 10">
            <a:extLst>
              <a:ext uri="{FF2B5EF4-FFF2-40B4-BE49-F238E27FC236}">
                <a16:creationId xmlns:a16="http://schemas.microsoft.com/office/drawing/2014/main" id="{29F175B2-047E-4F9E-9CDB-D93C04A16D81}"/>
              </a:ext>
            </a:extLst>
          </p:cNvPr>
          <p:cNvSpPr>
            <a:spLocks noGrp="1"/>
          </p:cNvSpPr>
          <p:nvPr/>
        </p:nvSpPr>
        <p:spPr>
          <a:xfrm>
            <a:off x="2838450" y="2286000"/>
            <a:ext cx="1123950" cy="40005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Guest root</a:t>
            </a:r>
          </a:p>
          <a:p>
            <a:pPr algn="ctr">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PGD</a:t>
            </a:r>
          </a:p>
        </p:txBody>
      </p:sp>
      <p:sp>
        <p:nvSpPr>
          <p:cNvPr id="12" name="矩形 11">
            <a:extLst>
              <a:ext uri="{FF2B5EF4-FFF2-40B4-BE49-F238E27FC236}">
                <a16:creationId xmlns:a16="http://schemas.microsoft.com/office/drawing/2014/main" id="{34DAE8FA-3FEE-4BDE-B8AD-4F428A3BB187}"/>
              </a:ext>
            </a:extLst>
          </p:cNvPr>
          <p:cNvSpPr>
            <a:spLocks noGrp="1"/>
          </p:cNvSpPr>
          <p:nvPr/>
        </p:nvSpPr>
        <p:spPr>
          <a:xfrm>
            <a:off x="2990850" y="2781300"/>
            <a:ext cx="838200" cy="781050"/>
          </a:xfrm>
          <a:prstGeom prst="rect">
            <a:avLst/>
          </a:prstGeom>
          <a:solidFill>
            <a:srgbClr val="FFFFFF"/>
          </a:solidFill>
          <a:ln w="14288">
            <a:solidFill>
              <a:srgbClr val="5F6368"/>
            </a:solidFill>
            <a:prstDash val="solid"/>
          </a:ln>
        </p:spPr>
        <p:txBody>
          <a:bodyPr/>
          <a:lstStyle/>
          <a:p>
            <a:endParaRPr lang="en-US"/>
          </a:p>
        </p:txBody>
      </p:sp>
      <p:sp>
        <p:nvSpPr>
          <p:cNvPr id="13" name="直线连接符 12">
            <a:extLst>
              <a:ext uri="{FF2B5EF4-FFF2-40B4-BE49-F238E27FC236}">
                <a16:creationId xmlns:a16="http://schemas.microsoft.com/office/drawing/2014/main" id="{8A84442E-0035-47A7-9741-5AA15B0FBADB}"/>
              </a:ext>
            </a:extLst>
          </p:cNvPr>
          <p:cNvSpPr>
            <a:spLocks noGrp="1"/>
          </p:cNvSpPr>
          <p:nvPr/>
        </p:nvSpPr>
        <p:spPr>
          <a:xfrm>
            <a:off x="2990850" y="2971800"/>
            <a:ext cx="838200" cy="0"/>
          </a:xfrm>
          <a:prstGeom prst="line">
            <a:avLst/>
          </a:prstGeom>
          <a:noFill/>
          <a:ln w="9525">
            <a:solidFill>
              <a:srgbClr val="D9D9D9"/>
            </a:solidFill>
            <a:prstDash val="solid"/>
          </a:ln>
        </p:spPr>
        <p:txBody>
          <a:bodyPr/>
          <a:lstStyle/>
          <a:p>
            <a:endParaRPr lang="en-US"/>
          </a:p>
        </p:txBody>
      </p:sp>
      <p:sp>
        <p:nvSpPr>
          <p:cNvPr id="14" name="直线连接符 13">
            <a:extLst>
              <a:ext uri="{FF2B5EF4-FFF2-40B4-BE49-F238E27FC236}">
                <a16:creationId xmlns:a16="http://schemas.microsoft.com/office/drawing/2014/main" id="{ADDC4165-692D-4323-9BBF-F2013F531E61}"/>
              </a:ext>
            </a:extLst>
          </p:cNvPr>
          <p:cNvSpPr>
            <a:spLocks noGrp="1"/>
          </p:cNvSpPr>
          <p:nvPr/>
        </p:nvSpPr>
        <p:spPr>
          <a:xfrm>
            <a:off x="2990850" y="3162300"/>
            <a:ext cx="838200" cy="0"/>
          </a:xfrm>
          <a:prstGeom prst="line">
            <a:avLst/>
          </a:prstGeom>
          <a:noFill/>
          <a:ln w="9525">
            <a:solidFill>
              <a:srgbClr val="D9D9D9"/>
            </a:solidFill>
            <a:prstDash val="solid"/>
          </a:ln>
        </p:spPr>
        <p:txBody>
          <a:bodyPr/>
          <a:lstStyle/>
          <a:p>
            <a:endParaRPr lang="en-US"/>
          </a:p>
        </p:txBody>
      </p:sp>
      <p:sp>
        <p:nvSpPr>
          <p:cNvPr id="15" name="直线连接符 14">
            <a:extLst>
              <a:ext uri="{FF2B5EF4-FFF2-40B4-BE49-F238E27FC236}">
                <a16:creationId xmlns:a16="http://schemas.microsoft.com/office/drawing/2014/main" id="{0F863A93-E09B-4C7F-A869-19470D80ADE6}"/>
              </a:ext>
            </a:extLst>
          </p:cNvPr>
          <p:cNvSpPr>
            <a:spLocks noGrp="1"/>
          </p:cNvSpPr>
          <p:nvPr/>
        </p:nvSpPr>
        <p:spPr>
          <a:xfrm>
            <a:off x="2990850" y="3352800"/>
            <a:ext cx="838200" cy="0"/>
          </a:xfrm>
          <a:prstGeom prst="line">
            <a:avLst/>
          </a:prstGeom>
          <a:noFill/>
          <a:ln w="9525">
            <a:solidFill>
              <a:srgbClr val="D9D9D9"/>
            </a:solidFill>
            <a:prstDash val="solid"/>
          </a:ln>
        </p:spPr>
        <p:txBody>
          <a:bodyPr/>
          <a:lstStyle/>
          <a:p>
            <a:endParaRPr lang="en-US"/>
          </a:p>
        </p:txBody>
      </p:sp>
      <p:sp>
        <p:nvSpPr>
          <p:cNvPr id="16" name="直线连接符 15">
            <a:extLst>
              <a:ext uri="{FF2B5EF4-FFF2-40B4-BE49-F238E27FC236}">
                <a16:creationId xmlns:a16="http://schemas.microsoft.com/office/drawing/2014/main" id="{F0F9651F-4696-417A-89D6-8BD15FB30A18}"/>
              </a:ext>
            </a:extLst>
          </p:cNvPr>
          <p:cNvSpPr>
            <a:spLocks noGrp="1"/>
          </p:cNvSpPr>
          <p:nvPr/>
        </p:nvSpPr>
        <p:spPr>
          <a:xfrm>
            <a:off x="2990850" y="3543300"/>
            <a:ext cx="838200" cy="0"/>
          </a:xfrm>
          <a:prstGeom prst="line">
            <a:avLst/>
          </a:prstGeom>
          <a:noFill/>
          <a:ln w="9525">
            <a:solidFill>
              <a:srgbClr val="D9D9D9"/>
            </a:solidFill>
            <a:prstDash val="solid"/>
          </a:ln>
        </p:spPr>
        <p:txBody>
          <a:bodyPr/>
          <a:lstStyle/>
          <a:p>
            <a:endParaRPr lang="en-US"/>
          </a:p>
        </p:txBody>
      </p:sp>
      <p:sp>
        <p:nvSpPr>
          <p:cNvPr id="17" name="矩形 16">
            <a:extLst>
              <a:ext uri="{FF2B5EF4-FFF2-40B4-BE49-F238E27FC236}">
                <a16:creationId xmlns:a16="http://schemas.microsoft.com/office/drawing/2014/main" id="{F0B9DDD5-2466-4796-90A0-E4B2E90CF473}"/>
              </a:ext>
            </a:extLst>
          </p:cNvPr>
          <p:cNvSpPr>
            <a:spLocks noGrp="1"/>
          </p:cNvSpPr>
          <p:nvPr/>
        </p:nvSpPr>
        <p:spPr>
          <a:xfrm>
            <a:off x="3028950" y="2769354"/>
            <a:ext cx="762000" cy="171450"/>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2E6CF7"/>
                </a:solidFill>
                <a:latin typeface="Arial"/>
                <a:ea typeface="Arial"/>
                <a:cs typeface="Arial"/>
              </a:rPr>
              <a:t>PUD_L2</a:t>
            </a:r>
          </a:p>
        </p:txBody>
      </p:sp>
      <p:sp>
        <p:nvSpPr>
          <p:cNvPr id="18" name="矩形 17">
            <a:extLst>
              <a:ext uri="{FF2B5EF4-FFF2-40B4-BE49-F238E27FC236}">
                <a16:creationId xmlns:a16="http://schemas.microsoft.com/office/drawing/2014/main" id="{3E551B1D-60CC-453B-990B-DF7720E97D5E}"/>
              </a:ext>
            </a:extLst>
          </p:cNvPr>
          <p:cNvSpPr>
            <a:spLocks noGrp="1"/>
          </p:cNvSpPr>
          <p:nvPr/>
        </p:nvSpPr>
        <p:spPr>
          <a:xfrm>
            <a:off x="4076700" y="2286000"/>
            <a:ext cx="1123950" cy="40005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Guest</a:t>
            </a:r>
          </a:p>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PUD</a:t>
            </a:r>
          </a:p>
        </p:txBody>
      </p:sp>
      <p:sp>
        <p:nvSpPr>
          <p:cNvPr id="19" name="矩形 18">
            <a:extLst>
              <a:ext uri="{FF2B5EF4-FFF2-40B4-BE49-F238E27FC236}">
                <a16:creationId xmlns:a16="http://schemas.microsoft.com/office/drawing/2014/main" id="{29D6CB93-CE64-4B01-9547-99867F4A0C41}"/>
              </a:ext>
            </a:extLst>
          </p:cNvPr>
          <p:cNvSpPr>
            <a:spLocks noGrp="1"/>
          </p:cNvSpPr>
          <p:nvPr/>
        </p:nvSpPr>
        <p:spPr>
          <a:xfrm>
            <a:off x="4229100" y="2781300"/>
            <a:ext cx="838200" cy="781050"/>
          </a:xfrm>
          <a:prstGeom prst="rect">
            <a:avLst/>
          </a:prstGeom>
          <a:solidFill>
            <a:srgbClr val="FFFFFF"/>
          </a:solidFill>
          <a:ln w="11430">
            <a:solidFill>
              <a:srgbClr val="5F6368"/>
            </a:solidFill>
            <a:prstDash val="solid"/>
          </a:ln>
        </p:spPr>
        <p:txBody>
          <a:bodyPr/>
          <a:lstStyle/>
          <a:p>
            <a:endParaRPr lang="en-US"/>
          </a:p>
        </p:txBody>
      </p:sp>
      <p:sp>
        <p:nvSpPr>
          <p:cNvPr id="20" name="直线连接符 19">
            <a:extLst>
              <a:ext uri="{FF2B5EF4-FFF2-40B4-BE49-F238E27FC236}">
                <a16:creationId xmlns:a16="http://schemas.microsoft.com/office/drawing/2014/main" id="{8B1AF109-F8DC-4B66-8133-69DEE0905A8B}"/>
              </a:ext>
            </a:extLst>
          </p:cNvPr>
          <p:cNvSpPr>
            <a:spLocks noGrp="1"/>
          </p:cNvSpPr>
          <p:nvPr/>
        </p:nvSpPr>
        <p:spPr>
          <a:xfrm>
            <a:off x="4229100" y="2971800"/>
            <a:ext cx="838200" cy="0"/>
          </a:xfrm>
          <a:prstGeom prst="line">
            <a:avLst/>
          </a:prstGeom>
          <a:noFill/>
          <a:ln w="9525">
            <a:solidFill>
              <a:srgbClr val="D9D9D9"/>
            </a:solidFill>
            <a:prstDash val="solid"/>
          </a:ln>
        </p:spPr>
        <p:txBody>
          <a:bodyPr/>
          <a:lstStyle/>
          <a:p>
            <a:endParaRPr lang="en-US"/>
          </a:p>
        </p:txBody>
      </p:sp>
      <p:sp>
        <p:nvSpPr>
          <p:cNvPr id="21" name="直线连接符 20">
            <a:extLst>
              <a:ext uri="{FF2B5EF4-FFF2-40B4-BE49-F238E27FC236}">
                <a16:creationId xmlns:a16="http://schemas.microsoft.com/office/drawing/2014/main" id="{3C71E531-BB36-4E63-AA01-A31FDBC5CF4D}"/>
              </a:ext>
            </a:extLst>
          </p:cNvPr>
          <p:cNvSpPr>
            <a:spLocks noGrp="1"/>
          </p:cNvSpPr>
          <p:nvPr/>
        </p:nvSpPr>
        <p:spPr>
          <a:xfrm>
            <a:off x="4229100" y="3162300"/>
            <a:ext cx="838200" cy="0"/>
          </a:xfrm>
          <a:prstGeom prst="line">
            <a:avLst/>
          </a:prstGeom>
          <a:noFill/>
          <a:ln w="9525">
            <a:solidFill>
              <a:srgbClr val="D9D9D9"/>
            </a:solidFill>
            <a:prstDash val="solid"/>
          </a:ln>
        </p:spPr>
        <p:txBody>
          <a:bodyPr/>
          <a:lstStyle/>
          <a:p>
            <a:endParaRPr lang="en-US"/>
          </a:p>
        </p:txBody>
      </p:sp>
      <p:sp>
        <p:nvSpPr>
          <p:cNvPr id="22" name="直线连接符 21">
            <a:extLst>
              <a:ext uri="{FF2B5EF4-FFF2-40B4-BE49-F238E27FC236}">
                <a16:creationId xmlns:a16="http://schemas.microsoft.com/office/drawing/2014/main" id="{15ADCD31-2D6F-4CDA-85AD-9CA7D7CCAFF8}"/>
              </a:ext>
            </a:extLst>
          </p:cNvPr>
          <p:cNvSpPr>
            <a:spLocks noGrp="1"/>
          </p:cNvSpPr>
          <p:nvPr/>
        </p:nvSpPr>
        <p:spPr>
          <a:xfrm>
            <a:off x="4229100" y="3352800"/>
            <a:ext cx="838200" cy="0"/>
          </a:xfrm>
          <a:prstGeom prst="line">
            <a:avLst/>
          </a:prstGeom>
          <a:noFill/>
          <a:ln w="9525">
            <a:solidFill>
              <a:srgbClr val="D9D9D9"/>
            </a:solidFill>
            <a:prstDash val="solid"/>
          </a:ln>
        </p:spPr>
        <p:txBody>
          <a:bodyPr/>
          <a:lstStyle/>
          <a:p>
            <a:endParaRPr lang="en-US"/>
          </a:p>
        </p:txBody>
      </p:sp>
      <p:sp>
        <p:nvSpPr>
          <p:cNvPr id="23" name="直线连接符 22">
            <a:extLst>
              <a:ext uri="{FF2B5EF4-FFF2-40B4-BE49-F238E27FC236}">
                <a16:creationId xmlns:a16="http://schemas.microsoft.com/office/drawing/2014/main" id="{45789C32-BF62-4AAC-85C1-EBC96D85F172}"/>
              </a:ext>
            </a:extLst>
          </p:cNvPr>
          <p:cNvSpPr>
            <a:spLocks noGrp="1"/>
          </p:cNvSpPr>
          <p:nvPr/>
        </p:nvSpPr>
        <p:spPr>
          <a:xfrm>
            <a:off x="4229100" y="3543300"/>
            <a:ext cx="838200" cy="0"/>
          </a:xfrm>
          <a:prstGeom prst="line">
            <a:avLst/>
          </a:prstGeom>
          <a:noFill/>
          <a:ln w="9525">
            <a:solidFill>
              <a:srgbClr val="D9D9D9"/>
            </a:solidFill>
            <a:prstDash val="solid"/>
          </a:ln>
        </p:spPr>
        <p:txBody>
          <a:bodyPr/>
          <a:lstStyle/>
          <a:p>
            <a:endParaRPr lang="en-US"/>
          </a:p>
        </p:txBody>
      </p:sp>
      <p:sp>
        <p:nvSpPr>
          <p:cNvPr id="24" name="矩形 23">
            <a:extLst>
              <a:ext uri="{FF2B5EF4-FFF2-40B4-BE49-F238E27FC236}">
                <a16:creationId xmlns:a16="http://schemas.microsoft.com/office/drawing/2014/main" id="{02CC9DF9-0D1E-40E1-A7E4-55C2D870C7AC}"/>
              </a:ext>
            </a:extLst>
          </p:cNvPr>
          <p:cNvSpPr>
            <a:spLocks noGrp="1"/>
          </p:cNvSpPr>
          <p:nvPr/>
        </p:nvSpPr>
        <p:spPr>
          <a:xfrm>
            <a:off x="4267200" y="2800350"/>
            <a:ext cx="762000" cy="171450"/>
          </a:xfrm>
          <a:prstGeom prst="rect">
            <a:avLst/>
          </a:prstGeom>
          <a:noFill/>
          <a:ln w="0">
            <a:noFill/>
            <a:prstDash val="solid"/>
          </a:ln>
        </p:spPr>
        <p:txBody>
          <a:bodyPr wrap="square" lIns="0" tIns="0" rIns="0" bIns="0" anchor="t"/>
          <a:lstStyle/>
          <a:p>
            <a:endParaRPr/>
          </a:p>
        </p:txBody>
      </p:sp>
      <p:sp>
        <p:nvSpPr>
          <p:cNvPr id="25" name="矩形 24">
            <a:extLst>
              <a:ext uri="{FF2B5EF4-FFF2-40B4-BE49-F238E27FC236}">
                <a16:creationId xmlns:a16="http://schemas.microsoft.com/office/drawing/2014/main" id="{5291AD08-F7ED-432F-8BA6-20FD4CE7F8DD}"/>
              </a:ext>
            </a:extLst>
          </p:cNvPr>
          <p:cNvSpPr>
            <a:spLocks noGrp="1"/>
          </p:cNvSpPr>
          <p:nvPr/>
        </p:nvSpPr>
        <p:spPr>
          <a:xfrm>
            <a:off x="4267200" y="2975352"/>
            <a:ext cx="762000" cy="171450"/>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2E6CF7"/>
                </a:solidFill>
                <a:latin typeface="Arial"/>
                <a:ea typeface="Arial"/>
                <a:cs typeface="Arial"/>
              </a:rPr>
              <a:t>PMD_L2</a:t>
            </a:r>
          </a:p>
        </p:txBody>
      </p:sp>
      <p:sp>
        <p:nvSpPr>
          <p:cNvPr id="26" name="矩形 25">
            <a:extLst>
              <a:ext uri="{FF2B5EF4-FFF2-40B4-BE49-F238E27FC236}">
                <a16:creationId xmlns:a16="http://schemas.microsoft.com/office/drawing/2014/main" id="{958681E4-7C80-4A8D-B653-1D41687399DB}"/>
              </a:ext>
            </a:extLst>
          </p:cNvPr>
          <p:cNvSpPr>
            <a:spLocks noGrp="1"/>
          </p:cNvSpPr>
          <p:nvPr/>
        </p:nvSpPr>
        <p:spPr>
          <a:xfrm>
            <a:off x="5314950" y="2286000"/>
            <a:ext cx="1123950" cy="40005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Guest</a:t>
            </a:r>
          </a:p>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PMD</a:t>
            </a:r>
          </a:p>
        </p:txBody>
      </p:sp>
      <p:sp>
        <p:nvSpPr>
          <p:cNvPr id="27" name="矩形 26">
            <a:extLst>
              <a:ext uri="{FF2B5EF4-FFF2-40B4-BE49-F238E27FC236}">
                <a16:creationId xmlns:a16="http://schemas.microsoft.com/office/drawing/2014/main" id="{3E66617D-F9C8-4619-9C6B-ED307830F6C4}"/>
              </a:ext>
            </a:extLst>
          </p:cNvPr>
          <p:cNvSpPr>
            <a:spLocks noGrp="1"/>
          </p:cNvSpPr>
          <p:nvPr/>
        </p:nvSpPr>
        <p:spPr>
          <a:xfrm>
            <a:off x="5467350" y="2781300"/>
            <a:ext cx="838200" cy="781050"/>
          </a:xfrm>
          <a:prstGeom prst="rect">
            <a:avLst/>
          </a:prstGeom>
          <a:solidFill>
            <a:srgbClr val="FFFFFF"/>
          </a:solidFill>
          <a:ln w="11430">
            <a:solidFill>
              <a:srgbClr val="5F6368"/>
            </a:solidFill>
            <a:prstDash val="solid"/>
          </a:ln>
        </p:spPr>
        <p:txBody>
          <a:bodyPr/>
          <a:lstStyle/>
          <a:p>
            <a:endParaRPr lang="en-US"/>
          </a:p>
        </p:txBody>
      </p:sp>
      <p:sp>
        <p:nvSpPr>
          <p:cNvPr id="28" name="直线连接符 27">
            <a:extLst>
              <a:ext uri="{FF2B5EF4-FFF2-40B4-BE49-F238E27FC236}">
                <a16:creationId xmlns:a16="http://schemas.microsoft.com/office/drawing/2014/main" id="{576DCB6B-78D5-4811-A34A-907D5C2A5D5D}"/>
              </a:ext>
            </a:extLst>
          </p:cNvPr>
          <p:cNvSpPr>
            <a:spLocks noGrp="1"/>
          </p:cNvSpPr>
          <p:nvPr/>
        </p:nvSpPr>
        <p:spPr>
          <a:xfrm>
            <a:off x="5467350" y="2971800"/>
            <a:ext cx="838200" cy="0"/>
          </a:xfrm>
          <a:prstGeom prst="line">
            <a:avLst/>
          </a:prstGeom>
          <a:noFill/>
          <a:ln w="9525">
            <a:solidFill>
              <a:srgbClr val="D9D9D9"/>
            </a:solidFill>
            <a:prstDash val="solid"/>
          </a:ln>
        </p:spPr>
        <p:txBody>
          <a:bodyPr/>
          <a:lstStyle/>
          <a:p>
            <a:endParaRPr lang="en-US"/>
          </a:p>
        </p:txBody>
      </p:sp>
      <p:sp>
        <p:nvSpPr>
          <p:cNvPr id="29" name="直线连接符 28">
            <a:extLst>
              <a:ext uri="{FF2B5EF4-FFF2-40B4-BE49-F238E27FC236}">
                <a16:creationId xmlns:a16="http://schemas.microsoft.com/office/drawing/2014/main" id="{DF3DD2EE-E2E7-44E3-A7F5-23C369D6EF39}"/>
              </a:ext>
            </a:extLst>
          </p:cNvPr>
          <p:cNvSpPr>
            <a:spLocks noGrp="1"/>
          </p:cNvSpPr>
          <p:nvPr/>
        </p:nvSpPr>
        <p:spPr>
          <a:xfrm>
            <a:off x="5467350" y="3162300"/>
            <a:ext cx="838200" cy="0"/>
          </a:xfrm>
          <a:prstGeom prst="line">
            <a:avLst/>
          </a:prstGeom>
          <a:noFill/>
          <a:ln w="9525">
            <a:solidFill>
              <a:srgbClr val="D9D9D9"/>
            </a:solidFill>
            <a:prstDash val="solid"/>
          </a:ln>
        </p:spPr>
        <p:txBody>
          <a:bodyPr/>
          <a:lstStyle/>
          <a:p>
            <a:endParaRPr lang="en-US"/>
          </a:p>
        </p:txBody>
      </p:sp>
      <p:sp>
        <p:nvSpPr>
          <p:cNvPr id="30" name="直线连接符 29">
            <a:extLst>
              <a:ext uri="{FF2B5EF4-FFF2-40B4-BE49-F238E27FC236}">
                <a16:creationId xmlns:a16="http://schemas.microsoft.com/office/drawing/2014/main" id="{BE23AA83-00A8-4414-820C-3FE838077B6A}"/>
              </a:ext>
            </a:extLst>
          </p:cNvPr>
          <p:cNvSpPr>
            <a:spLocks noGrp="1"/>
          </p:cNvSpPr>
          <p:nvPr/>
        </p:nvSpPr>
        <p:spPr>
          <a:xfrm>
            <a:off x="5467350" y="3352800"/>
            <a:ext cx="838200" cy="0"/>
          </a:xfrm>
          <a:prstGeom prst="line">
            <a:avLst/>
          </a:prstGeom>
          <a:noFill/>
          <a:ln w="9525">
            <a:solidFill>
              <a:srgbClr val="D9D9D9"/>
            </a:solidFill>
            <a:prstDash val="solid"/>
          </a:ln>
        </p:spPr>
        <p:txBody>
          <a:bodyPr/>
          <a:lstStyle/>
          <a:p>
            <a:endParaRPr lang="en-US"/>
          </a:p>
        </p:txBody>
      </p:sp>
      <p:sp>
        <p:nvSpPr>
          <p:cNvPr id="31" name="直线连接符 30">
            <a:extLst>
              <a:ext uri="{FF2B5EF4-FFF2-40B4-BE49-F238E27FC236}">
                <a16:creationId xmlns:a16="http://schemas.microsoft.com/office/drawing/2014/main" id="{3001C62E-D17D-47C1-81B2-2A403ABB6E4F}"/>
              </a:ext>
            </a:extLst>
          </p:cNvPr>
          <p:cNvSpPr>
            <a:spLocks noGrp="1"/>
          </p:cNvSpPr>
          <p:nvPr/>
        </p:nvSpPr>
        <p:spPr>
          <a:xfrm>
            <a:off x="5467350" y="3543300"/>
            <a:ext cx="838200" cy="0"/>
          </a:xfrm>
          <a:prstGeom prst="line">
            <a:avLst/>
          </a:prstGeom>
          <a:noFill/>
          <a:ln w="9525">
            <a:solidFill>
              <a:srgbClr val="D9D9D9"/>
            </a:solidFill>
            <a:prstDash val="solid"/>
          </a:ln>
        </p:spPr>
        <p:txBody>
          <a:bodyPr/>
          <a:lstStyle/>
          <a:p>
            <a:endParaRPr lang="en-US"/>
          </a:p>
        </p:txBody>
      </p:sp>
      <p:sp>
        <p:nvSpPr>
          <p:cNvPr id="32" name="矩形 31">
            <a:extLst>
              <a:ext uri="{FF2B5EF4-FFF2-40B4-BE49-F238E27FC236}">
                <a16:creationId xmlns:a16="http://schemas.microsoft.com/office/drawing/2014/main" id="{32D710F9-7B18-4479-8E15-D8EC36C7C53F}"/>
              </a:ext>
            </a:extLst>
          </p:cNvPr>
          <p:cNvSpPr>
            <a:spLocks noGrp="1"/>
          </p:cNvSpPr>
          <p:nvPr/>
        </p:nvSpPr>
        <p:spPr>
          <a:xfrm>
            <a:off x="5505450" y="2800350"/>
            <a:ext cx="762000" cy="171450"/>
          </a:xfrm>
          <a:prstGeom prst="rect">
            <a:avLst/>
          </a:prstGeom>
          <a:noFill/>
          <a:ln w="0">
            <a:noFill/>
            <a:prstDash val="solid"/>
          </a:ln>
        </p:spPr>
        <p:txBody>
          <a:bodyPr wrap="square" lIns="0" tIns="0" rIns="0" bIns="0" anchor="t"/>
          <a:lstStyle/>
          <a:p>
            <a:endParaRPr/>
          </a:p>
        </p:txBody>
      </p:sp>
      <p:sp>
        <p:nvSpPr>
          <p:cNvPr id="33" name="矩形 32">
            <a:extLst>
              <a:ext uri="{FF2B5EF4-FFF2-40B4-BE49-F238E27FC236}">
                <a16:creationId xmlns:a16="http://schemas.microsoft.com/office/drawing/2014/main" id="{99B59950-7EFB-4647-A4DA-AB8462D4B92D}"/>
              </a:ext>
            </a:extLst>
          </p:cNvPr>
          <p:cNvSpPr>
            <a:spLocks noGrp="1"/>
          </p:cNvSpPr>
          <p:nvPr/>
        </p:nvSpPr>
        <p:spPr>
          <a:xfrm>
            <a:off x="5505450" y="2975352"/>
            <a:ext cx="762000" cy="171450"/>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2E6CF7"/>
                </a:solidFill>
                <a:latin typeface="Arial"/>
                <a:ea typeface="Arial"/>
                <a:cs typeface="Arial"/>
              </a:rPr>
              <a:t>PTE_L2</a:t>
            </a:r>
          </a:p>
        </p:txBody>
      </p:sp>
      <p:sp>
        <p:nvSpPr>
          <p:cNvPr id="34" name="矩形 33">
            <a:extLst>
              <a:ext uri="{FF2B5EF4-FFF2-40B4-BE49-F238E27FC236}">
                <a16:creationId xmlns:a16="http://schemas.microsoft.com/office/drawing/2014/main" id="{D820A70E-81B4-48B9-A710-6DBDF39FA968}"/>
              </a:ext>
            </a:extLst>
          </p:cNvPr>
          <p:cNvSpPr>
            <a:spLocks noGrp="1"/>
          </p:cNvSpPr>
          <p:nvPr/>
        </p:nvSpPr>
        <p:spPr>
          <a:xfrm>
            <a:off x="6553200" y="2286000"/>
            <a:ext cx="1123950" cy="40005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Guest</a:t>
            </a:r>
          </a:p>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PTE</a:t>
            </a:r>
          </a:p>
        </p:txBody>
      </p:sp>
      <p:sp>
        <p:nvSpPr>
          <p:cNvPr id="35" name="矩形 34">
            <a:extLst>
              <a:ext uri="{FF2B5EF4-FFF2-40B4-BE49-F238E27FC236}">
                <a16:creationId xmlns:a16="http://schemas.microsoft.com/office/drawing/2014/main" id="{27DAC9FA-3E5D-4489-AA83-3AD586E49FC8}"/>
              </a:ext>
            </a:extLst>
          </p:cNvPr>
          <p:cNvSpPr>
            <a:spLocks noGrp="1"/>
          </p:cNvSpPr>
          <p:nvPr/>
        </p:nvSpPr>
        <p:spPr>
          <a:xfrm>
            <a:off x="6705600" y="2781300"/>
            <a:ext cx="838200" cy="781050"/>
          </a:xfrm>
          <a:prstGeom prst="rect">
            <a:avLst/>
          </a:prstGeom>
          <a:solidFill>
            <a:srgbClr val="FFFFFF"/>
          </a:solidFill>
          <a:ln w="11430">
            <a:solidFill>
              <a:srgbClr val="5F6368"/>
            </a:solidFill>
            <a:prstDash val="solid"/>
          </a:ln>
        </p:spPr>
        <p:txBody>
          <a:bodyPr/>
          <a:lstStyle/>
          <a:p>
            <a:endParaRPr lang="en-US"/>
          </a:p>
        </p:txBody>
      </p:sp>
      <p:sp>
        <p:nvSpPr>
          <p:cNvPr id="36" name="直线连接符 35">
            <a:extLst>
              <a:ext uri="{FF2B5EF4-FFF2-40B4-BE49-F238E27FC236}">
                <a16:creationId xmlns:a16="http://schemas.microsoft.com/office/drawing/2014/main" id="{53F298B6-C557-4467-836F-6ED967235DC4}"/>
              </a:ext>
            </a:extLst>
          </p:cNvPr>
          <p:cNvSpPr>
            <a:spLocks noGrp="1"/>
          </p:cNvSpPr>
          <p:nvPr/>
        </p:nvSpPr>
        <p:spPr>
          <a:xfrm>
            <a:off x="6705600" y="2971800"/>
            <a:ext cx="838200" cy="0"/>
          </a:xfrm>
          <a:prstGeom prst="line">
            <a:avLst/>
          </a:prstGeom>
          <a:noFill/>
          <a:ln w="9525">
            <a:solidFill>
              <a:srgbClr val="D9D9D9"/>
            </a:solidFill>
            <a:prstDash val="solid"/>
          </a:ln>
        </p:spPr>
        <p:txBody>
          <a:bodyPr/>
          <a:lstStyle/>
          <a:p>
            <a:endParaRPr lang="en-US"/>
          </a:p>
        </p:txBody>
      </p:sp>
      <p:sp>
        <p:nvSpPr>
          <p:cNvPr id="37" name="直线连接符 36">
            <a:extLst>
              <a:ext uri="{FF2B5EF4-FFF2-40B4-BE49-F238E27FC236}">
                <a16:creationId xmlns:a16="http://schemas.microsoft.com/office/drawing/2014/main" id="{BB2FCDFE-4334-4F0C-8632-3EA6CDC8B507}"/>
              </a:ext>
            </a:extLst>
          </p:cNvPr>
          <p:cNvSpPr>
            <a:spLocks noGrp="1"/>
          </p:cNvSpPr>
          <p:nvPr/>
        </p:nvSpPr>
        <p:spPr>
          <a:xfrm>
            <a:off x="6705600" y="3162300"/>
            <a:ext cx="838200" cy="0"/>
          </a:xfrm>
          <a:prstGeom prst="line">
            <a:avLst/>
          </a:prstGeom>
          <a:noFill/>
          <a:ln w="9525">
            <a:solidFill>
              <a:srgbClr val="D9D9D9"/>
            </a:solidFill>
            <a:prstDash val="solid"/>
          </a:ln>
        </p:spPr>
        <p:txBody>
          <a:bodyPr/>
          <a:lstStyle/>
          <a:p>
            <a:endParaRPr lang="en-US"/>
          </a:p>
        </p:txBody>
      </p:sp>
      <p:sp>
        <p:nvSpPr>
          <p:cNvPr id="38" name="直线连接符 37">
            <a:extLst>
              <a:ext uri="{FF2B5EF4-FFF2-40B4-BE49-F238E27FC236}">
                <a16:creationId xmlns:a16="http://schemas.microsoft.com/office/drawing/2014/main" id="{C54BBE60-17FF-4F9E-87B2-1E4B940DA31A}"/>
              </a:ext>
            </a:extLst>
          </p:cNvPr>
          <p:cNvSpPr>
            <a:spLocks noGrp="1"/>
          </p:cNvSpPr>
          <p:nvPr/>
        </p:nvSpPr>
        <p:spPr>
          <a:xfrm>
            <a:off x="6705600" y="3352800"/>
            <a:ext cx="838200" cy="0"/>
          </a:xfrm>
          <a:prstGeom prst="line">
            <a:avLst/>
          </a:prstGeom>
          <a:noFill/>
          <a:ln w="9525">
            <a:solidFill>
              <a:srgbClr val="D9D9D9"/>
            </a:solidFill>
            <a:prstDash val="solid"/>
          </a:ln>
        </p:spPr>
        <p:txBody>
          <a:bodyPr/>
          <a:lstStyle/>
          <a:p>
            <a:endParaRPr lang="en-US"/>
          </a:p>
        </p:txBody>
      </p:sp>
      <p:sp>
        <p:nvSpPr>
          <p:cNvPr id="39" name="直线连接符 38">
            <a:extLst>
              <a:ext uri="{FF2B5EF4-FFF2-40B4-BE49-F238E27FC236}">
                <a16:creationId xmlns:a16="http://schemas.microsoft.com/office/drawing/2014/main" id="{B83C98EA-8FF3-462F-93D2-670C5C0A2B28}"/>
              </a:ext>
            </a:extLst>
          </p:cNvPr>
          <p:cNvSpPr>
            <a:spLocks noGrp="1"/>
          </p:cNvSpPr>
          <p:nvPr/>
        </p:nvSpPr>
        <p:spPr>
          <a:xfrm>
            <a:off x="6705600" y="3543300"/>
            <a:ext cx="838200" cy="0"/>
          </a:xfrm>
          <a:prstGeom prst="line">
            <a:avLst/>
          </a:prstGeom>
          <a:noFill/>
          <a:ln w="9525">
            <a:solidFill>
              <a:srgbClr val="D9D9D9"/>
            </a:solidFill>
            <a:prstDash val="solid"/>
          </a:ln>
        </p:spPr>
        <p:txBody>
          <a:bodyPr/>
          <a:lstStyle/>
          <a:p>
            <a:endParaRPr lang="en-US"/>
          </a:p>
        </p:txBody>
      </p:sp>
      <p:sp>
        <p:nvSpPr>
          <p:cNvPr id="40" name="矩形 39">
            <a:extLst>
              <a:ext uri="{FF2B5EF4-FFF2-40B4-BE49-F238E27FC236}">
                <a16:creationId xmlns:a16="http://schemas.microsoft.com/office/drawing/2014/main" id="{918A6510-3008-4F87-8E25-B1A2B52480ED}"/>
              </a:ext>
            </a:extLst>
          </p:cNvPr>
          <p:cNvSpPr>
            <a:spLocks noGrp="1"/>
          </p:cNvSpPr>
          <p:nvPr/>
        </p:nvSpPr>
        <p:spPr>
          <a:xfrm>
            <a:off x="6743700" y="2800350"/>
            <a:ext cx="762000" cy="171450"/>
          </a:xfrm>
          <a:prstGeom prst="rect">
            <a:avLst/>
          </a:prstGeom>
          <a:noFill/>
          <a:ln w="0">
            <a:noFill/>
            <a:prstDash val="solid"/>
          </a:ln>
        </p:spPr>
        <p:txBody>
          <a:bodyPr wrap="square" lIns="0" tIns="0" rIns="0" bIns="0" anchor="t"/>
          <a:lstStyle/>
          <a:p>
            <a:endParaRPr/>
          </a:p>
        </p:txBody>
      </p:sp>
      <p:sp>
        <p:nvSpPr>
          <p:cNvPr id="41" name="矩形 40">
            <a:extLst>
              <a:ext uri="{FF2B5EF4-FFF2-40B4-BE49-F238E27FC236}">
                <a16:creationId xmlns:a16="http://schemas.microsoft.com/office/drawing/2014/main" id="{D982EBE5-B07E-468C-ADA4-4F29EA292FA9}"/>
              </a:ext>
            </a:extLst>
          </p:cNvPr>
          <p:cNvSpPr>
            <a:spLocks noGrp="1"/>
          </p:cNvSpPr>
          <p:nvPr/>
        </p:nvSpPr>
        <p:spPr>
          <a:xfrm>
            <a:off x="6743700" y="2975352"/>
            <a:ext cx="762000" cy="171450"/>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2E6CF7"/>
                </a:solidFill>
                <a:latin typeface="Arial"/>
                <a:ea typeface="Arial"/>
                <a:cs typeface="Arial"/>
              </a:rPr>
              <a:t>PA_L2</a:t>
            </a:r>
          </a:p>
        </p:txBody>
      </p:sp>
      <p:sp>
        <p:nvSpPr>
          <p:cNvPr id="42" name="矩形 41">
            <a:extLst>
              <a:ext uri="{FF2B5EF4-FFF2-40B4-BE49-F238E27FC236}">
                <a16:creationId xmlns:a16="http://schemas.microsoft.com/office/drawing/2014/main" id="{4630F042-3B7B-4B44-9D82-BC588BDBDF2B}"/>
              </a:ext>
            </a:extLst>
          </p:cNvPr>
          <p:cNvSpPr>
            <a:spLocks noGrp="1"/>
          </p:cNvSpPr>
          <p:nvPr/>
        </p:nvSpPr>
        <p:spPr>
          <a:xfrm>
            <a:off x="2838450" y="3790950"/>
            <a:ext cx="1123950" cy="40005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Shadow</a:t>
            </a:r>
          </a:p>
          <a:p>
            <a:pPr algn="ctr">
              <a:lnSpc>
                <a:spcPct val="100000"/>
              </a:lnSpc>
              <a:buNone/>
              <a:defRPr sz="1500" b="1">
                <a:solidFill>
                  <a:srgbClr val="111111"/>
                </a:solidFill>
                <a:latin typeface="Arial"/>
                <a:ea typeface="Arial"/>
                <a:cs typeface="Arial"/>
              </a:defRPr>
            </a:pPr>
            <a:r>
              <a:rPr sz="1500" b="1">
                <a:solidFill>
                  <a:srgbClr val="111111"/>
                </a:solidFill>
                <a:latin typeface="Arial"/>
                <a:ea typeface="Arial"/>
                <a:cs typeface="Arial"/>
              </a:rPr>
              <a:t>Root</a:t>
            </a:r>
          </a:p>
        </p:txBody>
      </p:sp>
      <p:sp>
        <p:nvSpPr>
          <p:cNvPr id="43" name="矩形 42">
            <a:extLst>
              <a:ext uri="{FF2B5EF4-FFF2-40B4-BE49-F238E27FC236}">
                <a16:creationId xmlns:a16="http://schemas.microsoft.com/office/drawing/2014/main" id="{1D1AB20F-B316-46FC-A60C-F8C0FB6AD525}"/>
              </a:ext>
            </a:extLst>
          </p:cNvPr>
          <p:cNvSpPr>
            <a:spLocks noGrp="1"/>
          </p:cNvSpPr>
          <p:nvPr/>
        </p:nvSpPr>
        <p:spPr>
          <a:xfrm>
            <a:off x="2990850" y="4286250"/>
            <a:ext cx="838200" cy="781050"/>
          </a:xfrm>
          <a:prstGeom prst="rect">
            <a:avLst/>
          </a:prstGeom>
          <a:solidFill>
            <a:schemeClr val="accent4">
              <a:lumMod val="40000"/>
              <a:lumOff val="60000"/>
            </a:schemeClr>
          </a:solidFill>
          <a:ln w="14288">
            <a:solidFill>
              <a:srgbClr val="5F6368"/>
            </a:solidFill>
            <a:prstDash val="solid"/>
          </a:ln>
        </p:spPr>
        <p:txBody>
          <a:bodyPr/>
          <a:lstStyle/>
          <a:p>
            <a:endParaRPr lang="en-US"/>
          </a:p>
        </p:txBody>
      </p:sp>
      <p:sp>
        <p:nvSpPr>
          <p:cNvPr id="44" name="直线连接符 43">
            <a:extLst>
              <a:ext uri="{FF2B5EF4-FFF2-40B4-BE49-F238E27FC236}">
                <a16:creationId xmlns:a16="http://schemas.microsoft.com/office/drawing/2014/main" id="{DD5F8743-0562-4C01-A2A4-3EC2E1C516D7}"/>
              </a:ext>
            </a:extLst>
          </p:cNvPr>
          <p:cNvSpPr>
            <a:spLocks noGrp="1"/>
          </p:cNvSpPr>
          <p:nvPr/>
        </p:nvSpPr>
        <p:spPr>
          <a:xfrm>
            <a:off x="2990850" y="4476750"/>
            <a:ext cx="838200" cy="0"/>
          </a:xfrm>
          <a:prstGeom prst="line">
            <a:avLst/>
          </a:prstGeom>
          <a:noFill/>
          <a:ln w="9525">
            <a:solidFill>
              <a:srgbClr val="D9D9D9"/>
            </a:solidFill>
            <a:prstDash val="solid"/>
          </a:ln>
        </p:spPr>
        <p:txBody>
          <a:bodyPr/>
          <a:lstStyle/>
          <a:p>
            <a:endParaRPr lang="en-US"/>
          </a:p>
        </p:txBody>
      </p:sp>
      <p:sp>
        <p:nvSpPr>
          <p:cNvPr id="45" name="直线连接符 44">
            <a:extLst>
              <a:ext uri="{FF2B5EF4-FFF2-40B4-BE49-F238E27FC236}">
                <a16:creationId xmlns:a16="http://schemas.microsoft.com/office/drawing/2014/main" id="{70A9B8E7-0BAA-4741-966D-4C566FB117A0}"/>
              </a:ext>
            </a:extLst>
          </p:cNvPr>
          <p:cNvSpPr>
            <a:spLocks noGrp="1"/>
          </p:cNvSpPr>
          <p:nvPr/>
        </p:nvSpPr>
        <p:spPr>
          <a:xfrm>
            <a:off x="2990850" y="4667250"/>
            <a:ext cx="838200" cy="0"/>
          </a:xfrm>
          <a:prstGeom prst="line">
            <a:avLst/>
          </a:prstGeom>
          <a:noFill/>
          <a:ln w="9525">
            <a:solidFill>
              <a:srgbClr val="D9D9D9"/>
            </a:solidFill>
            <a:prstDash val="solid"/>
          </a:ln>
        </p:spPr>
        <p:txBody>
          <a:bodyPr/>
          <a:lstStyle/>
          <a:p>
            <a:endParaRPr lang="en-US"/>
          </a:p>
        </p:txBody>
      </p:sp>
      <p:sp>
        <p:nvSpPr>
          <p:cNvPr id="46" name="直线连接符 45">
            <a:extLst>
              <a:ext uri="{FF2B5EF4-FFF2-40B4-BE49-F238E27FC236}">
                <a16:creationId xmlns:a16="http://schemas.microsoft.com/office/drawing/2014/main" id="{A2A5DE3B-5702-45AF-8F75-E1A026E82343}"/>
              </a:ext>
            </a:extLst>
          </p:cNvPr>
          <p:cNvSpPr>
            <a:spLocks noGrp="1"/>
          </p:cNvSpPr>
          <p:nvPr/>
        </p:nvSpPr>
        <p:spPr>
          <a:xfrm>
            <a:off x="2990850" y="4857750"/>
            <a:ext cx="838200" cy="0"/>
          </a:xfrm>
          <a:prstGeom prst="line">
            <a:avLst/>
          </a:prstGeom>
          <a:noFill/>
          <a:ln w="9525">
            <a:solidFill>
              <a:srgbClr val="D9D9D9"/>
            </a:solidFill>
            <a:prstDash val="solid"/>
          </a:ln>
        </p:spPr>
        <p:txBody>
          <a:bodyPr/>
          <a:lstStyle/>
          <a:p>
            <a:endParaRPr lang="en-US"/>
          </a:p>
        </p:txBody>
      </p:sp>
      <p:sp>
        <p:nvSpPr>
          <p:cNvPr id="47" name="直线连接符 46">
            <a:extLst>
              <a:ext uri="{FF2B5EF4-FFF2-40B4-BE49-F238E27FC236}">
                <a16:creationId xmlns:a16="http://schemas.microsoft.com/office/drawing/2014/main" id="{D31EBE9A-077B-440B-BB48-4E6992F056AC}"/>
              </a:ext>
            </a:extLst>
          </p:cNvPr>
          <p:cNvSpPr>
            <a:spLocks noGrp="1"/>
          </p:cNvSpPr>
          <p:nvPr/>
        </p:nvSpPr>
        <p:spPr>
          <a:xfrm>
            <a:off x="2990850" y="5048250"/>
            <a:ext cx="838200" cy="0"/>
          </a:xfrm>
          <a:prstGeom prst="line">
            <a:avLst/>
          </a:prstGeom>
          <a:noFill/>
          <a:ln w="9525">
            <a:solidFill>
              <a:srgbClr val="D9D9D9"/>
            </a:solidFill>
            <a:prstDash val="solid"/>
          </a:ln>
        </p:spPr>
        <p:txBody>
          <a:bodyPr/>
          <a:lstStyle/>
          <a:p>
            <a:endParaRPr lang="en-US"/>
          </a:p>
        </p:txBody>
      </p:sp>
      <p:sp>
        <p:nvSpPr>
          <p:cNvPr id="48" name="矩形 47">
            <a:extLst>
              <a:ext uri="{FF2B5EF4-FFF2-40B4-BE49-F238E27FC236}">
                <a16:creationId xmlns:a16="http://schemas.microsoft.com/office/drawing/2014/main" id="{1E4D0418-A32B-4B07-8B90-EA7D129C10EE}"/>
              </a:ext>
            </a:extLst>
          </p:cNvPr>
          <p:cNvSpPr>
            <a:spLocks noGrp="1"/>
          </p:cNvSpPr>
          <p:nvPr/>
        </p:nvSpPr>
        <p:spPr>
          <a:xfrm>
            <a:off x="3028950" y="4289802"/>
            <a:ext cx="762000" cy="171450"/>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2E6CF7"/>
                </a:solidFill>
                <a:latin typeface="Arial"/>
                <a:ea typeface="Arial"/>
                <a:cs typeface="Arial"/>
              </a:rPr>
              <a:t>PUD_L2</a:t>
            </a:r>
          </a:p>
        </p:txBody>
      </p:sp>
      <p:sp>
        <p:nvSpPr>
          <p:cNvPr id="49" name="矩形 48">
            <a:extLst>
              <a:ext uri="{FF2B5EF4-FFF2-40B4-BE49-F238E27FC236}">
                <a16:creationId xmlns:a16="http://schemas.microsoft.com/office/drawing/2014/main" id="{3D27980A-8481-493D-9325-F0F2A1A16706}"/>
              </a:ext>
            </a:extLst>
          </p:cNvPr>
          <p:cNvSpPr>
            <a:spLocks noGrp="1"/>
          </p:cNvSpPr>
          <p:nvPr/>
        </p:nvSpPr>
        <p:spPr>
          <a:xfrm>
            <a:off x="3013184" y="4480302"/>
            <a:ext cx="800100" cy="186948"/>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B23A33"/>
                </a:solidFill>
                <a:latin typeface="Arial"/>
                <a:ea typeface="Arial"/>
                <a:cs typeface="Arial"/>
              </a:rPr>
              <a:t>PUD_L1</a:t>
            </a:r>
          </a:p>
        </p:txBody>
      </p:sp>
      <p:sp>
        <p:nvSpPr>
          <p:cNvPr id="50" name="矩形 49">
            <a:extLst>
              <a:ext uri="{FF2B5EF4-FFF2-40B4-BE49-F238E27FC236}">
                <a16:creationId xmlns:a16="http://schemas.microsoft.com/office/drawing/2014/main" id="{12886CB9-BC7C-43C1-BED4-F2D4E769ADD6}"/>
              </a:ext>
            </a:extLst>
          </p:cNvPr>
          <p:cNvSpPr>
            <a:spLocks noGrp="1"/>
          </p:cNvSpPr>
          <p:nvPr/>
        </p:nvSpPr>
        <p:spPr>
          <a:xfrm>
            <a:off x="4076700" y="3790950"/>
            <a:ext cx="1123950" cy="40005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Switcher</a:t>
            </a:r>
          </a:p>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PUD</a:t>
            </a:r>
          </a:p>
        </p:txBody>
      </p:sp>
      <p:sp>
        <p:nvSpPr>
          <p:cNvPr id="51" name="矩形 50">
            <a:extLst>
              <a:ext uri="{FF2B5EF4-FFF2-40B4-BE49-F238E27FC236}">
                <a16:creationId xmlns:a16="http://schemas.microsoft.com/office/drawing/2014/main" id="{C0F1484C-1670-4F2D-A1C8-AC82A649E905}"/>
              </a:ext>
            </a:extLst>
          </p:cNvPr>
          <p:cNvSpPr>
            <a:spLocks noGrp="1"/>
          </p:cNvSpPr>
          <p:nvPr/>
        </p:nvSpPr>
        <p:spPr>
          <a:xfrm>
            <a:off x="4229100" y="4286250"/>
            <a:ext cx="838200" cy="781050"/>
          </a:xfrm>
          <a:prstGeom prst="rect">
            <a:avLst/>
          </a:prstGeom>
          <a:solidFill>
            <a:srgbClr val="FFFFFF"/>
          </a:solidFill>
          <a:ln w="11430">
            <a:solidFill>
              <a:srgbClr val="5F6368"/>
            </a:solidFill>
            <a:prstDash val="solid"/>
          </a:ln>
        </p:spPr>
        <p:txBody>
          <a:bodyPr/>
          <a:lstStyle/>
          <a:p>
            <a:endParaRPr lang="en-US"/>
          </a:p>
        </p:txBody>
      </p:sp>
      <p:sp>
        <p:nvSpPr>
          <p:cNvPr id="52" name="直线连接符 51">
            <a:extLst>
              <a:ext uri="{FF2B5EF4-FFF2-40B4-BE49-F238E27FC236}">
                <a16:creationId xmlns:a16="http://schemas.microsoft.com/office/drawing/2014/main" id="{8477B07C-4430-4414-AE9F-D019C44F9B98}"/>
              </a:ext>
            </a:extLst>
          </p:cNvPr>
          <p:cNvSpPr>
            <a:spLocks noGrp="1"/>
          </p:cNvSpPr>
          <p:nvPr/>
        </p:nvSpPr>
        <p:spPr>
          <a:xfrm>
            <a:off x="4229100" y="4476750"/>
            <a:ext cx="838200" cy="0"/>
          </a:xfrm>
          <a:prstGeom prst="line">
            <a:avLst/>
          </a:prstGeom>
          <a:noFill/>
          <a:ln w="9525">
            <a:solidFill>
              <a:srgbClr val="D9D9D9"/>
            </a:solidFill>
            <a:prstDash val="solid"/>
          </a:ln>
        </p:spPr>
        <p:txBody>
          <a:bodyPr/>
          <a:lstStyle/>
          <a:p>
            <a:endParaRPr lang="en-US"/>
          </a:p>
        </p:txBody>
      </p:sp>
      <p:sp>
        <p:nvSpPr>
          <p:cNvPr id="53" name="直线连接符 52">
            <a:extLst>
              <a:ext uri="{FF2B5EF4-FFF2-40B4-BE49-F238E27FC236}">
                <a16:creationId xmlns:a16="http://schemas.microsoft.com/office/drawing/2014/main" id="{75E66848-0446-4665-BC51-B0D5BAFAE83A}"/>
              </a:ext>
            </a:extLst>
          </p:cNvPr>
          <p:cNvSpPr>
            <a:spLocks noGrp="1"/>
          </p:cNvSpPr>
          <p:nvPr/>
        </p:nvSpPr>
        <p:spPr>
          <a:xfrm>
            <a:off x="4229100" y="4667250"/>
            <a:ext cx="838200" cy="0"/>
          </a:xfrm>
          <a:prstGeom prst="line">
            <a:avLst/>
          </a:prstGeom>
          <a:noFill/>
          <a:ln w="9525">
            <a:solidFill>
              <a:srgbClr val="D9D9D9"/>
            </a:solidFill>
            <a:prstDash val="solid"/>
          </a:ln>
        </p:spPr>
        <p:txBody>
          <a:bodyPr/>
          <a:lstStyle/>
          <a:p>
            <a:endParaRPr lang="en-US"/>
          </a:p>
        </p:txBody>
      </p:sp>
      <p:sp>
        <p:nvSpPr>
          <p:cNvPr id="54" name="直线连接符 53">
            <a:extLst>
              <a:ext uri="{FF2B5EF4-FFF2-40B4-BE49-F238E27FC236}">
                <a16:creationId xmlns:a16="http://schemas.microsoft.com/office/drawing/2014/main" id="{6DE8D3E4-6CC2-4055-9B06-775EA36AA4B9}"/>
              </a:ext>
            </a:extLst>
          </p:cNvPr>
          <p:cNvSpPr>
            <a:spLocks noGrp="1"/>
          </p:cNvSpPr>
          <p:nvPr/>
        </p:nvSpPr>
        <p:spPr>
          <a:xfrm>
            <a:off x="4229100" y="4857750"/>
            <a:ext cx="838200" cy="0"/>
          </a:xfrm>
          <a:prstGeom prst="line">
            <a:avLst/>
          </a:prstGeom>
          <a:noFill/>
          <a:ln w="9525">
            <a:solidFill>
              <a:srgbClr val="D9D9D9"/>
            </a:solidFill>
            <a:prstDash val="solid"/>
          </a:ln>
        </p:spPr>
        <p:txBody>
          <a:bodyPr/>
          <a:lstStyle/>
          <a:p>
            <a:endParaRPr lang="en-US"/>
          </a:p>
        </p:txBody>
      </p:sp>
      <p:sp>
        <p:nvSpPr>
          <p:cNvPr id="55" name="直线连接符 54">
            <a:extLst>
              <a:ext uri="{FF2B5EF4-FFF2-40B4-BE49-F238E27FC236}">
                <a16:creationId xmlns:a16="http://schemas.microsoft.com/office/drawing/2014/main" id="{0E90FBE2-E9BA-410A-B702-63B1F9098F9B}"/>
              </a:ext>
            </a:extLst>
          </p:cNvPr>
          <p:cNvSpPr>
            <a:spLocks noGrp="1"/>
          </p:cNvSpPr>
          <p:nvPr/>
        </p:nvSpPr>
        <p:spPr>
          <a:xfrm>
            <a:off x="4229100" y="5048250"/>
            <a:ext cx="838200" cy="0"/>
          </a:xfrm>
          <a:prstGeom prst="line">
            <a:avLst/>
          </a:prstGeom>
          <a:noFill/>
          <a:ln w="9525">
            <a:solidFill>
              <a:srgbClr val="D9D9D9"/>
            </a:solidFill>
            <a:prstDash val="solid"/>
          </a:ln>
        </p:spPr>
        <p:txBody>
          <a:bodyPr/>
          <a:lstStyle/>
          <a:p>
            <a:endParaRPr lang="en-US"/>
          </a:p>
        </p:txBody>
      </p:sp>
      <p:sp>
        <p:nvSpPr>
          <p:cNvPr id="56" name="矩形 55">
            <a:extLst>
              <a:ext uri="{FF2B5EF4-FFF2-40B4-BE49-F238E27FC236}">
                <a16:creationId xmlns:a16="http://schemas.microsoft.com/office/drawing/2014/main" id="{DADFEAF6-2D6A-4A8B-B9E4-2AA039718BDB}"/>
              </a:ext>
            </a:extLst>
          </p:cNvPr>
          <p:cNvSpPr>
            <a:spLocks noGrp="1"/>
          </p:cNvSpPr>
          <p:nvPr/>
        </p:nvSpPr>
        <p:spPr>
          <a:xfrm>
            <a:off x="4267200" y="4305300"/>
            <a:ext cx="762000" cy="171450"/>
          </a:xfrm>
          <a:prstGeom prst="rect">
            <a:avLst/>
          </a:prstGeom>
          <a:noFill/>
          <a:ln w="0">
            <a:noFill/>
            <a:prstDash val="solid"/>
          </a:ln>
        </p:spPr>
        <p:txBody>
          <a:bodyPr wrap="square" lIns="0" tIns="0" rIns="0" bIns="0" anchor="t"/>
          <a:lstStyle/>
          <a:p>
            <a:endParaRPr/>
          </a:p>
        </p:txBody>
      </p:sp>
      <p:sp>
        <p:nvSpPr>
          <p:cNvPr id="57" name="矩形 56">
            <a:extLst>
              <a:ext uri="{FF2B5EF4-FFF2-40B4-BE49-F238E27FC236}">
                <a16:creationId xmlns:a16="http://schemas.microsoft.com/office/drawing/2014/main" id="{FF76060D-E6FC-425E-B41F-0C9789BD2366}"/>
              </a:ext>
            </a:extLst>
          </p:cNvPr>
          <p:cNvSpPr>
            <a:spLocks noGrp="1"/>
          </p:cNvSpPr>
          <p:nvPr/>
        </p:nvSpPr>
        <p:spPr>
          <a:xfrm>
            <a:off x="4251434" y="4480302"/>
            <a:ext cx="800100" cy="186946"/>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B23A33"/>
                </a:solidFill>
                <a:latin typeface="Arial"/>
                <a:ea typeface="Arial"/>
                <a:cs typeface="Arial"/>
              </a:rPr>
              <a:t>PMD_L1</a:t>
            </a:r>
          </a:p>
        </p:txBody>
      </p:sp>
      <p:sp>
        <p:nvSpPr>
          <p:cNvPr id="58" name="矩形 57">
            <a:extLst>
              <a:ext uri="{FF2B5EF4-FFF2-40B4-BE49-F238E27FC236}">
                <a16:creationId xmlns:a16="http://schemas.microsoft.com/office/drawing/2014/main" id="{5D43D89F-7903-4D08-96D0-6B034FD3FF5F}"/>
              </a:ext>
            </a:extLst>
          </p:cNvPr>
          <p:cNvSpPr>
            <a:spLocks noGrp="1"/>
          </p:cNvSpPr>
          <p:nvPr/>
        </p:nvSpPr>
        <p:spPr>
          <a:xfrm>
            <a:off x="5314950" y="3790950"/>
            <a:ext cx="1123950" cy="40005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Switcher</a:t>
            </a:r>
          </a:p>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PMD</a:t>
            </a:r>
          </a:p>
        </p:txBody>
      </p:sp>
      <p:sp>
        <p:nvSpPr>
          <p:cNvPr id="59" name="矩形 58">
            <a:extLst>
              <a:ext uri="{FF2B5EF4-FFF2-40B4-BE49-F238E27FC236}">
                <a16:creationId xmlns:a16="http://schemas.microsoft.com/office/drawing/2014/main" id="{7A4C9036-04C7-45E3-8795-3B116A4306E9}"/>
              </a:ext>
            </a:extLst>
          </p:cNvPr>
          <p:cNvSpPr>
            <a:spLocks noGrp="1"/>
          </p:cNvSpPr>
          <p:nvPr/>
        </p:nvSpPr>
        <p:spPr>
          <a:xfrm>
            <a:off x="5467350" y="4286250"/>
            <a:ext cx="838200" cy="781050"/>
          </a:xfrm>
          <a:prstGeom prst="rect">
            <a:avLst/>
          </a:prstGeom>
          <a:solidFill>
            <a:srgbClr val="FFFFFF"/>
          </a:solidFill>
          <a:ln w="11430">
            <a:solidFill>
              <a:srgbClr val="5F6368"/>
            </a:solidFill>
            <a:prstDash val="solid"/>
          </a:ln>
        </p:spPr>
        <p:txBody>
          <a:bodyPr/>
          <a:lstStyle/>
          <a:p>
            <a:endParaRPr lang="en-US"/>
          </a:p>
        </p:txBody>
      </p:sp>
      <p:sp>
        <p:nvSpPr>
          <p:cNvPr id="60" name="直线连接符 59">
            <a:extLst>
              <a:ext uri="{FF2B5EF4-FFF2-40B4-BE49-F238E27FC236}">
                <a16:creationId xmlns:a16="http://schemas.microsoft.com/office/drawing/2014/main" id="{29FCFD75-274F-4A31-8BC4-C780C861B2D2}"/>
              </a:ext>
            </a:extLst>
          </p:cNvPr>
          <p:cNvSpPr>
            <a:spLocks noGrp="1"/>
          </p:cNvSpPr>
          <p:nvPr/>
        </p:nvSpPr>
        <p:spPr>
          <a:xfrm>
            <a:off x="5467350" y="4476750"/>
            <a:ext cx="838200" cy="0"/>
          </a:xfrm>
          <a:prstGeom prst="line">
            <a:avLst/>
          </a:prstGeom>
          <a:noFill/>
          <a:ln w="9525">
            <a:solidFill>
              <a:srgbClr val="D9D9D9"/>
            </a:solidFill>
            <a:prstDash val="solid"/>
          </a:ln>
        </p:spPr>
        <p:txBody>
          <a:bodyPr/>
          <a:lstStyle/>
          <a:p>
            <a:endParaRPr lang="en-US"/>
          </a:p>
        </p:txBody>
      </p:sp>
      <p:sp>
        <p:nvSpPr>
          <p:cNvPr id="61" name="直线连接符 60">
            <a:extLst>
              <a:ext uri="{FF2B5EF4-FFF2-40B4-BE49-F238E27FC236}">
                <a16:creationId xmlns:a16="http://schemas.microsoft.com/office/drawing/2014/main" id="{531E9B59-EEF6-4EDE-84E8-96DC8EC75049}"/>
              </a:ext>
            </a:extLst>
          </p:cNvPr>
          <p:cNvSpPr>
            <a:spLocks noGrp="1"/>
          </p:cNvSpPr>
          <p:nvPr/>
        </p:nvSpPr>
        <p:spPr>
          <a:xfrm>
            <a:off x="5467350" y="4667250"/>
            <a:ext cx="838200" cy="0"/>
          </a:xfrm>
          <a:prstGeom prst="line">
            <a:avLst/>
          </a:prstGeom>
          <a:noFill/>
          <a:ln w="9525">
            <a:solidFill>
              <a:srgbClr val="D9D9D9"/>
            </a:solidFill>
            <a:prstDash val="solid"/>
          </a:ln>
        </p:spPr>
        <p:txBody>
          <a:bodyPr/>
          <a:lstStyle/>
          <a:p>
            <a:endParaRPr lang="en-US"/>
          </a:p>
        </p:txBody>
      </p:sp>
      <p:sp>
        <p:nvSpPr>
          <p:cNvPr id="62" name="直线连接符 61">
            <a:extLst>
              <a:ext uri="{FF2B5EF4-FFF2-40B4-BE49-F238E27FC236}">
                <a16:creationId xmlns:a16="http://schemas.microsoft.com/office/drawing/2014/main" id="{188F232F-6381-440A-90F4-594A7C0E8080}"/>
              </a:ext>
            </a:extLst>
          </p:cNvPr>
          <p:cNvSpPr>
            <a:spLocks noGrp="1"/>
          </p:cNvSpPr>
          <p:nvPr/>
        </p:nvSpPr>
        <p:spPr>
          <a:xfrm>
            <a:off x="5467350" y="4857750"/>
            <a:ext cx="838200" cy="0"/>
          </a:xfrm>
          <a:prstGeom prst="line">
            <a:avLst/>
          </a:prstGeom>
          <a:noFill/>
          <a:ln w="9525">
            <a:solidFill>
              <a:srgbClr val="D9D9D9"/>
            </a:solidFill>
            <a:prstDash val="solid"/>
          </a:ln>
        </p:spPr>
        <p:txBody>
          <a:bodyPr/>
          <a:lstStyle/>
          <a:p>
            <a:endParaRPr lang="en-US"/>
          </a:p>
        </p:txBody>
      </p:sp>
      <p:sp>
        <p:nvSpPr>
          <p:cNvPr id="63" name="直线连接符 62">
            <a:extLst>
              <a:ext uri="{FF2B5EF4-FFF2-40B4-BE49-F238E27FC236}">
                <a16:creationId xmlns:a16="http://schemas.microsoft.com/office/drawing/2014/main" id="{26116D58-6E7E-472A-9A42-493423CBC2CE}"/>
              </a:ext>
            </a:extLst>
          </p:cNvPr>
          <p:cNvSpPr>
            <a:spLocks noGrp="1"/>
          </p:cNvSpPr>
          <p:nvPr/>
        </p:nvSpPr>
        <p:spPr>
          <a:xfrm>
            <a:off x="5467350" y="5048250"/>
            <a:ext cx="838200" cy="0"/>
          </a:xfrm>
          <a:prstGeom prst="line">
            <a:avLst/>
          </a:prstGeom>
          <a:noFill/>
          <a:ln w="9525">
            <a:solidFill>
              <a:srgbClr val="D9D9D9"/>
            </a:solidFill>
            <a:prstDash val="solid"/>
          </a:ln>
        </p:spPr>
        <p:txBody>
          <a:bodyPr/>
          <a:lstStyle/>
          <a:p>
            <a:endParaRPr lang="en-US"/>
          </a:p>
        </p:txBody>
      </p:sp>
      <p:sp>
        <p:nvSpPr>
          <p:cNvPr id="64" name="矩形 63">
            <a:extLst>
              <a:ext uri="{FF2B5EF4-FFF2-40B4-BE49-F238E27FC236}">
                <a16:creationId xmlns:a16="http://schemas.microsoft.com/office/drawing/2014/main" id="{1A35455F-AAFD-4D5F-A7AD-086FCEDDEBF8}"/>
              </a:ext>
            </a:extLst>
          </p:cNvPr>
          <p:cNvSpPr>
            <a:spLocks noGrp="1"/>
          </p:cNvSpPr>
          <p:nvPr/>
        </p:nvSpPr>
        <p:spPr>
          <a:xfrm>
            <a:off x="5505450" y="4305300"/>
            <a:ext cx="762000" cy="171450"/>
          </a:xfrm>
          <a:prstGeom prst="rect">
            <a:avLst/>
          </a:prstGeom>
          <a:noFill/>
          <a:ln w="0">
            <a:noFill/>
            <a:prstDash val="solid"/>
          </a:ln>
        </p:spPr>
        <p:txBody>
          <a:bodyPr wrap="square" lIns="0" tIns="0" rIns="0" bIns="0" anchor="t"/>
          <a:lstStyle/>
          <a:p>
            <a:endParaRPr/>
          </a:p>
        </p:txBody>
      </p:sp>
      <p:sp>
        <p:nvSpPr>
          <p:cNvPr id="65" name="矩形 64">
            <a:extLst>
              <a:ext uri="{FF2B5EF4-FFF2-40B4-BE49-F238E27FC236}">
                <a16:creationId xmlns:a16="http://schemas.microsoft.com/office/drawing/2014/main" id="{4740C345-013D-46C4-BC00-CE14B904589B}"/>
              </a:ext>
            </a:extLst>
          </p:cNvPr>
          <p:cNvSpPr>
            <a:spLocks noGrp="1"/>
          </p:cNvSpPr>
          <p:nvPr/>
        </p:nvSpPr>
        <p:spPr>
          <a:xfrm>
            <a:off x="5505450" y="4480302"/>
            <a:ext cx="762000" cy="171450"/>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B23A33"/>
                </a:solidFill>
                <a:latin typeface="Arial"/>
                <a:ea typeface="Arial"/>
                <a:cs typeface="Arial"/>
              </a:rPr>
              <a:t>PTE_L1</a:t>
            </a:r>
          </a:p>
        </p:txBody>
      </p:sp>
      <p:sp>
        <p:nvSpPr>
          <p:cNvPr id="66" name="矩形 65">
            <a:extLst>
              <a:ext uri="{FF2B5EF4-FFF2-40B4-BE49-F238E27FC236}">
                <a16:creationId xmlns:a16="http://schemas.microsoft.com/office/drawing/2014/main" id="{5C2ECA55-1A08-44D0-B5E4-66C4004E3544}"/>
              </a:ext>
            </a:extLst>
          </p:cNvPr>
          <p:cNvSpPr>
            <a:spLocks noGrp="1"/>
          </p:cNvSpPr>
          <p:nvPr/>
        </p:nvSpPr>
        <p:spPr>
          <a:xfrm>
            <a:off x="6553200" y="3790950"/>
            <a:ext cx="1123950" cy="40005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Switcher</a:t>
            </a:r>
          </a:p>
          <a:p>
            <a:pPr algn="ctr">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PTE</a:t>
            </a:r>
          </a:p>
        </p:txBody>
      </p:sp>
      <p:sp>
        <p:nvSpPr>
          <p:cNvPr id="67" name="矩形 66">
            <a:extLst>
              <a:ext uri="{FF2B5EF4-FFF2-40B4-BE49-F238E27FC236}">
                <a16:creationId xmlns:a16="http://schemas.microsoft.com/office/drawing/2014/main" id="{D3BD2FFE-AEF1-4CDE-BE5B-2D3B211357F6}"/>
              </a:ext>
            </a:extLst>
          </p:cNvPr>
          <p:cNvSpPr>
            <a:spLocks noGrp="1"/>
          </p:cNvSpPr>
          <p:nvPr/>
        </p:nvSpPr>
        <p:spPr>
          <a:xfrm>
            <a:off x="6705600" y="4286250"/>
            <a:ext cx="838200" cy="781050"/>
          </a:xfrm>
          <a:prstGeom prst="rect">
            <a:avLst/>
          </a:prstGeom>
          <a:solidFill>
            <a:srgbClr val="FFFFFF"/>
          </a:solidFill>
          <a:ln w="11430">
            <a:solidFill>
              <a:srgbClr val="5F6368"/>
            </a:solidFill>
            <a:prstDash val="solid"/>
          </a:ln>
        </p:spPr>
        <p:txBody>
          <a:bodyPr/>
          <a:lstStyle/>
          <a:p>
            <a:endParaRPr lang="en-US"/>
          </a:p>
        </p:txBody>
      </p:sp>
      <p:sp>
        <p:nvSpPr>
          <p:cNvPr id="68" name="直线连接符 67">
            <a:extLst>
              <a:ext uri="{FF2B5EF4-FFF2-40B4-BE49-F238E27FC236}">
                <a16:creationId xmlns:a16="http://schemas.microsoft.com/office/drawing/2014/main" id="{B55CDB40-EDAB-4576-BE1F-B86227E302DB}"/>
              </a:ext>
            </a:extLst>
          </p:cNvPr>
          <p:cNvSpPr>
            <a:spLocks noGrp="1"/>
          </p:cNvSpPr>
          <p:nvPr/>
        </p:nvSpPr>
        <p:spPr>
          <a:xfrm>
            <a:off x="6705600" y="4476750"/>
            <a:ext cx="838200" cy="0"/>
          </a:xfrm>
          <a:prstGeom prst="line">
            <a:avLst/>
          </a:prstGeom>
          <a:noFill/>
          <a:ln w="9525">
            <a:solidFill>
              <a:srgbClr val="D9D9D9"/>
            </a:solidFill>
            <a:prstDash val="solid"/>
          </a:ln>
        </p:spPr>
        <p:txBody>
          <a:bodyPr/>
          <a:lstStyle/>
          <a:p>
            <a:endParaRPr lang="en-US"/>
          </a:p>
        </p:txBody>
      </p:sp>
      <p:sp>
        <p:nvSpPr>
          <p:cNvPr id="69" name="直线连接符 68">
            <a:extLst>
              <a:ext uri="{FF2B5EF4-FFF2-40B4-BE49-F238E27FC236}">
                <a16:creationId xmlns:a16="http://schemas.microsoft.com/office/drawing/2014/main" id="{2CD6EFB2-E343-4AC7-8E30-A1AF3DCEC1B9}"/>
              </a:ext>
            </a:extLst>
          </p:cNvPr>
          <p:cNvSpPr>
            <a:spLocks noGrp="1"/>
          </p:cNvSpPr>
          <p:nvPr/>
        </p:nvSpPr>
        <p:spPr>
          <a:xfrm>
            <a:off x="6705600" y="4667250"/>
            <a:ext cx="838200" cy="0"/>
          </a:xfrm>
          <a:prstGeom prst="line">
            <a:avLst/>
          </a:prstGeom>
          <a:noFill/>
          <a:ln w="9525">
            <a:solidFill>
              <a:srgbClr val="D9D9D9"/>
            </a:solidFill>
            <a:prstDash val="solid"/>
          </a:ln>
        </p:spPr>
        <p:txBody>
          <a:bodyPr/>
          <a:lstStyle/>
          <a:p>
            <a:endParaRPr lang="en-US"/>
          </a:p>
        </p:txBody>
      </p:sp>
      <p:sp>
        <p:nvSpPr>
          <p:cNvPr id="70" name="直线连接符 69">
            <a:extLst>
              <a:ext uri="{FF2B5EF4-FFF2-40B4-BE49-F238E27FC236}">
                <a16:creationId xmlns:a16="http://schemas.microsoft.com/office/drawing/2014/main" id="{F33CF6B5-8CF1-446E-8DC6-E11D6E77DB81}"/>
              </a:ext>
            </a:extLst>
          </p:cNvPr>
          <p:cNvSpPr>
            <a:spLocks noGrp="1"/>
          </p:cNvSpPr>
          <p:nvPr/>
        </p:nvSpPr>
        <p:spPr>
          <a:xfrm>
            <a:off x="6705600" y="4857750"/>
            <a:ext cx="838200" cy="0"/>
          </a:xfrm>
          <a:prstGeom prst="line">
            <a:avLst/>
          </a:prstGeom>
          <a:noFill/>
          <a:ln w="9525">
            <a:solidFill>
              <a:srgbClr val="D9D9D9"/>
            </a:solidFill>
            <a:prstDash val="solid"/>
          </a:ln>
        </p:spPr>
        <p:txBody>
          <a:bodyPr/>
          <a:lstStyle/>
          <a:p>
            <a:endParaRPr lang="en-US"/>
          </a:p>
        </p:txBody>
      </p:sp>
      <p:sp>
        <p:nvSpPr>
          <p:cNvPr id="71" name="直线连接符 70">
            <a:extLst>
              <a:ext uri="{FF2B5EF4-FFF2-40B4-BE49-F238E27FC236}">
                <a16:creationId xmlns:a16="http://schemas.microsoft.com/office/drawing/2014/main" id="{A2C18E14-5691-41C1-91E1-561EEE4BC01A}"/>
              </a:ext>
            </a:extLst>
          </p:cNvPr>
          <p:cNvSpPr>
            <a:spLocks noGrp="1"/>
          </p:cNvSpPr>
          <p:nvPr/>
        </p:nvSpPr>
        <p:spPr>
          <a:xfrm>
            <a:off x="6705600" y="5048250"/>
            <a:ext cx="838200" cy="0"/>
          </a:xfrm>
          <a:prstGeom prst="line">
            <a:avLst/>
          </a:prstGeom>
          <a:noFill/>
          <a:ln w="9525">
            <a:solidFill>
              <a:srgbClr val="D9D9D9"/>
            </a:solidFill>
            <a:prstDash val="solid"/>
          </a:ln>
        </p:spPr>
        <p:txBody>
          <a:bodyPr/>
          <a:lstStyle/>
          <a:p>
            <a:endParaRPr lang="en-US"/>
          </a:p>
        </p:txBody>
      </p:sp>
      <p:sp>
        <p:nvSpPr>
          <p:cNvPr id="72" name="矩形 71">
            <a:extLst>
              <a:ext uri="{FF2B5EF4-FFF2-40B4-BE49-F238E27FC236}">
                <a16:creationId xmlns:a16="http://schemas.microsoft.com/office/drawing/2014/main" id="{4383CE90-E35A-43F5-85E1-28A6BC2D3E39}"/>
              </a:ext>
            </a:extLst>
          </p:cNvPr>
          <p:cNvSpPr>
            <a:spLocks noGrp="1"/>
          </p:cNvSpPr>
          <p:nvPr/>
        </p:nvSpPr>
        <p:spPr>
          <a:xfrm>
            <a:off x="6743700" y="4305300"/>
            <a:ext cx="762000" cy="171450"/>
          </a:xfrm>
          <a:prstGeom prst="rect">
            <a:avLst/>
          </a:prstGeom>
          <a:noFill/>
          <a:ln w="0">
            <a:noFill/>
            <a:prstDash val="solid"/>
          </a:ln>
        </p:spPr>
        <p:txBody>
          <a:bodyPr wrap="square" lIns="0" tIns="0" rIns="0" bIns="0" anchor="t"/>
          <a:lstStyle/>
          <a:p>
            <a:endParaRPr/>
          </a:p>
        </p:txBody>
      </p:sp>
      <p:sp>
        <p:nvSpPr>
          <p:cNvPr id="73" name="矩形 72">
            <a:extLst>
              <a:ext uri="{FF2B5EF4-FFF2-40B4-BE49-F238E27FC236}">
                <a16:creationId xmlns:a16="http://schemas.microsoft.com/office/drawing/2014/main" id="{E78ADDDF-66EB-4C22-9E2A-CBEE400A05EC}"/>
              </a:ext>
            </a:extLst>
          </p:cNvPr>
          <p:cNvSpPr>
            <a:spLocks noGrp="1"/>
          </p:cNvSpPr>
          <p:nvPr/>
        </p:nvSpPr>
        <p:spPr>
          <a:xfrm>
            <a:off x="6743700" y="4480302"/>
            <a:ext cx="762000" cy="171450"/>
          </a:xfrm>
          <a:prstGeom prst="rect">
            <a:avLst/>
          </a:prstGeom>
          <a:noFill/>
          <a:ln w="0">
            <a:noFill/>
            <a:prstDash val="solid"/>
          </a:ln>
        </p:spPr>
        <p:txBody>
          <a:bodyPr wrap="square" lIns="0" tIns="0" rIns="0" bIns="0" anchor="t"/>
          <a:lstStyle/>
          <a:p>
            <a:pPr algn="ctr">
              <a:lnSpc>
                <a:spcPct val="100000"/>
              </a:lnSpc>
              <a:buNone/>
              <a:defRPr sz="1350" b="0">
                <a:solidFill>
                  <a:srgbClr val="111111"/>
                </a:solidFill>
                <a:latin typeface="Arial"/>
                <a:ea typeface="Arial"/>
                <a:cs typeface="Arial"/>
              </a:defRPr>
            </a:pPr>
            <a:r>
              <a:rPr sz="1350" b="0" dirty="0">
                <a:solidFill>
                  <a:srgbClr val="B23A33"/>
                </a:solidFill>
                <a:latin typeface="Arial"/>
                <a:ea typeface="Arial"/>
                <a:cs typeface="Arial"/>
              </a:rPr>
              <a:t>PA_L1</a:t>
            </a:r>
          </a:p>
        </p:txBody>
      </p:sp>
      <p:sp>
        <p:nvSpPr>
          <p:cNvPr id="74" name="直线连接符 73">
            <a:extLst>
              <a:ext uri="{FF2B5EF4-FFF2-40B4-BE49-F238E27FC236}">
                <a16:creationId xmlns:a16="http://schemas.microsoft.com/office/drawing/2014/main" id="{D7201A07-3B6D-4C27-AC04-D86F04FC6C59}"/>
              </a:ext>
            </a:extLst>
          </p:cNvPr>
          <p:cNvSpPr>
            <a:spLocks noGrp="1"/>
          </p:cNvSpPr>
          <p:nvPr/>
        </p:nvSpPr>
        <p:spPr>
          <a:xfrm>
            <a:off x="3409950" y="3562350"/>
            <a:ext cx="0" cy="723900"/>
          </a:xfrm>
          <a:prstGeom prst="line">
            <a:avLst/>
          </a:prstGeom>
          <a:noFill/>
          <a:ln w="19050">
            <a:solidFill>
              <a:srgbClr val="5F6368"/>
            </a:solidFill>
            <a:prstDash val="dash"/>
          </a:ln>
        </p:spPr>
        <p:txBody>
          <a:bodyPr/>
          <a:lstStyle/>
          <a:p>
            <a:endParaRPr lang="en-US"/>
          </a:p>
        </p:txBody>
      </p:sp>
      <p:sp>
        <p:nvSpPr>
          <p:cNvPr id="75" name="直线连接符 74">
            <a:extLst>
              <a:ext uri="{FF2B5EF4-FFF2-40B4-BE49-F238E27FC236}">
                <a16:creationId xmlns:a16="http://schemas.microsoft.com/office/drawing/2014/main" id="{D2D9CEFA-298F-4BE4-B4FA-3DF0FA004C99}"/>
              </a:ext>
            </a:extLst>
          </p:cNvPr>
          <p:cNvSpPr>
            <a:spLocks noGrp="1"/>
          </p:cNvSpPr>
          <p:nvPr/>
        </p:nvSpPr>
        <p:spPr>
          <a:xfrm>
            <a:off x="4648200" y="3562350"/>
            <a:ext cx="0" cy="723900"/>
          </a:xfrm>
          <a:prstGeom prst="line">
            <a:avLst/>
          </a:prstGeom>
          <a:noFill/>
          <a:ln w="11430">
            <a:solidFill>
              <a:srgbClr val="D9D9D9"/>
            </a:solidFill>
            <a:prstDash val="dash"/>
          </a:ln>
        </p:spPr>
        <p:txBody>
          <a:bodyPr/>
          <a:lstStyle/>
          <a:p>
            <a:endParaRPr lang="en-US"/>
          </a:p>
        </p:txBody>
      </p:sp>
      <p:sp>
        <p:nvSpPr>
          <p:cNvPr id="76" name="直线连接符 75">
            <a:extLst>
              <a:ext uri="{FF2B5EF4-FFF2-40B4-BE49-F238E27FC236}">
                <a16:creationId xmlns:a16="http://schemas.microsoft.com/office/drawing/2014/main" id="{28396EC9-01C4-45D2-8082-792A6B8B2F59}"/>
              </a:ext>
            </a:extLst>
          </p:cNvPr>
          <p:cNvSpPr>
            <a:spLocks noGrp="1"/>
          </p:cNvSpPr>
          <p:nvPr/>
        </p:nvSpPr>
        <p:spPr>
          <a:xfrm>
            <a:off x="5886450" y="3562350"/>
            <a:ext cx="0" cy="723900"/>
          </a:xfrm>
          <a:prstGeom prst="line">
            <a:avLst/>
          </a:prstGeom>
          <a:noFill/>
          <a:ln w="11430">
            <a:solidFill>
              <a:srgbClr val="D9D9D9"/>
            </a:solidFill>
            <a:prstDash val="dash"/>
          </a:ln>
        </p:spPr>
        <p:txBody>
          <a:bodyPr/>
          <a:lstStyle/>
          <a:p>
            <a:endParaRPr lang="en-US"/>
          </a:p>
        </p:txBody>
      </p:sp>
      <p:sp>
        <p:nvSpPr>
          <p:cNvPr id="77" name="直线连接符 76">
            <a:extLst>
              <a:ext uri="{FF2B5EF4-FFF2-40B4-BE49-F238E27FC236}">
                <a16:creationId xmlns:a16="http://schemas.microsoft.com/office/drawing/2014/main" id="{63C6E90D-0FF9-4E80-AC9A-C5B4521FC2C9}"/>
              </a:ext>
            </a:extLst>
          </p:cNvPr>
          <p:cNvSpPr>
            <a:spLocks noGrp="1"/>
          </p:cNvSpPr>
          <p:nvPr/>
        </p:nvSpPr>
        <p:spPr>
          <a:xfrm>
            <a:off x="7124700" y="3562350"/>
            <a:ext cx="0" cy="723900"/>
          </a:xfrm>
          <a:prstGeom prst="line">
            <a:avLst/>
          </a:prstGeom>
          <a:noFill/>
          <a:ln w="11430">
            <a:solidFill>
              <a:srgbClr val="D9D9D9"/>
            </a:solidFill>
            <a:prstDash val="dash"/>
          </a:ln>
        </p:spPr>
        <p:txBody>
          <a:bodyPr/>
          <a:lstStyle/>
          <a:p>
            <a:endParaRPr lang="en-US"/>
          </a:p>
        </p:txBody>
      </p:sp>
      <p:sp>
        <p:nvSpPr>
          <p:cNvPr id="78" name="矩形 77">
            <a:extLst>
              <a:ext uri="{FF2B5EF4-FFF2-40B4-BE49-F238E27FC236}">
                <a16:creationId xmlns:a16="http://schemas.microsoft.com/office/drawing/2014/main" id="{22EEDF34-C678-4B5F-9BE2-0336F2D72473}"/>
              </a:ext>
            </a:extLst>
          </p:cNvPr>
          <p:cNvSpPr>
            <a:spLocks noGrp="1"/>
          </p:cNvSpPr>
          <p:nvPr/>
        </p:nvSpPr>
        <p:spPr>
          <a:xfrm>
            <a:off x="8629650" y="3048000"/>
            <a:ext cx="1390650" cy="438150"/>
          </a:xfrm>
          <a:prstGeom prst="rect">
            <a:avLst/>
          </a:prstGeom>
          <a:solidFill>
            <a:srgbClr val="FFFFFF"/>
          </a:solidFill>
          <a:ln w="10478">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L2 pages: RW</a:t>
            </a:r>
          </a:p>
        </p:txBody>
      </p:sp>
      <p:sp>
        <p:nvSpPr>
          <p:cNvPr id="79" name="矩形 78">
            <a:extLst>
              <a:ext uri="{FF2B5EF4-FFF2-40B4-BE49-F238E27FC236}">
                <a16:creationId xmlns:a16="http://schemas.microsoft.com/office/drawing/2014/main" id="{1178F32F-E8F1-4C95-B2BE-1363596E0BC8}"/>
              </a:ext>
            </a:extLst>
          </p:cNvPr>
          <p:cNvSpPr>
            <a:spLocks noGrp="1"/>
          </p:cNvSpPr>
          <p:nvPr/>
        </p:nvSpPr>
        <p:spPr>
          <a:xfrm>
            <a:off x="8629650" y="4514850"/>
            <a:ext cx="1390650" cy="438150"/>
          </a:xfrm>
          <a:prstGeom prst="rect">
            <a:avLst/>
          </a:prstGeom>
          <a:solidFill>
            <a:srgbClr val="FFFFFF"/>
          </a:solidFill>
          <a:ln w="10478">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L1 pages: RO</a:t>
            </a:r>
          </a:p>
        </p:txBody>
      </p:sp>
      <p:sp>
        <p:nvSpPr>
          <p:cNvPr id="80" name="矩形 79">
            <a:extLst>
              <a:ext uri="{FF2B5EF4-FFF2-40B4-BE49-F238E27FC236}">
                <a16:creationId xmlns:a16="http://schemas.microsoft.com/office/drawing/2014/main" id="{2306B380-8906-4404-B9C3-089CC50045EC}"/>
              </a:ext>
            </a:extLst>
          </p:cNvPr>
          <p:cNvSpPr>
            <a:spLocks noGrp="1"/>
          </p:cNvSpPr>
          <p:nvPr/>
        </p:nvSpPr>
        <p:spPr>
          <a:xfrm>
            <a:off x="2381250" y="5314950"/>
            <a:ext cx="2628900" cy="28575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dirty="0">
                <a:solidFill>
                  <a:srgbClr val="111111"/>
                </a:solidFill>
                <a:latin typeface="Arial"/>
                <a:ea typeface="Arial"/>
                <a:cs typeface="Arial"/>
              </a:rPr>
              <a:t>shadow root: always present, RO</a:t>
            </a:r>
          </a:p>
        </p:txBody>
      </p:sp>
      <p:sp>
        <p:nvSpPr>
          <p:cNvPr id="81" name="矩形 80">
            <a:extLst>
              <a:ext uri="{FF2B5EF4-FFF2-40B4-BE49-F238E27FC236}">
                <a16:creationId xmlns:a16="http://schemas.microsoft.com/office/drawing/2014/main" id="{B9A93972-8C07-4416-AC9C-A83E526EEFFC}"/>
              </a:ext>
            </a:extLst>
          </p:cNvPr>
          <p:cNvSpPr>
            <a:spLocks noGrp="1"/>
          </p:cNvSpPr>
          <p:nvPr/>
        </p:nvSpPr>
        <p:spPr>
          <a:xfrm>
            <a:off x="5219700" y="5314950"/>
            <a:ext cx="3714750" cy="28575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switcher mappings: constructed on demand, RO</a:t>
            </a:r>
          </a:p>
        </p:txBody>
      </p:sp>
      <p:sp>
        <p:nvSpPr>
          <p:cNvPr id="82" name="矩形 81">
            <a:extLst>
              <a:ext uri="{FF2B5EF4-FFF2-40B4-BE49-F238E27FC236}">
                <a16:creationId xmlns:a16="http://schemas.microsoft.com/office/drawing/2014/main" id="{631F0C5C-F0A8-4BE7-A734-54EF7CF2C1C5}"/>
              </a:ext>
            </a:extLst>
          </p:cNvPr>
          <p:cNvSpPr>
            <a:spLocks noGrp="1"/>
          </p:cNvSpPr>
          <p:nvPr/>
        </p:nvSpPr>
        <p:spPr>
          <a:xfrm>
            <a:off x="723900" y="5981700"/>
            <a:ext cx="10744200" cy="457200"/>
          </a:xfrm>
          <a:prstGeom prst="rect">
            <a:avLst/>
          </a:prstGeom>
          <a:noFill/>
          <a:ln w="0">
            <a:noFill/>
            <a:prstDash val="solid"/>
          </a:ln>
        </p:spPr>
        <p:txBody>
          <a:bodyPr wrap="square" lIns="0" tIns="0" rIns="0" bIns="0" anchor="t"/>
          <a:lstStyle/>
          <a:p>
            <a:pPr algn="ctr">
              <a:lnSpc>
                <a:spcPct val="105000"/>
              </a:lnSpc>
              <a:buNone/>
              <a:defRPr sz="2175" b="1">
                <a:solidFill>
                  <a:srgbClr val="A40000"/>
                </a:solidFill>
                <a:latin typeface="Arial"/>
                <a:ea typeface="Arial"/>
                <a:cs typeface="Arial"/>
              </a:defRPr>
            </a:pPr>
            <a:r>
              <a:rPr sz="2175" b="1" dirty="0">
                <a:solidFill>
                  <a:srgbClr val="A40000"/>
                </a:solidFill>
                <a:latin typeface="Arial"/>
                <a:ea typeface="Arial"/>
                <a:cs typeface="Arial"/>
              </a:rPr>
              <a:t>Security is enforced at the root; performance stays on the writable fast path</a:t>
            </a:r>
          </a:p>
        </p:txBody>
      </p:sp>
      <p:sp>
        <p:nvSpPr>
          <p:cNvPr id="83" name="矩形 82">
            <a:extLst>
              <a:ext uri="{FF2B5EF4-FFF2-40B4-BE49-F238E27FC236}">
                <a16:creationId xmlns:a16="http://schemas.microsoft.com/office/drawing/2014/main" id="{D53475C5-2CF5-4D86-AFED-900B588877F2}"/>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16</a:t>
            </a:r>
          </a:p>
        </p:txBody>
      </p:sp>
      <p:cxnSp>
        <p:nvCxnSpPr>
          <p:cNvPr id="86" name="肘形连接符 85">
            <a:extLst>
              <a:ext uri="{FF2B5EF4-FFF2-40B4-BE49-F238E27FC236}">
                <a16:creationId xmlns:a16="http://schemas.microsoft.com/office/drawing/2014/main" id="{12E14189-0236-3404-E143-9F64DC21E0CC}"/>
              </a:ext>
            </a:extLst>
          </p:cNvPr>
          <p:cNvCxnSpPr>
            <a:stCxn id="10" idx="3"/>
          </p:cNvCxnSpPr>
          <p:nvPr/>
        </p:nvCxnSpPr>
        <p:spPr>
          <a:xfrm>
            <a:off x="1847850" y="4667250"/>
            <a:ext cx="1143000" cy="400050"/>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肘形连接符 86">
            <a:extLst>
              <a:ext uri="{FF2B5EF4-FFF2-40B4-BE49-F238E27FC236}">
                <a16:creationId xmlns:a16="http://schemas.microsoft.com/office/drawing/2014/main" id="{E110C4BD-FB6D-A69C-9439-0FDF20CDA83F}"/>
              </a:ext>
            </a:extLst>
          </p:cNvPr>
          <p:cNvCxnSpPr>
            <a:cxnSpLocks/>
            <a:endCxn id="78" idx="1"/>
          </p:cNvCxnSpPr>
          <p:nvPr/>
        </p:nvCxnSpPr>
        <p:spPr>
          <a:xfrm>
            <a:off x="7537450" y="3076575"/>
            <a:ext cx="1092200" cy="190500"/>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5351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75">
            <a:extLst>
              <a:ext uri="{FF2B5EF4-FFF2-40B4-BE49-F238E27FC236}">
                <a16:creationId xmlns:a16="http://schemas.microsoft.com/office/drawing/2014/main" id="{3DB7A967-049A-4BDC-819A-CBB38EEC81F2}"/>
              </a:ext>
            </a:extLst>
          </p:cNvPr>
          <p:cNvSpPr>
            <a:spLocks noGrp="1"/>
          </p:cNvSpPr>
          <p:nvPr/>
        </p:nvSpPr>
        <p:spPr>
          <a:xfrm>
            <a:off x="514350" y="647700"/>
            <a:ext cx="11049000" cy="590550"/>
          </a:xfrm>
          <a:prstGeom prst="rect">
            <a:avLst/>
          </a:prstGeom>
          <a:noFill/>
          <a:ln w="0">
            <a:noFill/>
            <a:prstDash val="solid"/>
          </a:ln>
        </p:spPr>
        <p:txBody>
          <a:bodyPr wrap="square" lIns="0" tIns="0" rIns="0" bIns="0" anchor="t"/>
          <a:lstStyle/>
          <a:p>
            <a:pPr algn="l">
              <a:lnSpc>
                <a:spcPct val="100000"/>
              </a:lnSpc>
              <a:buNone/>
              <a:defRPr sz="3300" b="1">
                <a:solidFill>
                  <a:srgbClr val="A40000"/>
                </a:solidFill>
                <a:latin typeface="Arial"/>
                <a:ea typeface="Arial"/>
                <a:cs typeface="Arial"/>
              </a:defRPr>
            </a:pPr>
            <a:r>
              <a:rPr lang="en-US" sz="3300" b="1" dirty="0">
                <a:solidFill>
                  <a:srgbClr val="A40000"/>
                </a:solidFill>
                <a:latin typeface="Arial"/>
                <a:ea typeface="Arial"/>
                <a:cs typeface="Arial"/>
              </a:rPr>
              <a:t>Memory virtualization -- EPT protection</a:t>
            </a:r>
            <a:endParaRPr sz="3300" b="1" dirty="0">
              <a:solidFill>
                <a:srgbClr val="A40000"/>
              </a:solidFill>
              <a:latin typeface="Arial"/>
              <a:ea typeface="Arial"/>
              <a:cs typeface="Arial"/>
            </a:endParaRPr>
          </a:p>
        </p:txBody>
      </p:sp>
      <p:sp>
        <p:nvSpPr>
          <p:cNvPr id="3" name="矩形 2">
            <a:extLst>
              <a:ext uri="{FF2B5EF4-FFF2-40B4-BE49-F238E27FC236}">
                <a16:creationId xmlns:a16="http://schemas.microsoft.com/office/drawing/2014/main" id="{795124A0-0AAC-4476-91AA-7B284FD52FD8}"/>
              </a:ext>
            </a:extLst>
          </p:cNvPr>
          <p:cNvSpPr>
            <a:spLocks noGrp="1"/>
          </p:cNvSpPr>
          <p:nvPr/>
        </p:nvSpPr>
        <p:spPr>
          <a:xfrm>
            <a:off x="76200" y="2527300"/>
            <a:ext cx="1028700" cy="266700"/>
          </a:xfrm>
          <a:prstGeom prst="rect">
            <a:avLst/>
          </a:prstGeom>
          <a:noFill/>
          <a:ln w="0">
            <a:noFill/>
            <a:prstDash val="solid"/>
          </a:ln>
        </p:spPr>
        <p:txBody>
          <a:bodyPr wrap="square" lIns="0" tIns="0" rIns="0" bIns="0" anchor="t"/>
          <a:lstStyle/>
          <a:p>
            <a:pPr algn="r">
              <a:lnSpc>
                <a:spcPct val="100000"/>
              </a:lnSpc>
              <a:buNone/>
              <a:defRPr sz="1800" b="0">
                <a:solidFill>
                  <a:srgbClr val="111111"/>
                </a:solidFill>
                <a:latin typeface="Arial"/>
                <a:ea typeface="Arial"/>
                <a:cs typeface="Arial"/>
              </a:defRPr>
            </a:pPr>
            <a:r>
              <a:rPr sz="1800" b="0" dirty="0">
                <a:solidFill>
                  <a:srgbClr val="111111"/>
                </a:solidFill>
                <a:latin typeface="Arial"/>
                <a:ea typeface="Arial"/>
                <a:cs typeface="Arial"/>
              </a:rPr>
              <a:t>EPT</a:t>
            </a:r>
            <a:r>
              <a:rPr sz="1800" b="0" baseline="-25000" dirty="0">
                <a:solidFill>
                  <a:srgbClr val="111111"/>
                </a:solidFill>
                <a:latin typeface="Arial"/>
                <a:ea typeface="Arial"/>
                <a:cs typeface="Arial"/>
              </a:rPr>
              <a:t>0-&gt;2</a:t>
            </a:r>
          </a:p>
        </p:txBody>
      </p:sp>
      <p:sp>
        <p:nvSpPr>
          <p:cNvPr id="4" name="矩形 3">
            <a:extLst>
              <a:ext uri="{FF2B5EF4-FFF2-40B4-BE49-F238E27FC236}">
                <a16:creationId xmlns:a16="http://schemas.microsoft.com/office/drawing/2014/main" id="{10A3EFFF-EF23-4268-96FA-B5CFE10B28FF}"/>
              </a:ext>
            </a:extLst>
          </p:cNvPr>
          <p:cNvSpPr>
            <a:spLocks noGrp="1"/>
          </p:cNvSpPr>
          <p:nvPr/>
        </p:nvSpPr>
        <p:spPr>
          <a:xfrm>
            <a:off x="76200" y="3898900"/>
            <a:ext cx="1028700" cy="266700"/>
          </a:xfrm>
          <a:prstGeom prst="rect">
            <a:avLst/>
          </a:prstGeom>
          <a:noFill/>
          <a:ln w="0">
            <a:noFill/>
            <a:prstDash val="solid"/>
          </a:ln>
        </p:spPr>
        <p:txBody>
          <a:bodyPr wrap="square" lIns="0" tIns="0" rIns="0" bIns="0" anchor="t"/>
          <a:lstStyle/>
          <a:p>
            <a:pPr algn="r">
              <a:lnSpc>
                <a:spcPct val="100000"/>
              </a:lnSpc>
              <a:buNone/>
              <a:defRPr sz="1800" b="0">
                <a:solidFill>
                  <a:srgbClr val="111111"/>
                </a:solidFill>
                <a:latin typeface="Arial"/>
                <a:ea typeface="Arial"/>
                <a:cs typeface="Arial"/>
              </a:defRPr>
            </a:pPr>
            <a:r>
              <a:rPr sz="1800" b="0" dirty="0">
                <a:solidFill>
                  <a:srgbClr val="111111"/>
                </a:solidFill>
                <a:latin typeface="Arial"/>
                <a:ea typeface="Arial"/>
                <a:cs typeface="Arial"/>
              </a:rPr>
              <a:t>EPT</a:t>
            </a:r>
            <a:r>
              <a:rPr sz="1800" b="0" baseline="-25000" dirty="0">
                <a:solidFill>
                  <a:srgbClr val="111111"/>
                </a:solidFill>
                <a:latin typeface="Arial"/>
                <a:ea typeface="Arial"/>
                <a:cs typeface="Arial"/>
              </a:rPr>
              <a:t>0-&gt;1</a:t>
            </a:r>
          </a:p>
        </p:txBody>
      </p:sp>
      <p:sp>
        <p:nvSpPr>
          <p:cNvPr id="5" name="矩形 4">
            <a:extLst>
              <a:ext uri="{FF2B5EF4-FFF2-40B4-BE49-F238E27FC236}">
                <a16:creationId xmlns:a16="http://schemas.microsoft.com/office/drawing/2014/main" id="{9B6BF3FB-99C4-4F8C-AB22-F7601DD25195}"/>
              </a:ext>
            </a:extLst>
          </p:cNvPr>
          <p:cNvSpPr>
            <a:spLocks noGrp="1"/>
          </p:cNvSpPr>
          <p:nvPr/>
        </p:nvSpPr>
        <p:spPr>
          <a:xfrm>
            <a:off x="1104900" y="1955800"/>
            <a:ext cx="571500" cy="3810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GPA</a:t>
            </a:r>
          </a:p>
          <a:p>
            <a:pPr algn="l">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0</a:t>
            </a:r>
          </a:p>
        </p:txBody>
      </p:sp>
      <p:sp>
        <p:nvSpPr>
          <p:cNvPr id="6" name="矩形 5">
            <a:extLst>
              <a:ext uri="{FF2B5EF4-FFF2-40B4-BE49-F238E27FC236}">
                <a16:creationId xmlns:a16="http://schemas.microsoft.com/office/drawing/2014/main" id="{8F650829-9E62-465C-BAB3-9258129D436C}"/>
              </a:ext>
            </a:extLst>
          </p:cNvPr>
          <p:cNvSpPr>
            <a:spLocks noGrp="1"/>
          </p:cNvSpPr>
          <p:nvPr/>
        </p:nvSpPr>
        <p:spPr>
          <a:xfrm>
            <a:off x="4514850" y="1955800"/>
            <a:ext cx="876300" cy="381000"/>
          </a:xfrm>
          <a:prstGeom prst="rect">
            <a:avLst/>
          </a:prstGeom>
          <a:noFill/>
          <a:ln w="0">
            <a:noFill/>
            <a:prstDash val="solid"/>
          </a:ln>
        </p:spPr>
        <p:txBody>
          <a:bodyPr wrap="square" lIns="0" tIns="0" rIns="0" bIns="0" anchor="t"/>
          <a:lstStyle/>
          <a:p>
            <a:pPr algn="ctr">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GPA L1</a:t>
            </a:r>
          </a:p>
          <a:p>
            <a:pPr algn="ctr">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max</a:t>
            </a:r>
          </a:p>
        </p:txBody>
      </p:sp>
      <p:sp>
        <p:nvSpPr>
          <p:cNvPr id="7" name="矩形 6">
            <a:extLst>
              <a:ext uri="{FF2B5EF4-FFF2-40B4-BE49-F238E27FC236}">
                <a16:creationId xmlns:a16="http://schemas.microsoft.com/office/drawing/2014/main" id="{DB625857-7AD9-4E01-B624-97F9E4D3364E}"/>
              </a:ext>
            </a:extLst>
          </p:cNvPr>
          <p:cNvSpPr>
            <a:spLocks noGrp="1"/>
          </p:cNvSpPr>
          <p:nvPr/>
        </p:nvSpPr>
        <p:spPr>
          <a:xfrm>
            <a:off x="1200150" y="2432050"/>
            <a:ext cx="3733800" cy="495300"/>
          </a:xfrm>
          <a:prstGeom prst="rect">
            <a:avLst/>
          </a:prstGeom>
          <a:solidFill>
            <a:srgbClr val="F8F8F8"/>
          </a:solidFill>
          <a:ln w="11430">
            <a:solidFill>
              <a:srgbClr val="5F6368"/>
            </a:solidFill>
            <a:prstDash val="solid"/>
          </a:ln>
        </p:spPr>
        <p:txBody>
          <a:bodyPr/>
          <a:lstStyle/>
          <a:p>
            <a:endParaRPr lang="en-US"/>
          </a:p>
        </p:txBody>
      </p:sp>
      <p:sp>
        <p:nvSpPr>
          <p:cNvPr id="8" name="矩形 7">
            <a:extLst>
              <a:ext uri="{FF2B5EF4-FFF2-40B4-BE49-F238E27FC236}">
                <a16:creationId xmlns:a16="http://schemas.microsoft.com/office/drawing/2014/main" id="{0861FB96-7BEC-4C02-AD47-8603CD0AA48B}"/>
              </a:ext>
            </a:extLst>
          </p:cNvPr>
          <p:cNvSpPr>
            <a:spLocks noGrp="1"/>
          </p:cNvSpPr>
          <p:nvPr/>
        </p:nvSpPr>
        <p:spPr>
          <a:xfrm>
            <a:off x="1409700" y="2432050"/>
            <a:ext cx="95250" cy="495300"/>
          </a:xfrm>
          <a:prstGeom prst="rect">
            <a:avLst/>
          </a:prstGeom>
          <a:solidFill>
            <a:srgbClr val="2E6CF7"/>
          </a:solidFill>
          <a:ln w="0">
            <a:solidFill>
              <a:srgbClr val="5F6368"/>
            </a:solidFill>
            <a:prstDash val="solid"/>
          </a:ln>
        </p:spPr>
        <p:txBody>
          <a:bodyPr/>
          <a:lstStyle/>
          <a:p>
            <a:endParaRPr lang="en-US"/>
          </a:p>
        </p:txBody>
      </p:sp>
      <p:sp>
        <p:nvSpPr>
          <p:cNvPr id="9" name="矩形 8">
            <a:extLst>
              <a:ext uri="{FF2B5EF4-FFF2-40B4-BE49-F238E27FC236}">
                <a16:creationId xmlns:a16="http://schemas.microsoft.com/office/drawing/2014/main" id="{ED2707CB-BDAA-4954-B531-7B27CB64F7F6}"/>
              </a:ext>
            </a:extLst>
          </p:cNvPr>
          <p:cNvSpPr>
            <a:spLocks noGrp="1"/>
          </p:cNvSpPr>
          <p:nvPr/>
        </p:nvSpPr>
        <p:spPr>
          <a:xfrm>
            <a:off x="1847850" y="2432050"/>
            <a:ext cx="11430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0" name="矩形 9">
            <a:extLst>
              <a:ext uri="{FF2B5EF4-FFF2-40B4-BE49-F238E27FC236}">
                <a16:creationId xmlns:a16="http://schemas.microsoft.com/office/drawing/2014/main" id="{946EFFF6-DFC2-4883-8B97-6A49239B18CC}"/>
              </a:ext>
            </a:extLst>
          </p:cNvPr>
          <p:cNvSpPr>
            <a:spLocks noGrp="1"/>
          </p:cNvSpPr>
          <p:nvPr/>
        </p:nvSpPr>
        <p:spPr>
          <a:xfrm>
            <a:off x="2266950" y="2432050"/>
            <a:ext cx="9525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1" name="矩形 10">
            <a:extLst>
              <a:ext uri="{FF2B5EF4-FFF2-40B4-BE49-F238E27FC236}">
                <a16:creationId xmlns:a16="http://schemas.microsoft.com/office/drawing/2014/main" id="{0253A004-F968-4EDC-89EB-ADB5B7C132A9}"/>
              </a:ext>
            </a:extLst>
          </p:cNvPr>
          <p:cNvSpPr>
            <a:spLocks noGrp="1"/>
          </p:cNvSpPr>
          <p:nvPr/>
        </p:nvSpPr>
        <p:spPr>
          <a:xfrm>
            <a:off x="3638550" y="2432050"/>
            <a:ext cx="11430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2" name="矩形 11">
            <a:extLst>
              <a:ext uri="{FF2B5EF4-FFF2-40B4-BE49-F238E27FC236}">
                <a16:creationId xmlns:a16="http://schemas.microsoft.com/office/drawing/2014/main" id="{B5A1E89B-8646-4A46-8125-977DAD97466F}"/>
              </a:ext>
            </a:extLst>
          </p:cNvPr>
          <p:cNvSpPr>
            <a:spLocks noGrp="1"/>
          </p:cNvSpPr>
          <p:nvPr/>
        </p:nvSpPr>
        <p:spPr>
          <a:xfrm>
            <a:off x="4057650" y="2432050"/>
            <a:ext cx="9525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3" name="矩形 12">
            <a:extLst>
              <a:ext uri="{FF2B5EF4-FFF2-40B4-BE49-F238E27FC236}">
                <a16:creationId xmlns:a16="http://schemas.microsoft.com/office/drawing/2014/main" id="{6B5BE901-F8CD-44A0-8A29-F70982F69F59}"/>
              </a:ext>
            </a:extLst>
          </p:cNvPr>
          <p:cNvSpPr>
            <a:spLocks noGrp="1"/>
          </p:cNvSpPr>
          <p:nvPr/>
        </p:nvSpPr>
        <p:spPr>
          <a:xfrm>
            <a:off x="4381500" y="2432050"/>
            <a:ext cx="11430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4" name="矩形 13">
            <a:extLst>
              <a:ext uri="{FF2B5EF4-FFF2-40B4-BE49-F238E27FC236}">
                <a16:creationId xmlns:a16="http://schemas.microsoft.com/office/drawing/2014/main" id="{BEC24E4C-110C-4A3E-ABF9-521A211FB6A8}"/>
              </a:ext>
            </a:extLst>
          </p:cNvPr>
          <p:cNvSpPr>
            <a:spLocks noGrp="1"/>
          </p:cNvSpPr>
          <p:nvPr/>
        </p:nvSpPr>
        <p:spPr>
          <a:xfrm>
            <a:off x="1200150" y="3803650"/>
            <a:ext cx="3733800" cy="495300"/>
          </a:xfrm>
          <a:prstGeom prst="rect">
            <a:avLst/>
          </a:prstGeom>
          <a:solidFill>
            <a:srgbClr val="F8F8F8"/>
          </a:solidFill>
          <a:ln w="11430">
            <a:solidFill>
              <a:srgbClr val="5F6368"/>
            </a:solidFill>
            <a:prstDash val="solid"/>
          </a:ln>
        </p:spPr>
        <p:txBody>
          <a:bodyPr/>
          <a:lstStyle/>
          <a:p>
            <a:endParaRPr lang="en-US"/>
          </a:p>
        </p:txBody>
      </p:sp>
      <p:sp>
        <p:nvSpPr>
          <p:cNvPr id="15" name="矩形 14">
            <a:extLst>
              <a:ext uri="{FF2B5EF4-FFF2-40B4-BE49-F238E27FC236}">
                <a16:creationId xmlns:a16="http://schemas.microsoft.com/office/drawing/2014/main" id="{81A5F73D-D771-41B2-A1B7-04732940D1DC}"/>
              </a:ext>
            </a:extLst>
          </p:cNvPr>
          <p:cNvSpPr>
            <a:spLocks noGrp="1"/>
          </p:cNvSpPr>
          <p:nvPr/>
        </p:nvSpPr>
        <p:spPr>
          <a:xfrm>
            <a:off x="1409700" y="3803650"/>
            <a:ext cx="95250" cy="495300"/>
          </a:xfrm>
          <a:prstGeom prst="rect">
            <a:avLst/>
          </a:prstGeom>
          <a:solidFill>
            <a:srgbClr val="2E6CF7"/>
          </a:solidFill>
          <a:ln w="0">
            <a:solidFill>
              <a:srgbClr val="5F6368"/>
            </a:solidFill>
            <a:prstDash val="solid"/>
          </a:ln>
        </p:spPr>
        <p:txBody>
          <a:bodyPr/>
          <a:lstStyle/>
          <a:p>
            <a:endParaRPr lang="en-US"/>
          </a:p>
        </p:txBody>
      </p:sp>
      <p:sp>
        <p:nvSpPr>
          <p:cNvPr id="16" name="矩形 15">
            <a:extLst>
              <a:ext uri="{FF2B5EF4-FFF2-40B4-BE49-F238E27FC236}">
                <a16:creationId xmlns:a16="http://schemas.microsoft.com/office/drawing/2014/main" id="{254B1E62-AD45-4FD4-8A2C-9E69EC964198}"/>
              </a:ext>
            </a:extLst>
          </p:cNvPr>
          <p:cNvSpPr>
            <a:spLocks noGrp="1"/>
          </p:cNvSpPr>
          <p:nvPr/>
        </p:nvSpPr>
        <p:spPr>
          <a:xfrm>
            <a:off x="1847850" y="3803650"/>
            <a:ext cx="11430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7" name="矩形 16">
            <a:extLst>
              <a:ext uri="{FF2B5EF4-FFF2-40B4-BE49-F238E27FC236}">
                <a16:creationId xmlns:a16="http://schemas.microsoft.com/office/drawing/2014/main" id="{703D2DDB-CA95-4E6B-9FA7-5ADB65E3ED1B}"/>
              </a:ext>
            </a:extLst>
          </p:cNvPr>
          <p:cNvSpPr>
            <a:spLocks noGrp="1"/>
          </p:cNvSpPr>
          <p:nvPr/>
        </p:nvSpPr>
        <p:spPr>
          <a:xfrm>
            <a:off x="2266950" y="3803650"/>
            <a:ext cx="9525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8" name="矩形 17">
            <a:extLst>
              <a:ext uri="{FF2B5EF4-FFF2-40B4-BE49-F238E27FC236}">
                <a16:creationId xmlns:a16="http://schemas.microsoft.com/office/drawing/2014/main" id="{34E076AA-3700-45D6-9D3A-5CA9EFD09891}"/>
              </a:ext>
            </a:extLst>
          </p:cNvPr>
          <p:cNvSpPr>
            <a:spLocks noGrp="1"/>
          </p:cNvSpPr>
          <p:nvPr/>
        </p:nvSpPr>
        <p:spPr>
          <a:xfrm>
            <a:off x="3638550" y="3803650"/>
            <a:ext cx="11430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19" name="矩形 18">
            <a:extLst>
              <a:ext uri="{FF2B5EF4-FFF2-40B4-BE49-F238E27FC236}">
                <a16:creationId xmlns:a16="http://schemas.microsoft.com/office/drawing/2014/main" id="{AEF55487-F7B1-426C-A88B-D0FC4059354A}"/>
              </a:ext>
            </a:extLst>
          </p:cNvPr>
          <p:cNvSpPr>
            <a:spLocks noGrp="1"/>
          </p:cNvSpPr>
          <p:nvPr/>
        </p:nvSpPr>
        <p:spPr>
          <a:xfrm>
            <a:off x="4057650" y="3803650"/>
            <a:ext cx="9525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20" name="矩形 19">
            <a:extLst>
              <a:ext uri="{FF2B5EF4-FFF2-40B4-BE49-F238E27FC236}">
                <a16:creationId xmlns:a16="http://schemas.microsoft.com/office/drawing/2014/main" id="{CAFC2F28-E1CE-4F45-B82B-C91257E0F975}"/>
              </a:ext>
            </a:extLst>
          </p:cNvPr>
          <p:cNvSpPr>
            <a:spLocks noGrp="1"/>
          </p:cNvSpPr>
          <p:nvPr/>
        </p:nvSpPr>
        <p:spPr>
          <a:xfrm>
            <a:off x="4381500" y="3803650"/>
            <a:ext cx="114300" cy="495300"/>
          </a:xfrm>
          <a:prstGeom prst="rect">
            <a:avLst/>
          </a:prstGeom>
          <a:solidFill>
            <a:schemeClr val="accent1">
              <a:lumMod val="40000"/>
              <a:lumOff val="60000"/>
            </a:schemeClr>
          </a:solidFill>
          <a:ln w="0">
            <a:solidFill>
              <a:srgbClr val="5F6368"/>
            </a:solidFill>
            <a:prstDash val="solid"/>
          </a:ln>
        </p:spPr>
        <p:txBody>
          <a:bodyPr/>
          <a:lstStyle/>
          <a:p>
            <a:endParaRPr lang="en-US"/>
          </a:p>
        </p:txBody>
      </p:sp>
      <p:sp>
        <p:nvSpPr>
          <p:cNvPr id="21" name="矩形 20">
            <a:extLst>
              <a:ext uri="{FF2B5EF4-FFF2-40B4-BE49-F238E27FC236}">
                <a16:creationId xmlns:a16="http://schemas.microsoft.com/office/drawing/2014/main" id="{A06000F5-8572-4D10-BA80-FA0024F5A6CE}"/>
              </a:ext>
            </a:extLst>
          </p:cNvPr>
          <p:cNvSpPr>
            <a:spLocks noGrp="1"/>
          </p:cNvSpPr>
          <p:nvPr/>
        </p:nvSpPr>
        <p:spPr>
          <a:xfrm>
            <a:off x="533400" y="3117850"/>
            <a:ext cx="838200" cy="419100"/>
          </a:xfrm>
          <a:prstGeom prst="rect">
            <a:avLst/>
          </a:prstGeom>
          <a:noFill/>
          <a:ln w="0">
            <a:noFill/>
            <a:prstDash val="solid"/>
          </a:ln>
        </p:spPr>
        <p:txBody>
          <a:bodyPr wrap="square" lIns="0" tIns="0" rIns="0" bIns="0" anchor="t"/>
          <a:lstStyle/>
          <a:p>
            <a:pPr algn="ctr">
              <a:lnSpc>
                <a:spcPct val="100000"/>
              </a:lnSpc>
              <a:buNone/>
              <a:defRPr sz="1725" b="0">
                <a:solidFill>
                  <a:srgbClr val="111111"/>
                </a:solidFill>
                <a:latin typeface="Arial"/>
                <a:ea typeface="Arial"/>
                <a:cs typeface="Arial"/>
              </a:defRPr>
            </a:pPr>
            <a:r>
              <a:rPr sz="1725" b="0">
                <a:solidFill>
                  <a:srgbClr val="111111"/>
                </a:solidFill>
                <a:latin typeface="Arial"/>
                <a:ea typeface="Arial"/>
                <a:cs typeface="Arial"/>
              </a:rPr>
              <a:t>shadow</a:t>
            </a:r>
          </a:p>
          <a:p>
            <a:pPr algn="ctr">
              <a:lnSpc>
                <a:spcPct val="100000"/>
              </a:lnSpc>
              <a:buNone/>
              <a:defRPr sz="1725" b="0">
                <a:solidFill>
                  <a:srgbClr val="111111"/>
                </a:solidFill>
                <a:latin typeface="Arial"/>
                <a:ea typeface="Arial"/>
                <a:cs typeface="Arial"/>
              </a:defRPr>
            </a:pPr>
            <a:r>
              <a:rPr sz="1725" b="0">
                <a:solidFill>
                  <a:srgbClr val="111111"/>
                </a:solidFill>
                <a:latin typeface="Arial"/>
                <a:ea typeface="Arial"/>
                <a:cs typeface="Arial"/>
              </a:rPr>
              <a:t>root</a:t>
            </a:r>
          </a:p>
        </p:txBody>
      </p:sp>
      <p:sp>
        <p:nvSpPr>
          <p:cNvPr id="22" name="直线连接符 21">
            <a:extLst>
              <a:ext uri="{FF2B5EF4-FFF2-40B4-BE49-F238E27FC236}">
                <a16:creationId xmlns:a16="http://schemas.microsoft.com/office/drawing/2014/main" id="{EFE32CFA-7B49-47BE-B74A-81C5901DBB1E}"/>
              </a:ext>
            </a:extLst>
          </p:cNvPr>
          <p:cNvSpPr>
            <a:spLocks noGrp="1"/>
          </p:cNvSpPr>
          <p:nvPr/>
        </p:nvSpPr>
        <p:spPr>
          <a:xfrm>
            <a:off x="1466850" y="2984500"/>
            <a:ext cx="0" cy="76200"/>
          </a:xfrm>
          <a:prstGeom prst="line">
            <a:avLst/>
          </a:prstGeom>
          <a:noFill/>
          <a:ln w="19050">
            <a:solidFill>
              <a:srgbClr val="5F6368"/>
            </a:solidFill>
            <a:prstDash val="solid"/>
          </a:ln>
        </p:spPr>
        <p:txBody>
          <a:bodyPr/>
          <a:lstStyle/>
          <a:p>
            <a:endParaRPr lang="en-US"/>
          </a:p>
        </p:txBody>
      </p:sp>
      <p:sp>
        <p:nvSpPr>
          <p:cNvPr id="23" name="直线连接符 22">
            <a:extLst>
              <a:ext uri="{FF2B5EF4-FFF2-40B4-BE49-F238E27FC236}">
                <a16:creationId xmlns:a16="http://schemas.microsoft.com/office/drawing/2014/main" id="{AA0381CD-CD06-416C-B563-1DD4CE857BA0}"/>
              </a:ext>
            </a:extLst>
          </p:cNvPr>
          <p:cNvSpPr>
            <a:spLocks noGrp="1"/>
          </p:cNvSpPr>
          <p:nvPr/>
        </p:nvSpPr>
        <p:spPr>
          <a:xfrm>
            <a:off x="1466850" y="3127375"/>
            <a:ext cx="0" cy="76200"/>
          </a:xfrm>
          <a:prstGeom prst="line">
            <a:avLst/>
          </a:prstGeom>
          <a:noFill/>
          <a:ln w="19050">
            <a:solidFill>
              <a:srgbClr val="5F6368"/>
            </a:solidFill>
            <a:prstDash val="solid"/>
          </a:ln>
        </p:spPr>
        <p:txBody>
          <a:bodyPr/>
          <a:lstStyle/>
          <a:p>
            <a:endParaRPr lang="en-US"/>
          </a:p>
        </p:txBody>
      </p:sp>
      <p:sp>
        <p:nvSpPr>
          <p:cNvPr id="24" name="直线连接符 23">
            <a:extLst>
              <a:ext uri="{FF2B5EF4-FFF2-40B4-BE49-F238E27FC236}">
                <a16:creationId xmlns:a16="http://schemas.microsoft.com/office/drawing/2014/main" id="{A7E8D205-B496-4E15-A803-E2AF348CDBA3}"/>
              </a:ext>
            </a:extLst>
          </p:cNvPr>
          <p:cNvSpPr>
            <a:spLocks noGrp="1"/>
          </p:cNvSpPr>
          <p:nvPr/>
        </p:nvSpPr>
        <p:spPr>
          <a:xfrm>
            <a:off x="1466850" y="3270250"/>
            <a:ext cx="0" cy="76200"/>
          </a:xfrm>
          <a:prstGeom prst="line">
            <a:avLst/>
          </a:prstGeom>
          <a:noFill/>
          <a:ln w="19050">
            <a:solidFill>
              <a:srgbClr val="5F6368"/>
            </a:solidFill>
            <a:prstDash val="solid"/>
          </a:ln>
        </p:spPr>
        <p:txBody>
          <a:bodyPr/>
          <a:lstStyle/>
          <a:p>
            <a:endParaRPr lang="en-US"/>
          </a:p>
        </p:txBody>
      </p:sp>
      <p:sp>
        <p:nvSpPr>
          <p:cNvPr id="25" name="直线连接符 24">
            <a:extLst>
              <a:ext uri="{FF2B5EF4-FFF2-40B4-BE49-F238E27FC236}">
                <a16:creationId xmlns:a16="http://schemas.microsoft.com/office/drawing/2014/main" id="{33658000-02C0-44B6-948E-6042726D5D69}"/>
              </a:ext>
            </a:extLst>
          </p:cNvPr>
          <p:cNvSpPr>
            <a:spLocks noGrp="1"/>
          </p:cNvSpPr>
          <p:nvPr/>
        </p:nvSpPr>
        <p:spPr>
          <a:xfrm>
            <a:off x="1466850" y="3413125"/>
            <a:ext cx="0" cy="76200"/>
          </a:xfrm>
          <a:prstGeom prst="line">
            <a:avLst/>
          </a:prstGeom>
          <a:noFill/>
          <a:ln w="19050">
            <a:solidFill>
              <a:srgbClr val="5F6368"/>
            </a:solidFill>
            <a:prstDash val="solid"/>
          </a:ln>
        </p:spPr>
        <p:txBody>
          <a:bodyPr/>
          <a:lstStyle/>
          <a:p>
            <a:endParaRPr lang="en-US"/>
          </a:p>
        </p:txBody>
      </p:sp>
      <p:sp>
        <p:nvSpPr>
          <p:cNvPr id="26" name="直线连接符 25">
            <a:extLst>
              <a:ext uri="{FF2B5EF4-FFF2-40B4-BE49-F238E27FC236}">
                <a16:creationId xmlns:a16="http://schemas.microsoft.com/office/drawing/2014/main" id="{5E3BB3B4-5BD7-4824-B93E-F5721405BA26}"/>
              </a:ext>
            </a:extLst>
          </p:cNvPr>
          <p:cNvSpPr>
            <a:spLocks noGrp="1"/>
          </p:cNvSpPr>
          <p:nvPr/>
        </p:nvSpPr>
        <p:spPr>
          <a:xfrm>
            <a:off x="1466850" y="3556000"/>
            <a:ext cx="0" cy="76200"/>
          </a:xfrm>
          <a:prstGeom prst="line">
            <a:avLst/>
          </a:prstGeom>
          <a:noFill/>
          <a:ln w="19050">
            <a:solidFill>
              <a:srgbClr val="5F6368"/>
            </a:solidFill>
            <a:prstDash val="solid"/>
          </a:ln>
        </p:spPr>
        <p:txBody>
          <a:bodyPr/>
          <a:lstStyle/>
          <a:p>
            <a:endParaRPr lang="en-US"/>
          </a:p>
        </p:txBody>
      </p:sp>
      <p:sp>
        <p:nvSpPr>
          <p:cNvPr id="27" name="直线连接符 26">
            <a:extLst>
              <a:ext uri="{FF2B5EF4-FFF2-40B4-BE49-F238E27FC236}">
                <a16:creationId xmlns:a16="http://schemas.microsoft.com/office/drawing/2014/main" id="{518ACFAD-AEDB-457B-BA00-B0E9E2D22345}"/>
              </a:ext>
            </a:extLst>
          </p:cNvPr>
          <p:cNvSpPr>
            <a:spLocks noGrp="1"/>
          </p:cNvSpPr>
          <p:nvPr/>
        </p:nvSpPr>
        <p:spPr>
          <a:xfrm>
            <a:off x="1466850" y="3698875"/>
            <a:ext cx="0" cy="47625"/>
          </a:xfrm>
          <a:prstGeom prst="line">
            <a:avLst/>
          </a:prstGeom>
          <a:noFill/>
          <a:ln w="19050">
            <a:solidFill>
              <a:srgbClr val="5F6368"/>
            </a:solidFill>
            <a:prstDash val="solid"/>
          </a:ln>
        </p:spPr>
        <p:txBody>
          <a:bodyPr/>
          <a:lstStyle/>
          <a:p>
            <a:endParaRPr lang="en-US"/>
          </a:p>
        </p:txBody>
      </p:sp>
      <p:sp>
        <p:nvSpPr>
          <p:cNvPr id="28" name="直线连接符 27">
            <a:extLst>
              <a:ext uri="{FF2B5EF4-FFF2-40B4-BE49-F238E27FC236}">
                <a16:creationId xmlns:a16="http://schemas.microsoft.com/office/drawing/2014/main" id="{0C9FFD71-E7D2-4DCA-8A9D-70FD493B8575}"/>
              </a:ext>
            </a:extLst>
          </p:cNvPr>
          <p:cNvSpPr>
            <a:spLocks noGrp="1"/>
          </p:cNvSpPr>
          <p:nvPr/>
        </p:nvSpPr>
        <p:spPr>
          <a:xfrm>
            <a:off x="1905000" y="2984500"/>
            <a:ext cx="0" cy="76200"/>
          </a:xfrm>
          <a:prstGeom prst="line">
            <a:avLst/>
          </a:prstGeom>
          <a:noFill/>
          <a:ln w="19050">
            <a:solidFill>
              <a:srgbClr val="5F6368"/>
            </a:solidFill>
            <a:prstDash val="solid"/>
          </a:ln>
        </p:spPr>
        <p:txBody>
          <a:bodyPr/>
          <a:lstStyle/>
          <a:p>
            <a:endParaRPr lang="en-US"/>
          </a:p>
        </p:txBody>
      </p:sp>
      <p:sp>
        <p:nvSpPr>
          <p:cNvPr id="29" name="直线连接符 28">
            <a:extLst>
              <a:ext uri="{FF2B5EF4-FFF2-40B4-BE49-F238E27FC236}">
                <a16:creationId xmlns:a16="http://schemas.microsoft.com/office/drawing/2014/main" id="{016D7733-76E0-4402-AD11-C681A46F6E15}"/>
              </a:ext>
            </a:extLst>
          </p:cNvPr>
          <p:cNvSpPr>
            <a:spLocks noGrp="1"/>
          </p:cNvSpPr>
          <p:nvPr/>
        </p:nvSpPr>
        <p:spPr>
          <a:xfrm>
            <a:off x="1905000" y="3127375"/>
            <a:ext cx="0" cy="76200"/>
          </a:xfrm>
          <a:prstGeom prst="line">
            <a:avLst/>
          </a:prstGeom>
          <a:noFill/>
          <a:ln w="19050">
            <a:solidFill>
              <a:srgbClr val="5F6368"/>
            </a:solidFill>
            <a:prstDash val="solid"/>
          </a:ln>
        </p:spPr>
        <p:txBody>
          <a:bodyPr/>
          <a:lstStyle/>
          <a:p>
            <a:endParaRPr lang="en-US"/>
          </a:p>
        </p:txBody>
      </p:sp>
      <p:sp>
        <p:nvSpPr>
          <p:cNvPr id="30" name="直线连接符 29">
            <a:extLst>
              <a:ext uri="{FF2B5EF4-FFF2-40B4-BE49-F238E27FC236}">
                <a16:creationId xmlns:a16="http://schemas.microsoft.com/office/drawing/2014/main" id="{D02D8053-9079-46BB-A20B-678A24706600}"/>
              </a:ext>
            </a:extLst>
          </p:cNvPr>
          <p:cNvSpPr>
            <a:spLocks noGrp="1"/>
          </p:cNvSpPr>
          <p:nvPr/>
        </p:nvSpPr>
        <p:spPr>
          <a:xfrm>
            <a:off x="1905000" y="3270250"/>
            <a:ext cx="0" cy="76200"/>
          </a:xfrm>
          <a:prstGeom prst="line">
            <a:avLst/>
          </a:prstGeom>
          <a:noFill/>
          <a:ln w="19050">
            <a:solidFill>
              <a:srgbClr val="5F6368"/>
            </a:solidFill>
            <a:prstDash val="solid"/>
          </a:ln>
        </p:spPr>
        <p:txBody>
          <a:bodyPr/>
          <a:lstStyle/>
          <a:p>
            <a:endParaRPr lang="en-US"/>
          </a:p>
        </p:txBody>
      </p:sp>
      <p:sp>
        <p:nvSpPr>
          <p:cNvPr id="31" name="直线连接符 30">
            <a:extLst>
              <a:ext uri="{FF2B5EF4-FFF2-40B4-BE49-F238E27FC236}">
                <a16:creationId xmlns:a16="http://schemas.microsoft.com/office/drawing/2014/main" id="{D72173F5-72FA-47A5-AD50-6D541F6FD2A4}"/>
              </a:ext>
            </a:extLst>
          </p:cNvPr>
          <p:cNvSpPr>
            <a:spLocks noGrp="1"/>
          </p:cNvSpPr>
          <p:nvPr/>
        </p:nvSpPr>
        <p:spPr>
          <a:xfrm>
            <a:off x="1905000" y="3413125"/>
            <a:ext cx="0" cy="76200"/>
          </a:xfrm>
          <a:prstGeom prst="line">
            <a:avLst/>
          </a:prstGeom>
          <a:noFill/>
          <a:ln w="19050">
            <a:solidFill>
              <a:srgbClr val="5F6368"/>
            </a:solidFill>
            <a:prstDash val="solid"/>
          </a:ln>
        </p:spPr>
        <p:txBody>
          <a:bodyPr/>
          <a:lstStyle/>
          <a:p>
            <a:endParaRPr lang="en-US"/>
          </a:p>
        </p:txBody>
      </p:sp>
      <p:sp>
        <p:nvSpPr>
          <p:cNvPr id="32" name="直线连接符 31">
            <a:extLst>
              <a:ext uri="{FF2B5EF4-FFF2-40B4-BE49-F238E27FC236}">
                <a16:creationId xmlns:a16="http://schemas.microsoft.com/office/drawing/2014/main" id="{7833BA0E-D374-42B5-9B50-92F26C50F7A7}"/>
              </a:ext>
            </a:extLst>
          </p:cNvPr>
          <p:cNvSpPr>
            <a:spLocks noGrp="1"/>
          </p:cNvSpPr>
          <p:nvPr/>
        </p:nvSpPr>
        <p:spPr>
          <a:xfrm>
            <a:off x="1905000" y="3556000"/>
            <a:ext cx="0" cy="76200"/>
          </a:xfrm>
          <a:prstGeom prst="line">
            <a:avLst/>
          </a:prstGeom>
          <a:noFill/>
          <a:ln w="19050">
            <a:solidFill>
              <a:srgbClr val="5F6368"/>
            </a:solidFill>
            <a:prstDash val="solid"/>
          </a:ln>
        </p:spPr>
        <p:txBody>
          <a:bodyPr/>
          <a:lstStyle/>
          <a:p>
            <a:endParaRPr lang="en-US"/>
          </a:p>
        </p:txBody>
      </p:sp>
      <p:sp>
        <p:nvSpPr>
          <p:cNvPr id="33" name="直线连接符 32">
            <a:extLst>
              <a:ext uri="{FF2B5EF4-FFF2-40B4-BE49-F238E27FC236}">
                <a16:creationId xmlns:a16="http://schemas.microsoft.com/office/drawing/2014/main" id="{AD6F4AB8-1F2E-4CB4-99C6-B54B4C126B3C}"/>
              </a:ext>
            </a:extLst>
          </p:cNvPr>
          <p:cNvSpPr>
            <a:spLocks noGrp="1"/>
          </p:cNvSpPr>
          <p:nvPr/>
        </p:nvSpPr>
        <p:spPr>
          <a:xfrm>
            <a:off x="1905000" y="3698875"/>
            <a:ext cx="0" cy="47625"/>
          </a:xfrm>
          <a:prstGeom prst="line">
            <a:avLst/>
          </a:prstGeom>
          <a:noFill/>
          <a:ln w="19050">
            <a:solidFill>
              <a:srgbClr val="5F6368"/>
            </a:solidFill>
            <a:prstDash val="solid"/>
          </a:ln>
        </p:spPr>
        <p:txBody>
          <a:bodyPr/>
          <a:lstStyle/>
          <a:p>
            <a:endParaRPr lang="en-US"/>
          </a:p>
        </p:txBody>
      </p:sp>
      <p:sp>
        <p:nvSpPr>
          <p:cNvPr id="34" name="直线连接符 33">
            <a:extLst>
              <a:ext uri="{FF2B5EF4-FFF2-40B4-BE49-F238E27FC236}">
                <a16:creationId xmlns:a16="http://schemas.microsoft.com/office/drawing/2014/main" id="{F31EC80D-FB36-4008-8EA6-2F313B3EA52B}"/>
              </a:ext>
            </a:extLst>
          </p:cNvPr>
          <p:cNvSpPr>
            <a:spLocks noGrp="1"/>
          </p:cNvSpPr>
          <p:nvPr/>
        </p:nvSpPr>
        <p:spPr>
          <a:xfrm>
            <a:off x="2324100" y="2984500"/>
            <a:ext cx="0" cy="76200"/>
          </a:xfrm>
          <a:prstGeom prst="line">
            <a:avLst/>
          </a:prstGeom>
          <a:noFill/>
          <a:ln w="19050">
            <a:solidFill>
              <a:srgbClr val="5F6368"/>
            </a:solidFill>
            <a:prstDash val="solid"/>
          </a:ln>
        </p:spPr>
        <p:txBody>
          <a:bodyPr/>
          <a:lstStyle/>
          <a:p>
            <a:endParaRPr lang="en-US"/>
          </a:p>
        </p:txBody>
      </p:sp>
      <p:sp>
        <p:nvSpPr>
          <p:cNvPr id="35" name="直线连接符 34">
            <a:extLst>
              <a:ext uri="{FF2B5EF4-FFF2-40B4-BE49-F238E27FC236}">
                <a16:creationId xmlns:a16="http://schemas.microsoft.com/office/drawing/2014/main" id="{2633DAC7-5C1F-4D8B-94C7-AA0602373B6A}"/>
              </a:ext>
            </a:extLst>
          </p:cNvPr>
          <p:cNvSpPr>
            <a:spLocks noGrp="1"/>
          </p:cNvSpPr>
          <p:nvPr/>
        </p:nvSpPr>
        <p:spPr>
          <a:xfrm>
            <a:off x="2324100" y="3127375"/>
            <a:ext cx="0" cy="76200"/>
          </a:xfrm>
          <a:prstGeom prst="line">
            <a:avLst/>
          </a:prstGeom>
          <a:noFill/>
          <a:ln w="19050">
            <a:solidFill>
              <a:srgbClr val="5F6368"/>
            </a:solidFill>
            <a:prstDash val="solid"/>
          </a:ln>
        </p:spPr>
        <p:txBody>
          <a:bodyPr/>
          <a:lstStyle/>
          <a:p>
            <a:endParaRPr lang="en-US"/>
          </a:p>
        </p:txBody>
      </p:sp>
      <p:sp>
        <p:nvSpPr>
          <p:cNvPr id="36" name="直线连接符 35">
            <a:extLst>
              <a:ext uri="{FF2B5EF4-FFF2-40B4-BE49-F238E27FC236}">
                <a16:creationId xmlns:a16="http://schemas.microsoft.com/office/drawing/2014/main" id="{B790B253-8215-42BF-B447-F21060BF053E}"/>
              </a:ext>
            </a:extLst>
          </p:cNvPr>
          <p:cNvSpPr>
            <a:spLocks noGrp="1"/>
          </p:cNvSpPr>
          <p:nvPr/>
        </p:nvSpPr>
        <p:spPr>
          <a:xfrm>
            <a:off x="2324100" y="3270250"/>
            <a:ext cx="0" cy="76200"/>
          </a:xfrm>
          <a:prstGeom prst="line">
            <a:avLst/>
          </a:prstGeom>
          <a:noFill/>
          <a:ln w="19050">
            <a:solidFill>
              <a:srgbClr val="5F6368"/>
            </a:solidFill>
            <a:prstDash val="solid"/>
          </a:ln>
        </p:spPr>
        <p:txBody>
          <a:bodyPr/>
          <a:lstStyle/>
          <a:p>
            <a:endParaRPr lang="en-US"/>
          </a:p>
        </p:txBody>
      </p:sp>
      <p:sp>
        <p:nvSpPr>
          <p:cNvPr id="37" name="直线连接符 36">
            <a:extLst>
              <a:ext uri="{FF2B5EF4-FFF2-40B4-BE49-F238E27FC236}">
                <a16:creationId xmlns:a16="http://schemas.microsoft.com/office/drawing/2014/main" id="{6D645B70-AD46-4B36-B4C7-E66721B8D9A8}"/>
              </a:ext>
            </a:extLst>
          </p:cNvPr>
          <p:cNvSpPr>
            <a:spLocks noGrp="1"/>
          </p:cNvSpPr>
          <p:nvPr/>
        </p:nvSpPr>
        <p:spPr>
          <a:xfrm>
            <a:off x="2324100" y="3413125"/>
            <a:ext cx="0" cy="76200"/>
          </a:xfrm>
          <a:prstGeom prst="line">
            <a:avLst/>
          </a:prstGeom>
          <a:noFill/>
          <a:ln w="19050">
            <a:solidFill>
              <a:srgbClr val="5F6368"/>
            </a:solidFill>
            <a:prstDash val="solid"/>
          </a:ln>
        </p:spPr>
        <p:txBody>
          <a:bodyPr/>
          <a:lstStyle/>
          <a:p>
            <a:endParaRPr lang="en-US"/>
          </a:p>
        </p:txBody>
      </p:sp>
      <p:sp>
        <p:nvSpPr>
          <p:cNvPr id="38" name="直线连接符 37">
            <a:extLst>
              <a:ext uri="{FF2B5EF4-FFF2-40B4-BE49-F238E27FC236}">
                <a16:creationId xmlns:a16="http://schemas.microsoft.com/office/drawing/2014/main" id="{8D9F1365-CB9E-4CBA-A28D-435937F791AC}"/>
              </a:ext>
            </a:extLst>
          </p:cNvPr>
          <p:cNvSpPr>
            <a:spLocks noGrp="1"/>
          </p:cNvSpPr>
          <p:nvPr/>
        </p:nvSpPr>
        <p:spPr>
          <a:xfrm>
            <a:off x="2324100" y="3556000"/>
            <a:ext cx="0" cy="76200"/>
          </a:xfrm>
          <a:prstGeom prst="line">
            <a:avLst/>
          </a:prstGeom>
          <a:noFill/>
          <a:ln w="19050">
            <a:solidFill>
              <a:srgbClr val="5F6368"/>
            </a:solidFill>
            <a:prstDash val="solid"/>
          </a:ln>
        </p:spPr>
        <p:txBody>
          <a:bodyPr/>
          <a:lstStyle/>
          <a:p>
            <a:endParaRPr lang="en-US"/>
          </a:p>
        </p:txBody>
      </p:sp>
      <p:sp>
        <p:nvSpPr>
          <p:cNvPr id="39" name="直线连接符 38">
            <a:extLst>
              <a:ext uri="{FF2B5EF4-FFF2-40B4-BE49-F238E27FC236}">
                <a16:creationId xmlns:a16="http://schemas.microsoft.com/office/drawing/2014/main" id="{468F6071-4758-461D-B739-B2BBA92574C4}"/>
              </a:ext>
            </a:extLst>
          </p:cNvPr>
          <p:cNvSpPr>
            <a:spLocks noGrp="1"/>
          </p:cNvSpPr>
          <p:nvPr/>
        </p:nvSpPr>
        <p:spPr>
          <a:xfrm>
            <a:off x="2324100" y="3698875"/>
            <a:ext cx="0" cy="47625"/>
          </a:xfrm>
          <a:prstGeom prst="line">
            <a:avLst/>
          </a:prstGeom>
          <a:noFill/>
          <a:ln w="19050">
            <a:solidFill>
              <a:srgbClr val="5F6368"/>
            </a:solidFill>
            <a:prstDash val="solid"/>
          </a:ln>
        </p:spPr>
        <p:txBody>
          <a:bodyPr/>
          <a:lstStyle/>
          <a:p>
            <a:endParaRPr lang="en-US"/>
          </a:p>
        </p:txBody>
      </p:sp>
      <p:sp>
        <p:nvSpPr>
          <p:cNvPr id="40" name="直线连接符 39">
            <a:extLst>
              <a:ext uri="{FF2B5EF4-FFF2-40B4-BE49-F238E27FC236}">
                <a16:creationId xmlns:a16="http://schemas.microsoft.com/office/drawing/2014/main" id="{82B813E9-7542-46BB-8BDD-77551EC2C95B}"/>
              </a:ext>
            </a:extLst>
          </p:cNvPr>
          <p:cNvSpPr>
            <a:spLocks noGrp="1"/>
          </p:cNvSpPr>
          <p:nvPr/>
        </p:nvSpPr>
        <p:spPr>
          <a:xfrm>
            <a:off x="3695700" y="2984500"/>
            <a:ext cx="0" cy="76200"/>
          </a:xfrm>
          <a:prstGeom prst="line">
            <a:avLst/>
          </a:prstGeom>
          <a:noFill/>
          <a:ln w="19050">
            <a:solidFill>
              <a:srgbClr val="5F6368"/>
            </a:solidFill>
            <a:prstDash val="solid"/>
          </a:ln>
        </p:spPr>
        <p:txBody>
          <a:bodyPr/>
          <a:lstStyle/>
          <a:p>
            <a:endParaRPr lang="en-US"/>
          </a:p>
        </p:txBody>
      </p:sp>
      <p:sp>
        <p:nvSpPr>
          <p:cNvPr id="41" name="直线连接符 40">
            <a:extLst>
              <a:ext uri="{FF2B5EF4-FFF2-40B4-BE49-F238E27FC236}">
                <a16:creationId xmlns:a16="http://schemas.microsoft.com/office/drawing/2014/main" id="{D31BB8A2-4119-4F37-8CD8-12609236D3A5}"/>
              </a:ext>
            </a:extLst>
          </p:cNvPr>
          <p:cNvSpPr>
            <a:spLocks noGrp="1"/>
          </p:cNvSpPr>
          <p:nvPr/>
        </p:nvSpPr>
        <p:spPr>
          <a:xfrm>
            <a:off x="3695700" y="3127375"/>
            <a:ext cx="0" cy="76200"/>
          </a:xfrm>
          <a:prstGeom prst="line">
            <a:avLst/>
          </a:prstGeom>
          <a:noFill/>
          <a:ln w="19050">
            <a:solidFill>
              <a:srgbClr val="5F6368"/>
            </a:solidFill>
            <a:prstDash val="solid"/>
          </a:ln>
        </p:spPr>
        <p:txBody>
          <a:bodyPr/>
          <a:lstStyle/>
          <a:p>
            <a:endParaRPr lang="en-US"/>
          </a:p>
        </p:txBody>
      </p:sp>
      <p:sp>
        <p:nvSpPr>
          <p:cNvPr id="42" name="直线连接符 41">
            <a:extLst>
              <a:ext uri="{FF2B5EF4-FFF2-40B4-BE49-F238E27FC236}">
                <a16:creationId xmlns:a16="http://schemas.microsoft.com/office/drawing/2014/main" id="{34928D85-7D5B-4FC6-B61F-255DEAFD0A90}"/>
              </a:ext>
            </a:extLst>
          </p:cNvPr>
          <p:cNvSpPr>
            <a:spLocks noGrp="1"/>
          </p:cNvSpPr>
          <p:nvPr/>
        </p:nvSpPr>
        <p:spPr>
          <a:xfrm>
            <a:off x="3695700" y="3270250"/>
            <a:ext cx="0" cy="76200"/>
          </a:xfrm>
          <a:prstGeom prst="line">
            <a:avLst/>
          </a:prstGeom>
          <a:noFill/>
          <a:ln w="19050">
            <a:solidFill>
              <a:srgbClr val="5F6368"/>
            </a:solidFill>
            <a:prstDash val="solid"/>
          </a:ln>
        </p:spPr>
        <p:txBody>
          <a:bodyPr/>
          <a:lstStyle/>
          <a:p>
            <a:endParaRPr lang="en-US"/>
          </a:p>
        </p:txBody>
      </p:sp>
      <p:sp>
        <p:nvSpPr>
          <p:cNvPr id="43" name="直线连接符 42">
            <a:extLst>
              <a:ext uri="{FF2B5EF4-FFF2-40B4-BE49-F238E27FC236}">
                <a16:creationId xmlns:a16="http://schemas.microsoft.com/office/drawing/2014/main" id="{2805765F-1DA4-4399-A76C-A04C2B0ABB49}"/>
              </a:ext>
            </a:extLst>
          </p:cNvPr>
          <p:cNvSpPr>
            <a:spLocks noGrp="1"/>
          </p:cNvSpPr>
          <p:nvPr/>
        </p:nvSpPr>
        <p:spPr>
          <a:xfrm>
            <a:off x="3695700" y="3413125"/>
            <a:ext cx="0" cy="76200"/>
          </a:xfrm>
          <a:prstGeom prst="line">
            <a:avLst/>
          </a:prstGeom>
          <a:noFill/>
          <a:ln w="19050">
            <a:solidFill>
              <a:srgbClr val="5F6368"/>
            </a:solidFill>
            <a:prstDash val="solid"/>
          </a:ln>
        </p:spPr>
        <p:txBody>
          <a:bodyPr/>
          <a:lstStyle/>
          <a:p>
            <a:endParaRPr lang="en-US"/>
          </a:p>
        </p:txBody>
      </p:sp>
      <p:sp>
        <p:nvSpPr>
          <p:cNvPr id="44" name="直线连接符 43">
            <a:extLst>
              <a:ext uri="{FF2B5EF4-FFF2-40B4-BE49-F238E27FC236}">
                <a16:creationId xmlns:a16="http://schemas.microsoft.com/office/drawing/2014/main" id="{9C1C03AD-2A49-47D5-B4AF-910CFDFB97DE}"/>
              </a:ext>
            </a:extLst>
          </p:cNvPr>
          <p:cNvSpPr>
            <a:spLocks noGrp="1"/>
          </p:cNvSpPr>
          <p:nvPr/>
        </p:nvSpPr>
        <p:spPr>
          <a:xfrm>
            <a:off x="3695700" y="3556000"/>
            <a:ext cx="0" cy="76200"/>
          </a:xfrm>
          <a:prstGeom prst="line">
            <a:avLst/>
          </a:prstGeom>
          <a:noFill/>
          <a:ln w="19050">
            <a:solidFill>
              <a:srgbClr val="5F6368"/>
            </a:solidFill>
            <a:prstDash val="solid"/>
          </a:ln>
        </p:spPr>
        <p:txBody>
          <a:bodyPr/>
          <a:lstStyle/>
          <a:p>
            <a:endParaRPr lang="en-US"/>
          </a:p>
        </p:txBody>
      </p:sp>
      <p:sp>
        <p:nvSpPr>
          <p:cNvPr id="45" name="直线连接符 44">
            <a:extLst>
              <a:ext uri="{FF2B5EF4-FFF2-40B4-BE49-F238E27FC236}">
                <a16:creationId xmlns:a16="http://schemas.microsoft.com/office/drawing/2014/main" id="{F50E750F-3D40-4967-BEC6-A853D56E15A6}"/>
              </a:ext>
            </a:extLst>
          </p:cNvPr>
          <p:cNvSpPr>
            <a:spLocks noGrp="1"/>
          </p:cNvSpPr>
          <p:nvPr/>
        </p:nvSpPr>
        <p:spPr>
          <a:xfrm>
            <a:off x="3695700" y="3698875"/>
            <a:ext cx="0" cy="47625"/>
          </a:xfrm>
          <a:prstGeom prst="line">
            <a:avLst/>
          </a:prstGeom>
          <a:noFill/>
          <a:ln w="19050">
            <a:solidFill>
              <a:srgbClr val="5F6368"/>
            </a:solidFill>
            <a:prstDash val="solid"/>
          </a:ln>
        </p:spPr>
        <p:txBody>
          <a:bodyPr/>
          <a:lstStyle/>
          <a:p>
            <a:endParaRPr lang="en-US"/>
          </a:p>
        </p:txBody>
      </p:sp>
      <p:sp>
        <p:nvSpPr>
          <p:cNvPr id="46" name="直线连接符 45">
            <a:extLst>
              <a:ext uri="{FF2B5EF4-FFF2-40B4-BE49-F238E27FC236}">
                <a16:creationId xmlns:a16="http://schemas.microsoft.com/office/drawing/2014/main" id="{3B10271B-323E-4388-A7FF-03EE6067484D}"/>
              </a:ext>
            </a:extLst>
          </p:cNvPr>
          <p:cNvSpPr>
            <a:spLocks noGrp="1"/>
          </p:cNvSpPr>
          <p:nvPr/>
        </p:nvSpPr>
        <p:spPr>
          <a:xfrm>
            <a:off x="4114800" y="2984500"/>
            <a:ext cx="0" cy="76200"/>
          </a:xfrm>
          <a:prstGeom prst="line">
            <a:avLst/>
          </a:prstGeom>
          <a:noFill/>
          <a:ln w="19050">
            <a:solidFill>
              <a:srgbClr val="5F6368"/>
            </a:solidFill>
            <a:prstDash val="solid"/>
          </a:ln>
        </p:spPr>
        <p:txBody>
          <a:bodyPr/>
          <a:lstStyle/>
          <a:p>
            <a:endParaRPr lang="en-US"/>
          </a:p>
        </p:txBody>
      </p:sp>
      <p:sp>
        <p:nvSpPr>
          <p:cNvPr id="47" name="直线连接符 46">
            <a:extLst>
              <a:ext uri="{FF2B5EF4-FFF2-40B4-BE49-F238E27FC236}">
                <a16:creationId xmlns:a16="http://schemas.microsoft.com/office/drawing/2014/main" id="{C418A845-EA07-47AB-9FAD-54EAF1ADE7E8}"/>
              </a:ext>
            </a:extLst>
          </p:cNvPr>
          <p:cNvSpPr>
            <a:spLocks noGrp="1"/>
          </p:cNvSpPr>
          <p:nvPr/>
        </p:nvSpPr>
        <p:spPr>
          <a:xfrm>
            <a:off x="4114800" y="3127375"/>
            <a:ext cx="0" cy="76200"/>
          </a:xfrm>
          <a:prstGeom prst="line">
            <a:avLst/>
          </a:prstGeom>
          <a:noFill/>
          <a:ln w="19050">
            <a:solidFill>
              <a:srgbClr val="5F6368"/>
            </a:solidFill>
            <a:prstDash val="solid"/>
          </a:ln>
        </p:spPr>
        <p:txBody>
          <a:bodyPr/>
          <a:lstStyle/>
          <a:p>
            <a:endParaRPr lang="en-US"/>
          </a:p>
        </p:txBody>
      </p:sp>
      <p:sp>
        <p:nvSpPr>
          <p:cNvPr id="48" name="直线连接符 47">
            <a:extLst>
              <a:ext uri="{FF2B5EF4-FFF2-40B4-BE49-F238E27FC236}">
                <a16:creationId xmlns:a16="http://schemas.microsoft.com/office/drawing/2014/main" id="{7AD7540A-D749-4838-B91F-61F1F50169E8}"/>
              </a:ext>
            </a:extLst>
          </p:cNvPr>
          <p:cNvSpPr>
            <a:spLocks noGrp="1"/>
          </p:cNvSpPr>
          <p:nvPr/>
        </p:nvSpPr>
        <p:spPr>
          <a:xfrm>
            <a:off x="4114800" y="3270250"/>
            <a:ext cx="0" cy="76200"/>
          </a:xfrm>
          <a:prstGeom prst="line">
            <a:avLst/>
          </a:prstGeom>
          <a:noFill/>
          <a:ln w="19050">
            <a:solidFill>
              <a:srgbClr val="5F6368"/>
            </a:solidFill>
            <a:prstDash val="solid"/>
          </a:ln>
        </p:spPr>
        <p:txBody>
          <a:bodyPr/>
          <a:lstStyle/>
          <a:p>
            <a:endParaRPr lang="en-US"/>
          </a:p>
        </p:txBody>
      </p:sp>
      <p:sp>
        <p:nvSpPr>
          <p:cNvPr id="49" name="直线连接符 48">
            <a:extLst>
              <a:ext uri="{FF2B5EF4-FFF2-40B4-BE49-F238E27FC236}">
                <a16:creationId xmlns:a16="http://schemas.microsoft.com/office/drawing/2014/main" id="{2655EB70-C36A-436B-8338-914C58F12538}"/>
              </a:ext>
            </a:extLst>
          </p:cNvPr>
          <p:cNvSpPr>
            <a:spLocks noGrp="1"/>
          </p:cNvSpPr>
          <p:nvPr/>
        </p:nvSpPr>
        <p:spPr>
          <a:xfrm>
            <a:off x="4114800" y="3413125"/>
            <a:ext cx="0" cy="76200"/>
          </a:xfrm>
          <a:prstGeom prst="line">
            <a:avLst/>
          </a:prstGeom>
          <a:noFill/>
          <a:ln w="19050">
            <a:solidFill>
              <a:srgbClr val="5F6368"/>
            </a:solidFill>
            <a:prstDash val="solid"/>
          </a:ln>
        </p:spPr>
        <p:txBody>
          <a:bodyPr/>
          <a:lstStyle/>
          <a:p>
            <a:endParaRPr lang="en-US"/>
          </a:p>
        </p:txBody>
      </p:sp>
      <p:sp>
        <p:nvSpPr>
          <p:cNvPr id="50" name="直线连接符 49">
            <a:extLst>
              <a:ext uri="{FF2B5EF4-FFF2-40B4-BE49-F238E27FC236}">
                <a16:creationId xmlns:a16="http://schemas.microsoft.com/office/drawing/2014/main" id="{BB2FF459-4752-4A3B-A7A0-784869F2F93E}"/>
              </a:ext>
            </a:extLst>
          </p:cNvPr>
          <p:cNvSpPr>
            <a:spLocks noGrp="1"/>
          </p:cNvSpPr>
          <p:nvPr/>
        </p:nvSpPr>
        <p:spPr>
          <a:xfrm>
            <a:off x="4114800" y="3556000"/>
            <a:ext cx="0" cy="76200"/>
          </a:xfrm>
          <a:prstGeom prst="line">
            <a:avLst/>
          </a:prstGeom>
          <a:noFill/>
          <a:ln w="19050">
            <a:solidFill>
              <a:srgbClr val="5F6368"/>
            </a:solidFill>
            <a:prstDash val="solid"/>
          </a:ln>
        </p:spPr>
        <p:txBody>
          <a:bodyPr/>
          <a:lstStyle/>
          <a:p>
            <a:endParaRPr lang="en-US"/>
          </a:p>
        </p:txBody>
      </p:sp>
      <p:sp>
        <p:nvSpPr>
          <p:cNvPr id="51" name="直线连接符 50">
            <a:extLst>
              <a:ext uri="{FF2B5EF4-FFF2-40B4-BE49-F238E27FC236}">
                <a16:creationId xmlns:a16="http://schemas.microsoft.com/office/drawing/2014/main" id="{9D7ABDAB-60C6-40FD-BA13-A25307459F24}"/>
              </a:ext>
            </a:extLst>
          </p:cNvPr>
          <p:cNvSpPr>
            <a:spLocks noGrp="1"/>
          </p:cNvSpPr>
          <p:nvPr/>
        </p:nvSpPr>
        <p:spPr>
          <a:xfrm>
            <a:off x="4114800" y="3698875"/>
            <a:ext cx="0" cy="47625"/>
          </a:xfrm>
          <a:prstGeom prst="line">
            <a:avLst/>
          </a:prstGeom>
          <a:noFill/>
          <a:ln w="19050">
            <a:solidFill>
              <a:srgbClr val="5F6368"/>
            </a:solidFill>
            <a:prstDash val="solid"/>
          </a:ln>
        </p:spPr>
        <p:txBody>
          <a:bodyPr/>
          <a:lstStyle/>
          <a:p>
            <a:endParaRPr lang="en-US"/>
          </a:p>
        </p:txBody>
      </p:sp>
      <p:sp>
        <p:nvSpPr>
          <p:cNvPr id="52" name="直线连接符 51">
            <a:extLst>
              <a:ext uri="{FF2B5EF4-FFF2-40B4-BE49-F238E27FC236}">
                <a16:creationId xmlns:a16="http://schemas.microsoft.com/office/drawing/2014/main" id="{8B85D7F4-6D45-4E2C-A6B6-4319D4D22B4E}"/>
              </a:ext>
            </a:extLst>
          </p:cNvPr>
          <p:cNvSpPr>
            <a:spLocks noGrp="1"/>
          </p:cNvSpPr>
          <p:nvPr/>
        </p:nvSpPr>
        <p:spPr>
          <a:xfrm>
            <a:off x="4438650" y="2984500"/>
            <a:ext cx="0" cy="76200"/>
          </a:xfrm>
          <a:prstGeom prst="line">
            <a:avLst/>
          </a:prstGeom>
          <a:noFill/>
          <a:ln w="19050">
            <a:solidFill>
              <a:srgbClr val="5F6368"/>
            </a:solidFill>
            <a:prstDash val="solid"/>
          </a:ln>
        </p:spPr>
        <p:txBody>
          <a:bodyPr/>
          <a:lstStyle/>
          <a:p>
            <a:endParaRPr lang="en-US"/>
          </a:p>
        </p:txBody>
      </p:sp>
      <p:sp>
        <p:nvSpPr>
          <p:cNvPr id="53" name="直线连接符 52">
            <a:extLst>
              <a:ext uri="{FF2B5EF4-FFF2-40B4-BE49-F238E27FC236}">
                <a16:creationId xmlns:a16="http://schemas.microsoft.com/office/drawing/2014/main" id="{0592FF41-5661-4A2E-8E59-AC6DD319AE09}"/>
              </a:ext>
            </a:extLst>
          </p:cNvPr>
          <p:cNvSpPr>
            <a:spLocks noGrp="1"/>
          </p:cNvSpPr>
          <p:nvPr/>
        </p:nvSpPr>
        <p:spPr>
          <a:xfrm>
            <a:off x="4438650" y="3127375"/>
            <a:ext cx="0" cy="76200"/>
          </a:xfrm>
          <a:prstGeom prst="line">
            <a:avLst/>
          </a:prstGeom>
          <a:noFill/>
          <a:ln w="19050">
            <a:solidFill>
              <a:srgbClr val="5F6368"/>
            </a:solidFill>
            <a:prstDash val="solid"/>
          </a:ln>
        </p:spPr>
        <p:txBody>
          <a:bodyPr/>
          <a:lstStyle/>
          <a:p>
            <a:endParaRPr lang="en-US"/>
          </a:p>
        </p:txBody>
      </p:sp>
      <p:sp>
        <p:nvSpPr>
          <p:cNvPr id="54" name="直线连接符 53">
            <a:extLst>
              <a:ext uri="{FF2B5EF4-FFF2-40B4-BE49-F238E27FC236}">
                <a16:creationId xmlns:a16="http://schemas.microsoft.com/office/drawing/2014/main" id="{012C2D8E-04A2-4FFF-A8F5-B65AC692F578}"/>
              </a:ext>
            </a:extLst>
          </p:cNvPr>
          <p:cNvSpPr>
            <a:spLocks noGrp="1"/>
          </p:cNvSpPr>
          <p:nvPr/>
        </p:nvSpPr>
        <p:spPr>
          <a:xfrm>
            <a:off x="4438650" y="3270250"/>
            <a:ext cx="0" cy="76200"/>
          </a:xfrm>
          <a:prstGeom prst="line">
            <a:avLst/>
          </a:prstGeom>
          <a:noFill/>
          <a:ln w="19050">
            <a:solidFill>
              <a:srgbClr val="5F6368"/>
            </a:solidFill>
            <a:prstDash val="solid"/>
          </a:ln>
        </p:spPr>
        <p:txBody>
          <a:bodyPr/>
          <a:lstStyle/>
          <a:p>
            <a:endParaRPr lang="en-US"/>
          </a:p>
        </p:txBody>
      </p:sp>
      <p:sp>
        <p:nvSpPr>
          <p:cNvPr id="55" name="直线连接符 54">
            <a:extLst>
              <a:ext uri="{FF2B5EF4-FFF2-40B4-BE49-F238E27FC236}">
                <a16:creationId xmlns:a16="http://schemas.microsoft.com/office/drawing/2014/main" id="{62B2ABA5-DB1A-449C-B225-3D27E8C4078E}"/>
              </a:ext>
            </a:extLst>
          </p:cNvPr>
          <p:cNvSpPr>
            <a:spLocks noGrp="1"/>
          </p:cNvSpPr>
          <p:nvPr/>
        </p:nvSpPr>
        <p:spPr>
          <a:xfrm>
            <a:off x="4438650" y="3413125"/>
            <a:ext cx="0" cy="76200"/>
          </a:xfrm>
          <a:prstGeom prst="line">
            <a:avLst/>
          </a:prstGeom>
          <a:noFill/>
          <a:ln w="19050">
            <a:solidFill>
              <a:srgbClr val="5F6368"/>
            </a:solidFill>
            <a:prstDash val="solid"/>
          </a:ln>
        </p:spPr>
        <p:txBody>
          <a:bodyPr/>
          <a:lstStyle/>
          <a:p>
            <a:endParaRPr lang="en-US"/>
          </a:p>
        </p:txBody>
      </p:sp>
      <p:sp>
        <p:nvSpPr>
          <p:cNvPr id="56" name="直线连接符 55">
            <a:extLst>
              <a:ext uri="{FF2B5EF4-FFF2-40B4-BE49-F238E27FC236}">
                <a16:creationId xmlns:a16="http://schemas.microsoft.com/office/drawing/2014/main" id="{41F3479E-3CBA-4790-BA61-F42D62322942}"/>
              </a:ext>
            </a:extLst>
          </p:cNvPr>
          <p:cNvSpPr>
            <a:spLocks noGrp="1"/>
          </p:cNvSpPr>
          <p:nvPr/>
        </p:nvSpPr>
        <p:spPr>
          <a:xfrm>
            <a:off x="4438650" y="3556000"/>
            <a:ext cx="0" cy="76200"/>
          </a:xfrm>
          <a:prstGeom prst="line">
            <a:avLst/>
          </a:prstGeom>
          <a:noFill/>
          <a:ln w="19050">
            <a:solidFill>
              <a:srgbClr val="5F6368"/>
            </a:solidFill>
            <a:prstDash val="solid"/>
          </a:ln>
        </p:spPr>
        <p:txBody>
          <a:bodyPr/>
          <a:lstStyle/>
          <a:p>
            <a:endParaRPr lang="en-US"/>
          </a:p>
        </p:txBody>
      </p:sp>
      <p:sp>
        <p:nvSpPr>
          <p:cNvPr id="57" name="直线连接符 56">
            <a:extLst>
              <a:ext uri="{FF2B5EF4-FFF2-40B4-BE49-F238E27FC236}">
                <a16:creationId xmlns:a16="http://schemas.microsoft.com/office/drawing/2014/main" id="{44815140-FD2C-4AD3-8B97-DAC4E9C61531}"/>
              </a:ext>
            </a:extLst>
          </p:cNvPr>
          <p:cNvSpPr>
            <a:spLocks noGrp="1"/>
          </p:cNvSpPr>
          <p:nvPr/>
        </p:nvSpPr>
        <p:spPr>
          <a:xfrm>
            <a:off x="4438650" y="3698875"/>
            <a:ext cx="0" cy="47625"/>
          </a:xfrm>
          <a:prstGeom prst="line">
            <a:avLst/>
          </a:prstGeom>
          <a:noFill/>
          <a:ln w="19050">
            <a:solidFill>
              <a:srgbClr val="5F6368"/>
            </a:solidFill>
            <a:prstDash val="solid"/>
          </a:ln>
        </p:spPr>
        <p:txBody>
          <a:bodyPr/>
          <a:lstStyle/>
          <a:p>
            <a:endParaRPr lang="en-US"/>
          </a:p>
        </p:txBody>
      </p:sp>
      <p:sp>
        <p:nvSpPr>
          <p:cNvPr id="58" name="矩形 57">
            <a:extLst>
              <a:ext uri="{FF2B5EF4-FFF2-40B4-BE49-F238E27FC236}">
                <a16:creationId xmlns:a16="http://schemas.microsoft.com/office/drawing/2014/main" id="{B877AE5A-4AC0-4A74-849B-0F310B70A915}"/>
              </a:ext>
            </a:extLst>
          </p:cNvPr>
          <p:cNvSpPr>
            <a:spLocks noGrp="1"/>
          </p:cNvSpPr>
          <p:nvPr/>
        </p:nvSpPr>
        <p:spPr>
          <a:xfrm>
            <a:off x="2105025" y="3175000"/>
            <a:ext cx="1809750" cy="438150"/>
          </a:xfrm>
          <a:prstGeom prst="rect">
            <a:avLst/>
          </a:prstGeom>
          <a:noFill/>
          <a:ln w="0">
            <a:noFill/>
            <a:prstDash val="solid"/>
          </a:ln>
        </p:spPr>
        <p:txBody>
          <a:bodyPr wrap="square" lIns="0" tIns="0" rIns="0" bIns="0" anchor="t"/>
          <a:lstStyle/>
          <a:p>
            <a:pPr algn="ctr">
              <a:lnSpc>
                <a:spcPct val="100000"/>
              </a:lnSpc>
              <a:buNone/>
              <a:defRPr sz="1800" b="0">
                <a:solidFill>
                  <a:srgbClr val="111111"/>
                </a:solidFill>
                <a:latin typeface="Arial"/>
                <a:ea typeface="Arial"/>
                <a:cs typeface="Arial"/>
              </a:defRPr>
            </a:pPr>
            <a:r>
              <a:rPr sz="1800" b="0" dirty="0">
                <a:solidFill>
                  <a:srgbClr val="111111"/>
                </a:solidFill>
                <a:latin typeface="Arial"/>
                <a:ea typeface="Arial"/>
                <a:cs typeface="Arial"/>
              </a:rPr>
              <a:t>Identical GPA</a:t>
            </a:r>
          </a:p>
          <a:p>
            <a:pPr algn="ctr">
              <a:lnSpc>
                <a:spcPct val="100000"/>
              </a:lnSpc>
              <a:buNone/>
              <a:defRPr sz="1800" b="0">
                <a:solidFill>
                  <a:srgbClr val="111111"/>
                </a:solidFill>
                <a:latin typeface="Arial"/>
                <a:ea typeface="Arial"/>
                <a:cs typeface="Arial"/>
              </a:defRPr>
            </a:pPr>
            <a:r>
              <a:rPr sz="1800" b="0" dirty="0">
                <a:solidFill>
                  <a:srgbClr val="111111"/>
                </a:solidFill>
                <a:latin typeface="Arial"/>
                <a:ea typeface="Arial"/>
                <a:cs typeface="Arial"/>
              </a:rPr>
              <a:t>(switcher)</a:t>
            </a:r>
          </a:p>
        </p:txBody>
      </p:sp>
      <p:sp>
        <p:nvSpPr>
          <p:cNvPr id="59" name="矩形 58">
            <a:extLst>
              <a:ext uri="{FF2B5EF4-FFF2-40B4-BE49-F238E27FC236}">
                <a16:creationId xmlns:a16="http://schemas.microsoft.com/office/drawing/2014/main" id="{191CE655-7CCB-4467-8067-1062DFBEC3A8}"/>
              </a:ext>
            </a:extLst>
          </p:cNvPr>
          <p:cNvSpPr>
            <a:spLocks noGrp="1"/>
          </p:cNvSpPr>
          <p:nvPr/>
        </p:nvSpPr>
        <p:spPr>
          <a:xfrm>
            <a:off x="5086350" y="2546350"/>
            <a:ext cx="514350" cy="266700"/>
          </a:xfrm>
          <a:prstGeom prst="rect">
            <a:avLst/>
          </a:prstGeom>
          <a:noFill/>
          <a:ln w="0">
            <a:noFill/>
            <a:prstDash val="solid"/>
          </a:ln>
        </p:spPr>
        <p:txBody>
          <a:bodyPr wrap="square" lIns="0" tIns="0" rIns="0" bIns="0" anchor="t"/>
          <a:lstStyle/>
          <a:p>
            <a:pPr algn="ct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hole</a:t>
            </a:r>
          </a:p>
        </p:txBody>
      </p:sp>
      <p:sp>
        <p:nvSpPr>
          <p:cNvPr id="60" name="矩形 59">
            <a:extLst>
              <a:ext uri="{FF2B5EF4-FFF2-40B4-BE49-F238E27FC236}">
                <a16:creationId xmlns:a16="http://schemas.microsoft.com/office/drawing/2014/main" id="{5BA2F2F5-1967-4B62-99BF-DECD86EB673F}"/>
              </a:ext>
            </a:extLst>
          </p:cNvPr>
          <p:cNvSpPr>
            <a:spLocks noGrp="1"/>
          </p:cNvSpPr>
          <p:nvPr/>
        </p:nvSpPr>
        <p:spPr>
          <a:xfrm>
            <a:off x="5391150" y="1955800"/>
            <a:ext cx="857250" cy="381000"/>
          </a:xfrm>
          <a:prstGeom prst="rect">
            <a:avLst/>
          </a:prstGeom>
          <a:noFill/>
          <a:ln w="0">
            <a:noFill/>
            <a:prstDash val="solid"/>
          </a:ln>
        </p:spPr>
        <p:txBody>
          <a:bodyPr wrap="square" lIns="0" tIns="0" rIns="0" bIns="0" anchor="t"/>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GPA L2</a:t>
            </a:r>
          </a:p>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min</a:t>
            </a:r>
          </a:p>
        </p:txBody>
      </p:sp>
      <p:sp>
        <p:nvSpPr>
          <p:cNvPr id="61" name="矩形 60">
            <a:extLst>
              <a:ext uri="{FF2B5EF4-FFF2-40B4-BE49-F238E27FC236}">
                <a16:creationId xmlns:a16="http://schemas.microsoft.com/office/drawing/2014/main" id="{1F5FC8AC-2E5F-4D77-A731-59A2C7FF3903}"/>
              </a:ext>
            </a:extLst>
          </p:cNvPr>
          <p:cNvSpPr>
            <a:spLocks noGrp="1"/>
          </p:cNvSpPr>
          <p:nvPr/>
        </p:nvSpPr>
        <p:spPr>
          <a:xfrm>
            <a:off x="8420100" y="1955800"/>
            <a:ext cx="952500" cy="381000"/>
          </a:xfrm>
          <a:prstGeom prst="rect">
            <a:avLst/>
          </a:prstGeom>
          <a:noFill/>
          <a:ln w="0">
            <a:noFill/>
            <a:prstDash val="solid"/>
          </a:ln>
        </p:spPr>
        <p:txBody>
          <a:bodyPr wrap="square" lIns="0" tIns="0" rIns="0" bIns="0" anchor="t"/>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GPA L2</a:t>
            </a:r>
          </a:p>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max</a:t>
            </a:r>
          </a:p>
        </p:txBody>
      </p:sp>
      <p:sp>
        <p:nvSpPr>
          <p:cNvPr id="62" name="矩形 61">
            <a:extLst>
              <a:ext uri="{FF2B5EF4-FFF2-40B4-BE49-F238E27FC236}">
                <a16:creationId xmlns:a16="http://schemas.microsoft.com/office/drawing/2014/main" id="{60288B6A-754D-40FF-8051-6D40775F8BD6}"/>
              </a:ext>
            </a:extLst>
          </p:cNvPr>
          <p:cNvSpPr>
            <a:spLocks noGrp="1"/>
          </p:cNvSpPr>
          <p:nvPr/>
        </p:nvSpPr>
        <p:spPr>
          <a:xfrm>
            <a:off x="5657850" y="2432050"/>
            <a:ext cx="3295650" cy="495300"/>
          </a:xfrm>
          <a:prstGeom prst="rect">
            <a:avLst/>
          </a:prstGeom>
          <a:solidFill>
            <a:srgbClr val="FFFF00"/>
          </a:solidFill>
          <a:ln w="11430">
            <a:solidFill>
              <a:srgbClr val="5F6368"/>
            </a:solidFill>
            <a:prstDash val="solid"/>
          </a:ln>
        </p:spPr>
        <p:txBody>
          <a:bodyPr/>
          <a:lstStyle/>
          <a:p>
            <a:endParaRPr lang="en-US"/>
          </a:p>
        </p:txBody>
      </p:sp>
      <p:sp>
        <p:nvSpPr>
          <p:cNvPr id="63" name="矩形 62">
            <a:extLst>
              <a:ext uri="{FF2B5EF4-FFF2-40B4-BE49-F238E27FC236}">
                <a16:creationId xmlns:a16="http://schemas.microsoft.com/office/drawing/2014/main" id="{146E9BD9-94DD-4E19-AAF8-108F6CAE7F31}"/>
              </a:ext>
            </a:extLst>
          </p:cNvPr>
          <p:cNvSpPr>
            <a:spLocks noGrp="1"/>
          </p:cNvSpPr>
          <p:nvPr/>
        </p:nvSpPr>
        <p:spPr>
          <a:xfrm>
            <a:off x="5657850" y="3041650"/>
            <a:ext cx="3295650" cy="266700"/>
          </a:xfrm>
          <a:prstGeom prst="rect">
            <a:avLst/>
          </a:prstGeom>
          <a:noFill/>
          <a:ln w="0">
            <a:noFill/>
            <a:prstDash val="solid"/>
          </a:ln>
        </p:spPr>
        <p:txBody>
          <a:bodyPr wrap="square" lIns="0" tIns="0" rIns="0" bIns="0" anchor="t"/>
          <a:lstStyle/>
          <a:p>
            <a:pPr algn="ctr">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L2 GPA with V(44) bit</a:t>
            </a:r>
          </a:p>
        </p:txBody>
      </p:sp>
      <p:sp>
        <p:nvSpPr>
          <p:cNvPr id="64" name="矩形 63">
            <a:extLst>
              <a:ext uri="{FF2B5EF4-FFF2-40B4-BE49-F238E27FC236}">
                <a16:creationId xmlns:a16="http://schemas.microsoft.com/office/drawing/2014/main" id="{6AEF81AE-D7A8-4A85-83AB-42B332354FDE}"/>
              </a:ext>
            </a:extLst>
          </p:cNvPr>
          <p:cNvSpPr>
            <a:spLocks noGrp="1"/>
          </p:cNvSpPr>
          <p:nvPr/>
        </p:nvSpPr>
        <p:spPr>
          <a:xfrm>
            <a:off x="1181100" y="4413250"/>
            <a:ext cx="857250" cy="419100"/>
          </a:xfrm>
          <a:prstGeom prst="rect">
            <a:avLst/>
          </a:prstGeom>
          <a:noFill/>
          <a:ln w="0">
            <a:noFill/>
            <a:prstDash val="solid"/>
          </a:ln>
        </p:spPr>
        <p:txBody>
          <a:bodyPr wrap="square" lIns="0" tIns="0" rIns="0" bIns="0" anchor="t"/>
          <a:lstStyle/>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GPA</a:t>
            </a:r>
          </a:p>
          <a:p>
            <a:pPr algn="l">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0</a:t>
            </a:r>
          </a:p>
        </p:txBody>
      </p:sp>
      <p:sp>
        <p:nvSpPr>
          <p:cNvPr id="65" name="矩形 64">
            <a:extLst>
              <a:ext uri="{FF2B5EF4-FFF2-40B4-BE49-F238E27FC236}">
                <a16:creationId xmlns:a16="http://schemas.microsoft.com/office/drawing/2014/main" id="{304B4DD2-5E1E-40E4-BCBE-D28948B955D9}"/>
              </a:ext>
            </a:extLst>
          </p:cNvPr>
          <p:cNvSpPr>
            <a:spLocks noGrp="1"/>
          </p:cNvSpPr>
          <p:nvPr/>
        </p:nvSpPr>
        <p:spPr>
          <a:xfrm>
            <a:off x="4343400" y="4413250"/>
            <a:ext cx="1104900" cy="41910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GPA L1</a:t>
            </a:r>
          </a:p>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max</a:t>
            </a:r>
          </a:p>
        </p:txBody>
      </p:sp>
      <p:sp>
        <p:nvSpPr>
          <p:cNvPr id="66" name="矩形 65">
            <a:extLst>
              <a:ext uri="{FF2B5EF4-FFF2-40B4-BE49-F238E27FC236}">
                <a16:creationId xmlns:a16="http://schemas.microsoft.com/office/drawing/2014/main" id="{29BDC9B2-8670-4447-B33F-FB09CD2E531D}"/>
              </a:ext>
            </a:extLst>
          </p:cNvPr>
          <p:cNvSpPr>
            <a:spLocks noGrp="1"/>
          </p:cNvSpPr>
          <p:nvPr/>
        </p:nvSpPr>
        <p:spPr>
          <a:xfrm>
            <a:off x="9258300" y="2241550"/>
            <a:ext cx="1866900" cy="51435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5000"/>
              </a:lnSpc>
              <a:buNone/>
              <a:defRPr sz="1650" b="0">
                <a:solidFill>
                  <a:srgbClr val="111111"/>
                </a:solidFill>
                <a:latin typeface="Arial"/>
                <a:ea typeface="Arial"/>
                <a:cs typeface="Arial"/>
              </a:defRPr>
            </a:pPr>
            <a:r>
              <a:rPr sz="1650" b="0" dirty="0">
                <a:solidFill>
                  <a:srgbClr val="2E6CF7"/>
                </a:solidFill>
                <a:latin typeface="Arial"/>
                <a:ea typeface="Arial"/>
                <a:cs typeface="Arial"/>
              </a:rPr>
              <a:t>RO</a:t>
            </a:r>
          </a:p>
          <a:p>
            <a:pPr algn="ctr">
              <a:lnSpc>
                <a:spcPct val="105000"/>
              </a:lnSpc>
              <a:buNone/>
              <a:defRPr sz="1650" b="0">
                <a:solidFill>
                  <a:srgbClr val="111111"/>
                </a:solidFill>
                <a:latin typeface="Arial"/>
                <a:ea typeface="Arial"/>
                <a:cs typeface="Arial"/>
              </a:defRPr>
            </a:pPr>
            <a:r>
              <a:rPr sz="1650" b="0" dirty="0">
                <a:solidFill>
                  <a:srgbClr val="2E6CF7"/>
                </a:solidFill>
                <a:latin typeface="Arial"/>
                <a:ea typeface="Arial"/>
                <a:cs typeface="Arial"/>
              </a:rPr>
              <a:t>shadow root</a:t>
            </a:r>
          </a:p>
        </p:txBody>
      </p:sp>
      <p:sp>
        <p:nvSpPr>
          <p:cNvPr id="67" name="矩形 66">
            <a:extLst>
              <a:ext uri="{FF2B5EF4-FFF2-40B4-BE49-F238E27FC236}">
                <a16:creationId xmlns:a16="http://schemas.microsoft.com/office/drawing/2014/main" id="{D57E681B-1C88-43BE-8C04-60E423E4975F}"/>
              </a:ext>
            </a:extLst>
          </p:cNvPr>
          <p:cNvSpPr>
            <a:spLocks noGrp="1"/>
          </p:cNvSpPr>
          <p:nvPr/>
        </p:nvSpPr>
        <p:spPr>
          <a:xfrm>
            <a:off x="9258300" y="3022600"/>
            <a:ext cx="1866900" cy="514350"/>
          </a:xfrm>
          <a:prstGeom prst="rect">
            <a:avLst/>
          </a:prstGeom>
          <a:solidFill>
            <a:srgbClr val="F8F8F8"/>
          </a:solidFill>
          <a:ln w="9525">
            <a:solidFill>
              <a:srgbClr val="5F6368"/>
            </a:solidFill>
            <a:prstDash val="solid"/>
          </a:ln>
        </p:spPr>
        <p:txBody>
          <a:bodyPr wrap="square" lIns="76200" tIns="0" rIns="76200" bIns="0" anchor="ctr"/>
          <a:lstStyle/>
          <a:p>
            <a:pPr algn="ctr">
              <a:lnSpc>
                <a:spcPct val="105000"/>
              </a:lnSpc>
              <a:buNone/>
              <a:defRPr sz="1650" b="0">
                <a:solidFill>
                  <a:srgbClr val="111111"/>
                </a:solidFill>
                <a:latin typeface="Arial"/>
                <a:ea typeface="Arial"/>
                <a:cs typeface="Arial"/>
              </a:defRPr>
            </a:pPr>
            <a:r>
              <a:rPr sz="1650" b="0" dirty="0">
                <a:solidFill>
                  <a:srgbClr val="2E6CF7"/>
                </a:solidFill>
                <a:latin typeface="Arial"/>
                <a:ea typeface="Arial"/>
                <a:cs typeface="Arial"/>
              </a:rPr>
              <a:t>same GPA</a:t>
            </a:r>
          </a:p>
          <a:p>
            <a:pPr algn="ctr">
              <a:lnSpc>
                <a:spcPct val="105000"/>
              </a:lnSpc>
              <a:buNone/>
              <a:defRPr sz="1650" b="0">
                <a:solidFill>
                  <a:srgbClr val="111111"/>
                </a:solidFill>
                <a:latin typeface="Arial"/>
                <a:ea typeface="Arial"/>
                <a:cs typeface="Arial"/>
              </a:defRPr>
            </a:pPr>
            <a:r>
              <a:rPr sz="1650" b="0" dirty="0">
                <a:solidFill>
                  <a:srgbClr val="2E6CF7"/>
                </a:solidFill>
                <a:latin typeface="Arial"/>
                <a:ea typeface="Arial"/>
                <a:cs typeface="Arial"/>
              </a:rPr>
              <a:t>switcher</a:t>
            </a:r>
          </a:p>
        </p:txBody>
      </p:sp>
      <p:sp>
        <p:nvSpPr>
          <p:cNvPr id="68" name="矩形 67">
            <a:extLst>
              <a:ext uri="{FF2B5EF4-FFF2-40B4-BE49-F238E27FC236}">
                <a16:creationId xmlns:a16="http://schemas.microsoft.com/office/drawing/2014/main" id="{F2B2AE47-1AB3-4523-92CD-13431C85881B}"/>
              </a:ext>
            </a:extLst>
          </p:cNvPr>
          <p:cNvSpPr>
            <a:spLocks noGrp="1"/>
          </p:cNvSpPr>
          <p:nvPr/>
        </p:nvSpPr>
        <p:spPr>
          <a:xfrm>
            <a:off x="9258300" y="3803650"/>
            <a:ext cx="1866900" cy="514350"/>
          </a:xfrm>
          <a:prstGeom prst="rect">
            <a:avLst/>
          </a:prstGeom>
          <a:solidFill>
            <a:srgbClr val="FFFF00"/>
          </a:solidFill>
          <a:ln w="9525">
            <a:solidFill>
              <a:srgbClr val="5F6368"/>
            </a:solidFill>
            <a:prstDash val="solid"/>
          </a:ln>
        </p:spPr>
        <p:txBody>
          <a:bodyPr wrap="square" lIns="76200" tIns="0" rIns="76200" bIns="0" anchor="ctr"/>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RW on demand</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L2 pages</a:t>
            </a:r>
          </a:p>
        </p:txBody>
      </p:sp>
      <p:sp>
        <p:nvSpPr>
          <p:cNvPr id="69" name="矩形 68">
            <a:extLst>
              <a:ext uri="{FF2B5EF4-FFF2-40B4-BE49-F238E27FC236}">
                <a16:creationId xmlns:a16="http://schemas.microsoft.com/office/drawing/2014/main" id="{79F58BFC-3676-4F65-B962-7E3527ED6EE8}"/>
              </a:ext>
            </a:extLst>
          </p:cNvPr>
          <p:cNvSpPr>
            <a:spLocks noGrp="1"/>
          </p:cNvSpPr>
          <p:nvPr/>
        </p:nvSpPr>
        <p:spPr>
          <a:xfrm>
            <a:off x="1200150" y="4908550"/>
            <a:ext cx="2286000" cy="514350"/>
          </a:xfrm>
          <a:prstGeom prst="rect">
            <a:avLst/>
          </a:prstGeom>
          <a:noFill/>
          <a:ln w="0">
            <a:noFill/>
            <a:prstDash val="solid"/>
          </a:ln>
        </p:spPr>
        <p:txBody>
          <a:bodyPr wrap="square" lIns="0" tIns="0" rIns="0" bIns="0" anchor="t"/>
          <a:lstStyle/>
          <a:p>
            <a:pPr algn="ctr">
              <a:lnSpc>
                <a:spcPct val="110000"/>
              </a:lnSpc>
              <a:buNone/>
              <a:defRPr sz="1800" b="0">
                <a:solidFill>
                  <a:srgbClr val="111111"/>
                </a:solidFill>
                <a:latin typeface="Arial"/>
                <a:ea typeface="Arial"/>
                <a:cs typeface="Arial"/>
              </a:defRPr>
            </a:pPr>
            <a:r>
              <a:rPr sz="1800" b="0" dirty="0">
                <a:solidFill>
                  <a:srgbClr val="111111"/>
                </a:solidFill>
                <a:latin typeface="Arial"/>
                <a:ea typeface="Arial"/>
                <a:cs typeface="Arial"/>
              </a:rPr>
              <a:t>EPT index 0:</a:t>
            </a:r>
          </a:p>
          <a:p>
            <a:pPr algn="ctr">
              <a:lnSpc>
                <a:spcPct val="110000"/>
              </a:lnSpc>
              <a:buNone/>
              <a:defRPr sz="1800" b="0">
                <a:solidFill>
                  <a:srgbClr val="111111"/>
                </a:solidFill>
                <a:latin typeface="Arial"/>
                <a:ea typeface="Arial"/>
                <a:cs typeface="Arial"/>
              </a:defRPr>
            </a:pPr>
            <a:r>
              <a:rPr sz="1800" b="0" dirty="0">
                <a:solidFill>
                  <a:srgbClr val="111111"/>
                </a:solidFill>
                <a:latin typeface="Arial"/>
                <a:ea typeface="Arial"/>
                <a:cs typeface="Arial"/>
              </a:rPr>
              <a:t>EPT</a:t>
            </a:r>
            <a:r>
              <a:rPr sz="1800" b="0" baseline="-25000" dirty="0">
                <a:solidFill>
                  <a:srgbClr val="111111"/>
                </a:solidFill>
                <a:latin typeface="Arial"/>
                <a:ea typeface="Arial"/>
                <a:cs typeface="Arial"/>
              </a:rPr>
              <a:t>0-&gt;1</a:t>
            </a:r>
          </a:p>
        </p:txBody>
      </p:sp>
      <p:sp>
        <p:nvSpPr>
          <p:cNvPr id="70" name="右箭头 69">
            <a:extLst>
              <a:ext uri="{FF2B5EF4-FFF2-40B4-BE49-F238E27FC236}">
                <a16:creationId xmlns:a16="http://schemas.microsoft.com/office/drawing/2014/main" id="{A687C799-9359-4CF2-A7D9-5611E2E48CC4}"/>
              </a:ext>
            </a:extLst>
          </p:cNvPr>
          <p:cNvSpPr>
            <a:spLocks noGrp="1"/>
          </p:cNvSpPr>
          <p:nvPr/>
        </p:nvSpPr>
        <p:spPr>
          <a:xfrm>
            <a:off x="3638550" y="5080000"/>
            <a:ext cx="781050" cy="209550"/>
          </a:xfrm>
          <a:prstGeom prst="rightArrow">
            <a:avLst/>
          </a:prstGeom>
          <a:solidFill>
            <a:srgbClr val="5F6368"/>
          </a:solidFill>
          <a:ln w="0">
            <a:solidFill>
              <a:srgbClr val="5F6368"/>
            </a:solidFill>
            <a:prstDash val="solid"/>
          </a:ln>
        </p:spPr>
        <p:txBody>
          <a:bodyPr/>
          <a:lstStyle/>
          <a:p>
            <a:endParaRPr lang="en-US"/>
          </a:p>
        </p:txBody>
      </p:sp>
      <p:sp>
        <p:nvSpPr>
          <p:cNvPr id="71" name="矩形 70">
            <a:extLst>
              <a:ext uri="{FF2B5EF4-FFF2-40B4-BE49-F238E27FC236}">
                <a16:creationId xmlns:a16="http://schemas.microsoft.com/office/drawing/2014/main" id="{262BD94A-21F1-44E4-9F9D-A8FB4E2A1A73}"/>
              </a:ext>
            </a:extLst>
          </p:cNvPr>
          <p:cNvSpPr>
            <a:spLocks noGrp="1"/>
          </p:cNvSpPr>
          <p:nvPr/>
        </p:nvSpPr>
        <p:spPr>
          <a:xfrm>
            <a:off x="4591050" y="4908550"/>
            <a:ext cx="2857500" cy="514350"/>
          </a:xfrm>
          <a:prstGeom prst="rect">
            <a:avLst/>
          </a:prstGeom>
          <a:noFill/>
          <a:ln w="0">
            <a:noFill/>
            <a:prstDash val="solid"/>
          </a:ln>
        </p:spPr>
        <p:txBody>
          <a:bodyPr wrap="square" lIns="0" tIns="0" rIns="0" bIns="0" anchor="t"/>
          <a:lstStyle/>
          <a:p>
            <a:pPr algn="ctr">
              <a:lnSpc>
                <a:spcPct val="110000"/>
              </a:lnSpc>
              <a:buNone/>
              <a:defRPr sz="1800" b="0">
                <a:solidFill>
                  <a:srgbClr val="111111"/>
                </a:solidFill>
                <a:latin typeface="Arial"/>
                <a:ea typeface="Arial"/>
                <a:cs typeface="Arial"/>
              </a:defRPr>
            </a:pPr>
            <a:r>
              <a:rPr sz="1800" b="0">
                <a:solidFill>
                  <a:srgbClr val="111111"/>
                </a:solidFill>
                <a:latin typeface="Arial"/>
                <a:ea typeface="Arial"/>
                <a:cs typeface="Arial"/>
              </a:rPr>
              <a:t>VMFUNC selects</a:t>
            </a:r>
          </a:p>
          <a:p>
            <a:pPr algn="ctr">
              <a:lnSpc>
                <a:spcPct val="110000"/>
              </a:lnSpc>
              <a:buNone/>
              <a:defRPr sz="1800" b="0">
                <a:solidFill>
                  <a:srgbClr val="111111"/>
                </a:solidFill>
                <a:latin typeface="Arial"/>
                <a:ea typeface="Arial"/>
                <a:cs typeface="Arial"/>
              </a:defRPr>
            </a:pPr>
            <a:r>
              <a:rPr sz="1800" b="0">
                <a:solidFill>
                  <a:srgbClr val="111111"/>
                </a:solidFill>
                <a:latin typeface="Arial"/>
                <a:ea typeface="Arial"/>
                <a:cs typeface="Arial"/>
              </a:rPr>
              <a:t>EPT0-&gt;2</a:t>
            </a:r>
          </a:p>
        </p:txBody>
      </p:sp>
      <p:sp>
        <p:nvSpPr>
          <p:cNvPr id="72" name="右箭头 71">
            <a:extLst>
              <a:ext uri="{FF2B5EF4-FFF2-40B4-BE49-F238E27FC236}">
                <a16:creationId xmlns:a16="http://schemas.microsoft.com/office/drawing/2014/main" id="{115D9BDB-AFE9-4CDE-B08A-EBED19D44D0C}"/>
              </a:ext>
            </a:extLst>
          </p:cNvPr>
          <p:cNvSpPr>
            <a:spLocks noGrp="1"/>
          </p:cNvSpPr>
          <p:nvPr/>
        </p:nvSpPr>
        <p:spPr>
          <a:xfrm>
            <a:off x="7791450" y="5080000"/>
            <a:ext cx="781050" cy="209550"/>
          </a:xfrm>
          <a:prstGeom prst="rightArrow">
            <a:avLst/>
          </a:prstGeom>
          <a:solidFill>
            <a:srgbClr val="5F6368"/>
          </a:solidFill>
          <a:ln w="0">
            <a:solidFill>
              <a:srgbClr val="5F6368"/>
            </a:solidFill>
            <a:prstDash val="solid"/>
          </a:ln>
        </p:spPr>
        <p:txBody>
          <a:bodyPr/>
          <a:lstStyle/>
          <a:p>
            <a:endParaRPr lang="en-US"/>
          </a:p>
        </p:txBody>
      </p:sp>
      <p:sp>
        <p:nvSpPr>
          <p:cNvPr id="73" name="矩形 72">
            <a:extLst>
              <a:ext uri="{FF2B5EF4-FFF2-40B4-BE49-F238E27FC236}">
                <a16:creationId xmlns:a16="http://schemas.microsoft.com/office/drawing/2014/main" id="{1D2EA4AB-B2CA-4119-B28A-F8B4BE89F089}"/>
              </a:ext>
            </a:extLst>
          </p:cNvPr>
          <p:cNvSpPr>
            <a:spLocks noGrp="1"/>
          </p:cNvSpPr>
          <p:nvPr/>
        </p:nvSpPr>
        <p:spPr>
          <a:xfrm>
            <a:off x="8839200" y="5022850"/>
            <a:ext cx="1733550" cy="323850"/>
          </a:xfrm>
          <a:prstGeom prst="rect">
            <a:avLst/>
          </a:prstGeom>
          <a:noFill/>
          <a:ln w="0">
            <a:noFill/>
            <a:prstDash val="solid"/>
          </a:ln>
        </p:spPr>
        <p:txBody>
          <a:bodyPr wrap="square" lIns="0" tIns="0" rIns="0" bIns="0" anchor="t"/>
          <a:lstStyle/>
          <a:p>
            <a:pPr algn="l">
              <a:lnSpc>
                <a:spcPct val="100000"/>
              </a:lnSpc>
              <a:buNone/>
              <a:defRPr sz="1800" b="0">
                <a:solidFill>
                  <a:srgbClr val="111111"/>
                </a:solidFill>
                <a:latin typeface="Arial"/>
                <a:ea typeface="Arial"/>
                <a:cs typeface="Arial"/>
              </a:defRPr>
            </a:pPr>
            <a:r>
              <a:rPr sz="1800" b="0">
                <a:solidFill>
                  <a:srgbClr val="111111"/>
                </a:solidFill>
                <a:latin typeface="Arial"/>
                <a:ea typeface="Arial"/>
                <a:cs typeface="Arial"/>
              </a:rPr>
              <a:t>L2 executes</a:t>
            </a:r>
          </a:p>
        </p:txBody>
      </p:sp>
      <p:sp>
        <p:nvSpPr>
          <p:cNvPr id="74" name="矩形 73">
            <a:extLst>
              <a:ext uri="{FF2B5EF4-FFF2-40B4-BE49-F238E27FC236}">
                <a16:creationId xmlns:a16="http://schemas.microsoft.com/office/drawing/2014/main" id="{A961FAFC-3459-4203-9CD6-4B25749AF8AA}"/>
              </a:ext>
            </a:extLst>
          </p:cNvPr>
          <p:cNvSpPr>
            <a:spLocks noGrp="1"/>
          </p:cNvSpPr>
          <p:nvPr/>
        </p:nvSpPr>
        <p:spPr>
          <a:xfrm>
            <a:off x="1066800" y="5772150"/>
            <a:ext cx="10058400" cy="571500"/>
          </a:xfrm>
          <a:prstGeom prst="rect">
            <a:avLst/>
          </a:prstGeom>
          <a:noFill/>
          <a:ln w="0">
            <a:noFill/>
            <a:prstDash val="solid"/>
          </a:ln>
        </p:spPr>
        <p:txBody>
          <a:bodyPr wrap="square" lIns="0" tIns="0" rIns="0" bIns="0" anchor="t"/>
          <a:lstStyle/>
          <a:p>
            <a:pPr algn="ctr">
              <a:lnSpc>
                <a:spcPct val="105000"/>
              </a:lnSpc>
              <a:buNone/>
              <a:defRPr sz="2325" b="1">
                <a:solidFill>
                  <a:srgbClr val="A40000"/>
                </a:solidFill>
                <a:latin typeface="Arial"/>
                <a:ea typeface="Arial"/>
                <a:cs typeface="Arial"/>
              </a:defRPr>
            </a:pPr>
            <a:r>
              <a:rPr lang="en-US" sz="2325" b="1" dirty="0">
                <a:solidFill>
                  <a:srgbClr val="A40000"/>
                </a:solidFill>
                <a:latin typeface="Arial"/>
                <a:ea typeface="Arial"/>
                <a:cs typeface="Arial"/>
              </a:rPr>
              <a:t>Non-overlapping</a:t>
            </a:r>
            <a:r>
              <a:rPr sz="2325" b="1" dirty="0">
                <a:solidFill>
                  <a:srgbClr val="A40000"/>
                </a:solidFill>
                <a:latin typeface="Arial"/>
                <a:ea typeface="Arial"/>
                <a:cs typeface="Arial"/>
              </a:rPr>
              <a:t> GPAs prevent unauthorized </a:t>
            </a:r>
            <a:r>
              <a:rPr lang="en-US" sz="2325" b="1" dirty="0">
                <a:solidFill>
                  <a:srgbClr val="A40000"/>
                </a:solidFill>
                <a:latin typeface="Arial"/>
                <a:ea typeface="Arial"/>
                <a:cs typeface="Arial"/>
              </a:rPr>
              <a:t>access</a:t>
            </a:r>
            <a:r>
              <a:rPr sz="2325" b="1" dirty="0">
                <a:solidFill>
                  <a:srgbClr val="A40000"/>
                </a:solidFill>
                <a:latin typeface="Arial"/>
                <a:ea typeface="Arial"/>
                <a:cs typeface="Arial"/>
              </a:rPr>
              <a:t> while keeping L2 memory on the fast path</a:t>
            </a:r>
          </a:p>
        </p:txBody>
      </p:sp>
      <p:sp>
        <p:nvSpPr>
          <p:cNvPr id="75" name="矩形 74">
            <a:extLst>
              <a:ext uri="{FF2B5EF4-FFF2-40B4-BE49-F238E27FC236}">
                <a16:creationId xmlns:a16="http://schemas.microsoft.com/office/drawing/2014/main" id="{25D07F58-30A6-4747-857F-949906059C9C}"/>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17</a:t>
            </a:r>
          </a:p>
        </p:txBody>
      </p:sp>
    </p:spTree>
    <p:extLst>
      <p:ext uri="{BB962C8B-B14F-4D97-AF65-F5344CB8AC3E}">
        <p14:creationId xmlns:p14="http://schemas.microsoft.com/office/powerpoint/2010/main" val="2032134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67">
            <a:extLst>
              <a:ext uri="{FF2B5EF4-FFF2-40B4-BE49-F238E27FC236}">
                <a16:creationId xmlns:a16="http://schemas.microsoft.com/office/drawing/2014/main" id="{DAE2897D-ED61-4D46-B572-D7C6279BDF3A}"/>
              </a:ext>
            </a:extLst>
          </p:cNvPr>
          <p:cNvSpPr>
            <a:spLocks noGrp="1"/>
          </p:cNvSpPr>
          <p:nvPr/>
        </p:nvSpPr>
        <p:spPr>
          <a:xfrm>
            <a:off x="514350" y="647700"/>
            <a:ext cx="11049000" cy="590550"/>
          </a:xfrm>
          <a:prstGeom prst="rect">
            <a:avLst/>
          </a:prstGeom>
          <a:noFill/>
          <a:ln w="0">
            <a:noFill/>
            <a:prstDash val="solid"/>
          </a:ln>
        </p:spPr>
        <p:txBody>
          <a:bodyPr wrap="square" lIns="0" tIns="0" rIns="0" bIns="0" anchor="t"/>
          <a:lstStyle/>
          <a:p>
            <a:pPr algn="l">
              <a:lnSpc>
                <a:spcPct val="100000"/>
              </a:lnSpc>
              <a:buNone/>
              <a:defRPr sz="3300" b="1">
                <a:solidFill>
                  <a:srgbClr val="A40000"/>
                </a:solidFill>
                <a:latin typeface="Arial"/>
                <a:ea typeface="Arial"/>
                <a:cs typeface="Arial"/>
              </a:defRPr>
            </a:pPr>
            <a:r>
              <a:rPr sz="3300" b="1" dirty="0">
                <a:solidFill>
                  <a:srgbClr val="A40000"/>
                </a:solidFill>
                <a:latin typeface="Arial"/>
                <a:ea typeface="Arial"/>
                <a:cs typeface="Arial"/>
              </a:rPr>
              <a:t>Memory virtualization</a:t>
            </a:r>
            <a:r>
              <a:rPr lang="en-US" sz="3300" b="1" dirty="0">
                <a:solidFill>
                  <a:srgbClr val="A40000"/>
                </a:solidFill>
                <a:latin typeface="Arial"/>
                <a:ea typeface="Arial"/>
                <a:cs typeface="Arial"/>
              </a:rPr>
              <a:t> – Handling EPT faults</a:t>
            </a:r>
            <a:endParaRPr sz="3300" b="1" dirty="0">
              <a:solidFill>
                <a:srgbClr val="A40000"/>
              </a:solidFill>
              <a:latin typeface="Arial"/>
              <a:ea typeface="Arial"/>
              <a:cs typeface="Arial"/>
            </a:endParaRPr>
          </a:p>
        </p:txBody>
      </p:sp>
      <p:sp>
        <p:nvSpPr>
          <p:cNvPr id="2" name="矩形 1">
            <a:extLst>
              <a:ext uri="{FF2B5EF4-FFF2-40B4-BE49-F238E27FC236}">
                <a16:creationId xmlns:a16="http://schemas.microsoft.com/office/drawing/2014/main" id="{1C30DF65-8565-493E-91FD-22A6BF7B7828}"/>
              </a:ext>
            </a:extLst>
          </p:cNvPr>
          <p:cNvSpPr>
            <a:spLocks noGrp="1"/>
          </p:cNvSpPr>
          <p:nvPr/>
        </p:nvSpPr>
        <p:spPr>
          <a:xfrm>
            <a:off x="800100" y="1447800"/>
            <a:ext cx="10477500" cy="361950"/>
          </a:xfrm>
          <a:prstGeom prst="rect">
            <a:avLst/>
          </a:prstGeom>
          <a:noFill/>
          <a:ln w="0">
            <a:noFill/>
            <a:prstDash val="solid"/>
          </a:ln>
        </p:spPr>
        <p:txBody>
          <a:bodyPr wrap="square" lIns="0" tIns="0" rIns="0" bIns="0" anchor="t"/>
          <a:lstStyle/>
          <a:p>
            <a:pPr algn="l">
              <a:lnSpc>
                <a:spcPct val="100000"/>
              </a:lnSpc>
              <a:buNone/>
              <a:defRPr sz="1950" b="0">
                <a:solidFill>
                  <a:srgbClr val="111111"/>
                </a:solidFill>
                <a:latin typeface="Arial"/>
                <a:ea typeface="Arial"/>
                <a:cs typeface="Arial"/>
              </a:defRPr>
            </a:pPr>
            <a:r>
              <a:rPr sz="1950" b="0">
                <a:solidFill>
                  <a:srgbClr val="111111"/>
                </a:solidFill>
                <a:latin typeface="Arial"/>
                <a:ea typeface="Arial"/>
                <a:cs typeface="Arial"/>
              </a:rPr>
              <a:t>EPT misses use #VE and one JANUS_MAP hypercall; L0 installs host-owned EPT0-&gt;2</a:t>
            </a:r>
          </a:p>
        </p:txBody>
      </p:sp>
      <p:sp>
        <p:nvSpPr>
          <p:cNvPr id="3" name="矩形 2">
            <a:extLst>
              <a:ext uri="{FF2B5EF4-FFF2-40B4-BE49-F238E27FC236}">
                <a16:creationId xmlns:a16="http://schemas.microsoft.com/office/drawing/2014/main" id="{A3A6A063-5606-46E9-A37B-4E6ACC9AF5E9}"/>
              </a:ext>
            </a:extLst>
          </p:cNvPr>
          <p:cNvSpPr>
            <a:spLocks noGrp="1"/>
          </p:cNvSpPr>
          <p:nvPr/>
        </p:nvSpPr>
        <p:spPr>
          <a:xfrm>
            <a:off x="609600" y="1981200"/>
            <a:ext cx="9658350" cy="1123950"/>
          </a:xfrm>
          <a:prstGeom prst="rect">
            <a:avLst/>
          </a:prstGeom>
          <a:solidFill>
            <a:srgbClr val="F8F8F8"/>
          </a:solidFill>
          <a:ln w="9525">
            <a:solidFill>
              <a:srgbClr val="D9D9D9"/>
            </a:solidFill>
            <a:prstDash val="solid"/>
          </a:ln>
        </p:spPr>
        <p:txBody>
          <a:bodyPr/>
          <a:lstStyle/>
          <a:p>
            <a:endParaRPr lang="en-US"/>
          </a:p>
        </p:txBody>
      </p:sp>
      <p:sp>
        <p:nvSpPr>
          <p:cNvPr id="4" name="矩形 3">
            <a:extLst>
              <a:ext uri="{FF2B5EF4-FFF2-40B4-BE49-F238E27FC236}">
                <a16:creationId xmlns:a16="http://schemas.microsoft.com/office/drawing/2014/main" id="{4D08D4B7-7746-4B51-9D44-2EAC780E1E4E}"/>
              </a:ext>
            </a:extLst>
          </p:cNvPr>
          <p:cNvSpPr>
            <a:spLocks noGrp="1"/>
          </p:cNvSpPr>
          <p:nvPr/>
        </p:nvSpPr>
        <p:spPr>
          <a:xfrm>
            <a:off x="609600" y="1981199"/>
            <a:ext cx="2076450" cy="1123949"/>
          </a:xfrm>
          <a:prstGeom prst="rect">
            <a:avLst/>
          </a:prstGeom>
          <a:solidFill>
            <a:srgbClr val="F8F8F8"/>
          </a:solidFill>
          <a:ln w="9525">
            <a:solidFill>
              <a:srgbClr val="D9D9D9"/>
            </a:solidFill>
            <a:prstDash val="solid"/>
          </a:ln>
        </p:spPr>
        <p:txBody>
          <a:bodyPr/>
          <a:lstStyle/>
          <a:p>
            <a:endParaRPr lang="en-US"/>
          </a:p>
        </p:txBody>
      </p:sp>
      <p:sp>
        <p:nvSpPr>
          <p:cNvPr id="5" name="矩形 4">
            <a:extLst>
              <a:ext uri="{FF2B5EF4-FFF2-40B4-BE49-F238E27FC236}">
                <a16:creationId xmlns:a16="http://schemas.microsoft.com/office/drawing/2014/main" id="{AB7F3BB5-05D8-42F0-8C12-2CF1DC3CD1BC}"/>
              </a:ext>
            </a:extLst>
          </p:cNvPr>
          <p:cNvSpPr>
            <a:spLocks noGrp="1"/>
          </p:cNvSpPr>
          <p:nvPr/>
        </p:nvSpPr>
        <p:spPr>
          <a:xfrm>
            <a:off x="1104900" y="2181225"/>
            <a:ext cx="1085850" cy="28575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L1</a:t>
            </a:r>
          </a:p>
        </p:txBody>
      </p:sp>
      <p:sp>
        <p:nvSpPr>
          <p:cNvPr id="6" name="矩形 5">
            <a:extLst>
              <a:ext uri="{FF2B5EF4-FFF2-40B4-BE49-F238E27FC236}">
                <a16:creationId xmlns:a16="http://schemas.microsoft.com/office/drawing/2014/main" id="{84A9D35C-595A-4DA0-A578-E4E8ED27EFB5}"/>
              </a:ext>
            </a:extLst>
          </p:cNvPr>
          <p:cNvSpPr>
            <a:spLocks noGrp="1"/>
          </p:cNvSpPr>
          <p:nvPr/>
        </p:nvSpPr>
        <p:spPr>
          <a:xfrm>
            <a:off x="876300" y="2466975"/>
            <a:ext cx="1562100" cy="495300"/>
          </a:xfrm>
          <a:prstGeom prst="rect">
            <a:avLst/>
          </a:prstGeom>
          <a:noFill/>
          <a:ln w="0">
            <a:noFill/>
            <a:prstDash val="solid"/>
          </a:ln>
        </p:spPr>
        <p:txBody>
          <a:bodyPr wrap="square" lIns="0" tIns="0" rIns="0" bIns="0" anchor="t"/>
          <a:lstStyle/>
          <a:p>
            <a:pPr algn="ctr">
              <a:lnSpc>
                <a:spcPct val="105000"/>
              </a:lnSpc>
              <a:buNone/>
              <a:defRPr sz="1575" b="0">
                <a:solidFill>
                  <a:srgbClr val="5F6368"/>
                </a:solidFill>
                <a:latin typeface="Arial"/>
                <a:ea typeface="Arial"/>
                <a:cs typeface="Arial"/>
              </a:defRPr>
            </a:pPr>
            <a:r>
              <a:rPr sz="1575" b="0">
                <a:solidFill>
                  <a:srgbClr val="5F6368"/>
                </a:solidFill>
                <a:latin typeface="Arial"/>
                <a:ea typeface="Arial"/>
                <a:cs typeface="Arial"/>
              </a:rPr>
              <a:t>non-root mode</a:t>
            </a:r>
          </a:p>
          <a:p>
            <a:pPr algn="ctr">
              <a:lnSpc>
                <a:spcPct val="105000"/>
              </a:lnSpc>
              <a:buNone/>
              <a:defRPr sz="1575" b="0">
                <a:solidFill>
                  <a:srgbClr val="5F6368"/>
                </a:solidFill>
                <a:latin typeface="Arial"/>
                <a:ea typeface="Arial"/>
                <a:cs typeface="Arial"/>
              </a:defRPr>
            </a:pPr>
            <a:r>
              <a:rPr sz="1575" b="0">
                <a:solidFill>
                  <a:srgbClr val="5F6368"/>
                </a:solidFill>
                <a:latin typeface="Arial"/>
                <a:ea typeface="Arial"/>
                <a:cs typeface="Arial"/>
              </a:rPr>
              <a:t>ring 3</a:t>
            </a:r>
          </a:p>
        </p:txBody>
      </p:sp>
      <p:sp>
        <p:nvSpPr>
          <p:cNvPr id="7" name="矩形 6">
            <a:extLst>
              <a:ext uri="{FF2B5EF4-FFF2-40B4-BE49-F238E27FC236}">
                <a16:creationId xmlns:a16="http://schemas.microsoft.com/office/drawing/2014/main" id="{BAB4A5E9-0683-470A-BCDF-00E3FC50ED23}"/>
              </a:ext>
            </a:extLst>
          </p:cNvPr>
          <p:cNvSpPr>
            <a:spLocks noGrp="1"/>
          </p:cNvSpPr>
          <p:nvPr/>
        </p:nvSpPr>
        <p:spPr>
          <a:xfrm>
            <a:off x="609600" y="3352802"/>
            <a:ext cx="9658347" cy="971550"/>
          </a:xfrm>
          <a:prstGeom prst="rect">
            <a:avLst/>
          </a:prstGeom>
          <a:solidFill>
            <a:srgbClr val="FFFFFF"/>
          </a:solidFill>
          <a:ln w="9525">
            <a:solidFill>
              <a:srgbClr val="D9D9D9"/>
            </a:solidFill>
            <a:prstDash val="solid"/>
          </a:ln>
        </p:spPr>
        <p:txBody>
          <a:bodyPr/>
          <a:lstStyle/>
          <a:p>
            <a:endParaRPr lang="en-US"/>
          </a:p>
        </p:txBody>
      </p:sp>
      <p:sp>
        <p:nvSpPr>
          <p:cNvPr id="8" name="矩形 7">
            <a:extLst>
              <a:ext uri="{FF2B5EF4-FFF2-40B4-BE49-F238E27FC236}">
                <a16:creationId xmlns:a16="http://schemas.microsoft.com/office/drawing/2014/main" id="{38A7787B-E54D-46A3-85DF-F4EB20DB87DD}"/>
              </a:ext>
            </a:extLst>
          </p:cNvPr>
          <p:cNvSpPr>
            <a:spLocks noGrp="1"/>
          </p:cNvSpPr>
          <p:nvPr/>
        </p:nvSpPr>
        <p:spPr>
          <a:xfrm>
            <a:off x="609600" y="3352802"/>
            <a:ext cx="2076450" cy="971550"/>
          </a:xfrm>
          <a:prstGeom prst="rect">
            <a:avLst/>
          </a:prstGeom>
          <a:solidFill>
            <a:srgbClr val="FFFFFF"/>
          </a:solidFill>
          <a:ln w="9525">
            <a:solidFill>
              <a:srgbClr val="D9D9D9"/>
            </a:solidFill>
            <a:prstDash val="solid"/>
          </a:ln>
        </p:spPr>
        <p:txBody>
          <a:bodyPr/>
          <a:lstStyle/>
          <a:p>
            <a:endParaRPr lang="en-US"/>
          </a:p>
        </p:txBody>
      </p:sp>
      <p:sp>
        <p:nvSpPr>
          <p:cNvPr id="9" name="矩形 8">
            <a:extLst>
              <a:ext uri="{FF2B5EF4-FFF2-40B4-BE49-F238E27FC236}">
                <a16:creationId xmlns:a16="http://schemas.microsoft.com/office/drawing/2014/main" id="{105BF0FE-95E4-4047-A30B-550F22734BF6}"/>
              </a:ext>
            </a:extLst>
          </p:cNvPr>
          <p:cNvSpPr>
            <a:spLocks noGrp="1"/>
          </p:cNvSpPr>
          <p:nvPr/>
        </p:nvSpPr>
        <p:spPr>
          <a:xfrm>
            <a:off x="1104900" y="3533777"/>
            <a:ext cx="1085850" cy="28575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L1</a:t>
            </a:r>
          </a:p>
        </p:txBody>
      </p:sp>
      <p:sp>
        <p:nvSpPr>
          <p:cNvPr id="10" name="矩形 9">
            <a:extLst>
              <a:ext uri="{FF2B5EF4-FFF2-40B4-BE49-F238E27FC236}">
                <a16:creationId xmlns:a16="http://schemas.microsoft.com/office/drawing/2014/main" id="{536E7FD8-7A16-4B15-BF8A-22113D9FBB40}"/>
              </a:ext>
            </a:extLst>
          </p:cNvPr>
          <p:cNvSpPr>
            <a:spLocks noGrp="1"/>
          </p:cNvSpPr>
          <p:nvPr/>
        </p:nvSpPr>
        <p:spPr>
          <a:xfrm>
            <a:off x="876300" y="3819527"/>
            <a:ext cx="1562100" cy="495300"/>
          </a:xfrm>
          <a:prstGeom prst="rect">
            <a:avLst/>
          </a:prstGeom>
          <a:noFill/>
          <a:ln w="0">
            <a:noFill/>
            <a:prstDash val="solid"/>
          </a:ln>
        </p:spPr>
        <p:txBody>
          <a:bodyPr wrap="square" lIns="0" tIns="0" rIns="0" bIns="0" anchor="t"/>
          <a:lstStyle/>
          <a:p>
            <a:pPr algn="ctr">
              <a:lnSpc>
                <a:spcPct val="105000"/>
              </a:lnSpc>
              <a:buNone/>
              <a:defRPr sz="1575" b="0">
                <a:solidFill>
                  <a:srgbClr val="5F6368"/>
                </a:solidFill>
                <a:latin typeface="Arial"/>
                <a:ea typeface="Arial"/>
                <a:cs typeface="Arial"/>
              </a:defRPr>
            </a:pPr>
            <a:r>
              <a:rPr sz="1575" b="0">
                <a:solidFill>
                  <a:srgbClr val="5F6368"/>
                </a:solidFill>
                <a:latin typeface="Arial"/>
                <a:ea typeface="Arial"/>
                <a:cs typeface="Arial"/>
              </a:rPr>
              <a:t>non-root mode</a:t>
            </a:r>
          </a:p>
          <a:p>
            <a:pPr algn="ctr">
              <a:lnSpc>
                <a:spcPct val="105000"/>
              </a:lnSpc>
              <a:buNone/>
              <a:defRPr sz="1575" b="0">
                <a:solidFill>
                  <a:srgbClr val="5F6368"/>
                </a:solidFill>
                <a:latin typeface="Arial"/>
                <a:ea typeface="Arial"/>
                <a:cs typeface="Arial"/>
              </a:defRPr>
            </a:pPr>
            <a:r>
              <a:rPr sz="1575" b="0">
                <a:solidFill>
                  <a:srgbClr val="5F6368"/>
                </a:solidFill>
                <a:latin typeface="Arial"/>
                <a:ea typeface="Arial"/>
                <a:cs typeface="Arial"/>
              </a:rPr>
              <a:t>ring 0</a:t>
            </a:r>
          </a:p>
        </p:txBody>
      </p:sp>
      <p:sp>
        <p:nvSpPr>
          <p:cNvPr id="11" name="矩形 10">
            <a:extLst>
              <a:ext uri="{FF2B5EF4-FFF2-40B4-BE49-F238E27FC236}">
                <a16:creationId xmlns:a16="http://schemas.microsoft.com/office/drawing/2014/main" id="{1B1D0A2E-1731-409C-BE83-9F29CD988622}"/>
              </a:ext>
            </a:extLst>
          </p:cNvPr>
          <p:cNvSpPr>
            <a:spLocks noGrp="1"/>
          </p:cNvSpPr>
          <p:nvPr/>
        </p:nvSpPr>
        <p:spPr>
          <a:xfrm>
            <a:off x="609600" y="4505326"/>
            <a:ext cx="9658340" cy="971550"/>
          </a:xfrm>
          <a:prstGeom prst="rect">
            <a:avLst/>
          </a:prstGeom>
          <a:solidFill>
            <a:srgbClr val="F8F8F8"/>
          </a:solidFill>
          <a:ln w="9525">
            <a:solidFill>
              <a:srgbClr val="D9D9D9"/>
            </a:solidFill>
            <a:prstDash val="solid"/>
          </a:ln>
        </p:spPr>
        <p:txBody>
          <a:bodyPr/>
          <a:lstStyle/>
          <a:p>
            <a:endParaRPr lang="en-US"/>
          </a:p>
        </p:txBody>
      </p:sp>
      <p:sp>
        <p:nvSpPr>
          <p:cNvPr id="12" name="矩形 11">
            <a:extLst>
              <a:ext uri="{FF2B5EF4-FFF2-40B4-BE49-F238E27FC236}">
                <a16:creationId xmlns:a16="http://schemas.microsoft.com/office/drawing/2014/main" id="{13D62B5C-73DB-412A-A68F-558FDC5F3AB4}"/>
              </a:ext>
            </a:extLst>
          </p:cNvPr>
          <p:cNvSpPr>
            <a:spLocks noGrp="1"/>
          </p:cNvSpPr>
          <p:nvPr/>
        </p:nvSpPr>
        <p:spPr>
          <a:xfrm>
            <a:off x="609600" y="4505326"/>
            <a:ext cx="2076450" cy="971550"/>
          </a:xfrm>
          <a:prstGeom prst="rect">
            <a:avLst/>
          </a:prstGeom>
          <a:solidFill>
            <a:srgbClr val="F8F8F8"/>
          </a:solidFill>
          <a:ln w="9525">
            <a:solidFill>
              <a:srgbClr val="D9D9D9"/>
            </a:solidFill>
            <a:prstDash val="solid"/>
          </a:ln>
        </p:spPr>
        <p:txBody>
          <a:bodyPr/>
          <a:lstStyle/>
          <a:p>
            <a:endParaRPr lang="en-US"/>
          </a:p>
        </p:txBody>
      </p:sp>
      <p:sp>
        <p:nvSpPr>
          <p:cNvPr id="13" name="矩形 12">
            <a:extLst>
              <a:ext uri="{FF2B5EF4-FFF2-40B4-BE49-F238E27FC236}">
                <a16:creationId xmlns:a16="http://schemas.microsoft.com/office/drawing/2014/main" id="{B32F6770-C1D5-4091-942F-C8A5226B003A}"/>
              </a:ext>
            </a:extLst>
          </p:cNvPr>
          <p:cNvSpPr>
            <a:spLocks noGrp="1"/>
          </p:cNvSpPr>
          <p:nvPr/>
        </p:nvSpPr>
        <p:spPr>
          <a:xfrm>
            <a:off x="1104900" y="4686301"/>
            <a:ext cx="1085850" cy="28575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L0</a:t>
            </a:r>
          </a:p>
        </p:txBody>
      </p:sp>
      <p:sp>
        <p:nvSpPr>
          <p:cNvPr id="14" name="矩形 13">
            <a:extLst>
              <a:ext uri="{FF2B5EF4-FFF2-40B4-BE49-F238E27FC236}">
                <a16:creationId xmlns:a16="http://schemas.microsoft.com/office/drawing/2014/main" id="{D2B643FC-CC1B-4A83-85FE-21823CE68BC3}"/>
              </a:ext>
            </a:extLst>
          </p:cNvPr>
          <p:cNvSpPr>
            <a:spLocks noGrp="1"/>
          </p:cNvSpPr>
          <p:nvPr/>
        </p:nvSpPr>
        <p:spPr>
          <a:xfrm>
            <a:off x="876300" y="4972051"/>
            <a:ext cx="1562100" cy="495300"/>
          </a:xfrm>
          <a:prstGeom prst="rect">
            <a:avLst/>
          </a:prstGeom>
          <a:noFill/>
          <a:ln w="0">
            <a:noFill/>
            <a:prstDash val="solid"/>
          </a:ln>
        </p:spPr>
        <p:txBody>
          <a:bodyPr wrap="square" lIns="0" tIns="0" rIns="0" bIns="0" anchor="t"/>
          <a:lstStyle/>
          <a:p>
            <a:pPr algn="ctr">
              <a:lnSpc>
                <a:spcPct val="105000"/>
              </a:lnSpc>
              <a:buNone/>
              <a:defRPr sz="1575" b="0">
                <a:solidFill>
                  <a:srgbClr val="5F6368"/>
                </a:solidFill>
                <a:latin typeface="Arial"/>
                <a:ea typeface="Arial"/>
                <a:cs typeface="Arial"/>
              </a:defRPr>
            </a:pPr>
            <a:r>
              <a:rPr sz="1575" b="0">
                <a:solidFill>
                  <a:srgbClr val="5F6368"/>
                </a:solidFill>
                <a:latin typeface="Arial"/>
                <a:ea typeface="Arial"/>
                <a:cs typeface="Arial"/>
              </a:rPr>
              <a:t>root mode</a:t>
            </a:r>
          </a:p>
          <a:p>
            <a:pPr algn="ctr">
              <a:lnSpc>
                <a:spcPct val="105000"/>
              </a:lnSpc>
              <a:buNone/>
              <a:defRPr sz="1575" b="0">
                <a:solidFill>
                  <a:srgbClr val="5F6368"/>
                </a:solidFill>
                <a:latin typeface="Arial"/>
                <a:ea typeface="Arial"/>
                <a:cs typeface="Arial"/>
              </a:defRPr>
            </a:pPr>
            <a:r>
              <a:rPr sz="1575" b="0">
                <a:solidFill>
                  <a:srgbClr val="5F6368"/>
                </a:solidFill>
                <a:latin typeface="Arial"/>
                <a:ea typeface="Arial"/>
                <a:cs typeface="Arial"/>
              </a:rPr>
              <a:t>ring 0</a:t>
            </a:r>
          </a:p>
        </p:txBody>
      </p:sp>
      <p:sp>
        <p:nvSpPr>
          <p:cNvPr id="15" name="矩形 14">
            <a:extLst>
              <a:ext uri="{FF2B5EF4-FFF2-40B4-BE49-F238E27FC236}">
                <a16:creationId xmlns:a16="http://schemas.microsoft.com/office/drawing/2014/main" id="{444798C6-4EE7-43C9-93CB-0693FC09D346}"/>
              </a:ext>
            </a:extLst>
          </p:cNvPr>
          <p:cNvSpPr>
            <a:spLocks noGrp="1"/>
          </p:cNvSpPr>
          <p:nvPr/>
        </p:nvSpPr>
        <p:spPr>
          <a:xfrm>
            <a:off x="3733800" y="2133599"/>
            <a:ext cx="6153150" cy="885826"/>
          </a:xfrm>
          <a:prstGeom prst="rect">
            <a:avLst/>
          </a:prstGeom>
          <a:solidFill>
            <a:srgbClr val="FFFFFF"/>
          </a:solidFill>
          <a:ln w="11430">
            <a:solidFill>
              <a:srgbClr val="5F6368"/>
            </a:solidFill>
            <a:prstDash val="solid"/>
          </a:ln>
        </p:spPr>
        <p:txBody>
          <a:bodyPr/>
          <a:lstStyle/>
          <a:p>
            <a:endParaRPr lang="en-US"/>
          </a:p>
        </p:txBody>
      </p:sp>
      <p:sp>
        <p:nvSpPr>
          <p:cNvPr id="16" name="矩形 15">
            <a:extLst>
              <a:ext uri="{FF2B5EF4-FFF2-40B4-BE49-F238E27FC236}">
                <a16:creationId xmlns:a16="http://schemas.microsoft.com/office/drawing/2014/main" id="{BF3483FA-D7E0-406D-95BD-91D5612678C6}"/>
              </a:ext>
            </a:extLst>
          </p:cNvPr>
          <p:cNvSpPr>
            <a:spLocks noGrp="1"/>
          </p:cNvSpPr>
          <p:nvPr/>
        </p:nvSpPr>
        <p:spPr>
          <a:xfrm>
            <a:off x="4953000" y="2121118"/>
            <a:ext cx="3714750" cy="20955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b="1" dirty="0">
                <a:solidFill>
                  <a:srgbClr val="111111"/>
                </a:solidFill>
                <a:latin typeface="Arial"/>
                <a:ea typeface="Arial"/>
                <a:cs typeface="Arial"/>
              </a:rPr>
              <a:t>L2 secure container</a:t>
            </a:r>
          </a:p>
        </p:txBody>
      </p:sp>
      <p:sp>
        <p:nvSpPr>
          <p:cNvPr id="18" name="矩形 17">
            <a:extLst>
              <a:ext uri="{FF2B5EF4-FFF2-40B4-BE49-F238E27FC236}">
                <a16:creationId xmlns:a16="http://schemas.microsoft.com/office/drawing/2014/main" id="{EF757B48-9E13-40CA-BD3F-8583FB063E7A}"/>
              </a:ext>
            </a:extLst>
          </p:cNvPr>
          <p:cNvSpPr>
            <a:spLocks noGrp="1"/>
          </p:cNvSpPr>
          <p:nvPr/>
        </p:nvSpPr>
        <p:spPr>
          <a:xfrm>
            <a:off x="4171950" y="2333626"/>
            <a:ext cx="1352550" cy="514864"/>
          </a:xfrm>
          <a:prstGeom prst="rect">
            <a:avLst/>
          </a:prstGeom>
          <a:solidFill>
            <a:srgbClr val="FFFFFF"/>
          </a:solidFill>
          <a:ln w="9525">
            <a:solidFill>
              <a:srgbClr val="5F6368"/>
            </a:solidFill>
            <a:prstDash val="solid"/>
          </a:ln>
        </p:spPr>
        <p:txBody>
          <a:bodyPr wrap="square" lIns="76200" tIns="72000" rIns="76200" bIns="0" anchor="ctr" anchorCtr="0"/>
          <a:lstStyle/>
          <a:p>
            <a:pPr algn="ctr">
              <a:lnSpc>
                <a:spcPts val="1420"/>
              </a:lnSpc>
              <a:buNone/>
              <a:defRPr sz="1350" b="0">
                <a:solidFill>
                  <a:srgbClr val="111111"/>
                </a:solidFill>
                <a:latin typeface="Arial"/>
                <a:ea typeface="Arial"/>
                <a:cs typeface="Arial"/>
              </a:defRPr>
            </a:pPr>
            <a:r>
              <a:rPr sz="1600" b="0" dirty="0">
                <a:solidFill>
                  <a:srgbClr val="111111"/>
                </a:solidFill>
                <a:latin typeface="Arial"/>
                <a:ea typeface="Arial"/>
                <a:cs typeface="Arial"/>
              </a:rPr>
              <a:t>#PF</a:t>
            </a:r>
          </a:p>
          <a:p>
            <a:pPr algn="ctr">
              <a:lnSpc>
                <a:spcPts val="1420"/>
              </a:lnSpc>
              <a:buNone/>
              <a:defRPr sz="1350" b="0">
                <a:solidFill>
                  <a:srgbClr val="111111"/>
                </a:solidFill>
                <a:latin typeface="Arial"/>
                <a:ea typeface="Arial"/>
                <a:cs typeface="Arial"/>
              </a:defRPr>
            </a:pPr>
            <a:r>
              <a:rPr sz="1600" b="0" dirty="0">
                <a:solidFill>
                  <a:srgbClr val="111111"/>
                </a:solidFill>
                <a:latin typeface="Arial"/>
                <a:ea typeface="Arial"/>
                <a:cs typeface="Arial"/>
              </a:rPr>
              <a:t>Handler</a:t>
            </a:r>
          </a:p>
        </p:txBody>
      </p:sp>
      <p:sp>
        <p:nvSpPr>
          <p:cNvPr id="19" name="矩形 18">
            <a:extLst>
              <a:ext uri="{FF2B5EF4-FFF2-40B4-BE49-F238E27FC236}">
                <a16:creationId xmlns:a16="http://schemas.microsoft.com/office/drawing/2014/main" id="{35F79354-DB1F-458A-B4A6-085D48D51D48}"/>
              </a:ext>
            </a:extLst>
          </p:cNvPr>
          <p:cNvSpPr>
            <a:spLocks noGrp="1"/>
          </p:cNvSpPr>
          <p:nvPr/>
        </p:nvSpPr>
        <p:spPr>
          <a:xfrm>
            <a:off x="6591296" y="2381250"/>
            <a:ext cx="457200" cy="209550"/>
          </a:xfrm>
          <a:prstGeom prst="rect">
            <a:avLst/>
          </a:prstGeom>
          <a:noFill/>
          <a:ln w="0">
            <a:noFill/>
            <a:prstDash val="solid"/>
          </a:ln>
        </p:spPr>
        <p:txBody>
          <a:bodyPr wrap="square" lIns="0" tIns="0" rIns="0" bIns="0" anchor="t"/>
          <a:lstStyle/>
          <a:p>
            <a:pPr algn="ctr">
              <a:defRPr sz="1425" b="0">
                <a:solidFill>
                  <a:srgbClr val="111111"/>
                </a:solidFill>
                <a:latin typeface="Arial"/>
                <a:ea typeface="Arial"/>
                <a:cs typeface="Arial"/>
              </a:defRPr>
            </a:pPr>
            <a:r>
              <a:rPr sz="1600" b="0" dirty="0">
                <a:solidFill>
                  <a:srgbClr val="111111"/>
                </a:solidFill>
                <a:latin typeface="Arial"/>
                <a:ea typeface="Arial"/>
                <a:cs typeface="Arial"/>
              </a:rPr>
              <a:t>fix</a:t>
            </a:r>
            <a:endParaRPr lang="en" sz="1600" b="0" dirty="0">
              <a:solidFill>
                <a:srgbClr val="111111"/>
              </a:solidFill>
              <a:latin typeface="Arial"/>
              <a:ea typeface="Arial"/>
              <a:cs typeface="Arial"/>
            </a:endParaRPr>
          </a:p>
        </p:txBody>
      </p:sp>
      <p:sp>
        <p:nvSpPr>
          <p:cNvPr id="21" name="直线连接符 20">
            <a:extLst>
              <a:ext uri="{FF2B5EF4-FFF2-40B4-BE49-F238E27FC236}">
                <a16:creationId xmlns:a16="http://schemas.microsoft.com/office/drawing/2014/main" id="{37861445-42E8-4EE5-84BB-1CACE53B4E50}"/>
              </a:ext>
            </a:extLst>
          </p:cNvPr>
          <p:cNvSpPr>
            <a:spLocks noGrp="1"/>
          </p:cNvSpPr>
          <p:nvPr/>
        </p:nvSpPr>
        <p:spPr>
          <a:xfrm>
            <a:off x="8039100" y="2628900"/>
            <a:ext cx="0" cy="0"/>
          </a:xfrm>
          <a:prstGeom prst="line">
            <a:avLst/>
          </a:prstGeom>
          <a:noFill/>
          <a:ln w="47625">
            <a:solidFill>
              <a:srgbClr val="5F6368"/>
            </a:solidFill>
            <a:prstDash val="solid"/>
          </a:ln>
        </p:spPr>
        <p:txBody>
          <a:bodyPr/>
          <a:lstStyle/>
          <a:p>
            <a:endParaRPr lang="en-US"/>
          </a:p>
        </p:txBody>
      </p:sp>
      <p:sp>
        <p:nvSpPr>
          <p:cNvPr id="23" name="矩形 22">
            <a:extLst>
              <a:ext uri="{FF2B5EF4-FFF2-40B4-BE49-F238E27FC236}">
                <a16:creationId xmlns:a16="http://schemas.microsoft.com/office/drawing/2014/main" id="{6588A91C-43D9-4096-A870-A4E9C4135F8C}"/>
              </a:ext>
            </a:extLst>
          </p:cNvPr>
          <p:cNvSpPr>
            <a:spLocks noGrp="1"/>
          </p:cNvSpPr>
          <p:nvPr/>
        </p:nvSpPr>
        <p:spPr>
          <a:xfrm>
            <a:off x="8115300" y="2422182"/>
            <a:ext cx="1676400" cy="342900"/>
          </a:xfrm>
          <a:prstGeom prst="rect">
            <a:avLst/>
          </a:prstGeom>
          <a:solidFill>
            <a:srgbClr val="FFFFFF"/>
          </a:solidFill>
          <a:ln w="9525">
            <a:solidFill>
              <a:srgbClr val="5F6368"/>
            </a:solidFill>
            <a:prstDash val="solid"/>
          </a:ln>
        </p:spPr>
        <p:txBody>
          <a:bodyPr/>
          <a:lstStyle/>
          <a:p>
            <a:endParaRPr lang="en-US"/>
          </a:p>
        </p:txBody>
      </p:sp>
      <p:sp>
        <p:nvSpPr>
          <p:cNvPr id="25" name="矩形 24">
            <a:extLst>
              <a:ext uri="{FF2B5EF4-FFF2-40B4-BE49-F238E27FC236}">
                <a16:creationId xmlns:a16="http://schemas.microsoft.com/office/drawing/2014/main" id="{EF1FEDFF-3A4E-4C47-A612-C8A911CD5220}"/>
              </a:ext>
            </a:extLst>
          </p:cNvPr>
          <p:cNvSpPr>
            <a:spLocks noGrp="1"/>
          </p:cNvSpPr>
          <p:nvPr/>
        </p:nvSpPr>
        <p:spPr>
          <a:xfrm>
            <a:off x="9239250" y="2457450"/>
            <a:ext cx="400050" cy="285750"/>
          </a:xfrm>
          <a:prstGeom prst="rect">
            <a:avLst/>
          </a:prstGeom>
          <a:solidFill>
            <a:srgbClr val="FFFFFF"/>
          </a:solidFill>
          <a:ln w="9525">
            <a:solidFill>
              <a:srgbClr val="5F6368"/>
            </a:solidFill>
            <a:prstDash val="solid"/>
          </a:ln>
        </p:spPr>
        <p:txBody>
          <a:bodyPr/>
          <a:lstStyle/>
          <a:p>
            <a:endParaRPr lang="en-US"/>
          </a:p>
        </p:txBody>
      </p:sp>
      <p:sp>
        <p:nvSpPr>
          <p:cNvPr id="26" name="直线连接符 25">
            <a:extLst>
              <a:ext uri="{FF2B5EF4-FFF2-40B4-BE49-F238E27FC236}">
                <a16:creationId xmlns:a16="http://schemas.microsoft.com/office/drawing/2014/main" id="{1CBFF0D9-94BF-4EED-A505-BE0667E5E12C}"/>
              </a:ext>
            </a:extLst>
          </p:cNvPr>
          <p:cNvSpPr>
            <a:spLocks noGrp="1"/>
          </p:cNvSpPr>
          <p:nvPr/>
        </p:nvSpPr>
        <p:spPr>
          <a:xfrm>
            <a:off x="9334500" y="2533650"/>
            <a:ext cx="209550" cy="0"/>
          </a:xfrm>
          <a:prstGeom prst="line">
            <a:avLst/>
          </a:prstGeom>
          <a:noFill/>
          <a:ln w="9525">
            <a:solidFill>
              <a:srgbClr val="D9D9D9"/>
            </a:solidFill>
            <a:prstDash val="solid"/>
          </a:ln>
        </p:spPr>
        <p:txBody>
          <a:bodyPr/>
          <a:lstStyle/>
          <a:p>
            <a:endParaRPr lang="en-US"/>
          </a:p>
        </p:txBody>
      </p:sp>
      <p:sp>
        <p:nvSpPr>
          <p:cNvPr id="27" name="直线连接符 26">
            <a:extLst>
              <a:ext uri="{FF2B5EF4-FFF2-40B4-BE49-F238E27FC236}">
                <a16:creationId xmlns:a16="http://schemas.microsoft.com/office/drawing/2014/main" id="{052245C5-ECD6-4F76-9B68-A42E99F4D371}"/>
              </a:ext>
            </a:extLst>
          </p:cNvPr>
          <p:cNvSpPr>
            <a:spLocks noGrp="1"/>
          </p:cNvSpPr>
          <p:nvPr/>
        </p:nvSpPr>
        <p:spPr>
          <a:xfrm>
            <a:off x="9334500" y="2609850"/>
            <a:ext cx="209550" cy="0"/>
          </a:xfrm>
          <a:prstGeom prst="line">
            <a:avLst/>
          </a:prstGeom>
          <a:noFill/>
          <a:ln w="9525">
            <a:solidFill>
              <a:srgbClr val="D9D9D9"/>
            </a:solidFill>
            <a:prstDash val="solid"/>
          </a:ln>
        </p:spPr>
        <p:txBody>
          <a:bodyPr/>
          <a:lstStyle/>
          <a:p>
            <a:endParaRPr lang="en-US"/>
          </a:p>
        </p:txBody>
      </p:sp>
      <p:sp>
        <p:nvSpPr>
          <p:cNvPr id="28" name="直线连接符 27">
            <a:extLst>
              <a:ext uri="{FF2B5EF4-FFF2-40B4-BE49-F238E27FC236}">
                <a16:creationId xmlns:a16="http://schemas.microsoft.com/office/drawing/2014/main" id="{987C15E1-E889-443B-8749-5864D68F2C9F}"/>
              </a:ext>
            </a:extLst>
          </p:cNvPr>
          <p:cNvSpPr>
            <a:spLocks noGrp="1"/>
          </p:cNvSpPr>
          <p:nvPr/>
        </p:nvSpPr>
        <p:spPr>
          <a:xfrm>
            <a:off x="9334500" y="2686050"/>
            <a:ext cx="209550" cy="0"/>
          </a:xfrm>
          <a:prstGeom prst="line">
            <a:avLst/>
          </a:prstGeom>
          <a:noFill/>
          <a:ln w="9525">
            <a:solidFill>
              <a:srgbClr val="D9D9D9"/>
            </a:solidFill>
            <a:prstDash val="solid"/>
          </a:ln>
        </p:spPr>
        <p:txBody>
          <a:bodyPr/>
          <a:lstStyle/>
          <a:p>
            <a:endParaRPr lang="en-US"/>
          </a:p>
        </p:txBody>
      </p:sp>
      <p:sp>
        <p:nvSpPr>
          <p:cNvPr id="29" name="矩形 28">
            <a:extLst>
              <a:ext uri="{FF2B5EF4-FFF2-40B4-BE49-F238E27FC236}">
                <a16:creationId xmlns:a16="http://schemas.microsoft.com/office/drawing/2014/main" id="{2A573079-5838-4F56-9A1D-582DC3448764}"/>
              </a:ext>
            </a:extLst>
          </p:cNvPr>
          <p:cNvSpPr>
            <a:spLocks noGrp="1"/>
          </p:cNvSpPr>
          <p:nvPr/>
        </p:nvSpPr>
        <p:spPr>
          <a:xfrm>
            <a:off x="5106420" y="2657474"/>
            <a:ext cx="3562350" cy="228600"/>
          </a:xfrm>
          <a:prstGeom prst="rect">
            <a:avLst/>
          </a:prstGeom>
          <a:noFill/>
          <a:ln w="0">
            <a:noFill/>
            <a:prstDash val="solid"/>
          </a:ln>
        </p:spPr>
        <p:txBody>
          <a:bodyPr wrap="square" lIns="0" tIns="0" rIns="0" bIns="0" anchor="t"/>
          <a:lstStyle/>
          <a:p>
            <a:pPr algn="ctr">
              <a:lnSpc>
                <a:spcPct val="100000"/>
              </a:lnSpc>
              <a:buNone/>
              <a:defRPr sz="1500" b="0">
                <a:solidFill>
                  <a:srgbClr val="111111"/>
                </a:solidFill>
                <a:latin typeface="Arial"/>
                <a:ea typeface="Arial"/>
                <a:cs typeface="Arial"/>
              </a:defRPr>
            </a:pPr>
            <a:r>
              <a:rPr sz="1600" b="0" dirty="0">
                <a:solidFill>
                  <a:srgbClr val="111111"/>
                </a:solidFill>
                <a:latin typeface="Arial"/>
                <a:ea typeface="Arial"/>
                <a:cs typeface="Arial"/>
              </a:rPr>
              <a:t>GPT fault: L2 updates GPT</a:t>
            </a:r>
            <a:r>
              <a:rPr sz="1600" b="0" baseline="-25000" dirty="0">
                <a:solidFill>
                  <a:srgbClr val="111111"/>
                </a:solidFill>
                <a:latin typeface="Arial"/>
                <a:ea typeface="Arial"/>
                <a:cs typeface="Arial"/>
              </a:rPr>
              <a:t>L2</a:t>
            </a:r>
          </a:p>
        </p:txBody>
      </p:sp>
      <p:sp>
        <p:nvSpPr>
          <p:cNvPr id="31" name="直线连接符 30">
            <a:extLst>
              <a:ext uri="{FF2B5EF4-FFF2-40B4-BE49-F238E27FC236}">
                <a16:creationId xmlns:a16="http://schemas.microsoft.com/office/drawing/2014/main" id="{F43BA3EA-D5C0-47F5-8697-6CB8C4FC2A8E}"/>
              </a:ext>
            </a:extLst>
          </p:cNvPr>
          <p:cNvSpPr>
            <a:spLocks noGrp="1"/>
          </p:cNvSpPr>
          <p:nvPr/>
        </p:nvSpPr>
        <p:spPr>
          <a:xfrm>
            <a:off x="7639050" y="3562352"/>
            <a:ext cx="0" cy="0"/>
          </a:xfrm>
          <a:prstGeom prst="line">
            <a:avLst/>
          </a:prstGeom>
          <a:noFill/>
          <a:ln w="47625">
            <a:solidFill>
              <a:srgbClr val="5F6368"/>
            </a:solidFill>
            <a:prstDash val="solid"/>
          </a:ln>
        </p:spPr>
        <p:txBody>
          <a:bodyPr/>
          <a:lstStyle/>
          <a:p>
            <a:endParaRPr lang="en-US"/>
          </a:p>
        </p:txBody>
      </p:sp>
      <p:sp>
        <p:nvSpPr>
          <p:cNvPr id="33" name="矩形 32">
            <a:extLst>
              <a:ext uri="{FF2B5EF4-FFF2-40B4-BE49-F238E27FC236}">
                <a16:creationId xmlns:a16="http://schemas.microsoft.com/office/drawing/2014/main" id="{8700D5EB-A500-41A5-AE19-1EC783A62530}"/>
              </a:ext>
            </a:extLst>
          </p:cNvPr>
          <p:cNvSpPr>
            <a:spLocks noGrp="1"/>
          </p:cNvSpPr>
          <p:nvPr/>
        </p:nvSpPr>
        <p:spPr>
          <a:xfrm>
            <a:off x="5810250" y="3371660"/>
            <a:ext cx="266700" cy="266700"/>
          </a:xfrm>
          <a:prstGeom prst="rect">
            <a:avLst/>
          </a:prstGeom>
          <a:solidFill>
            <a:srgbClr val="2E6CF7"/>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34" name="矩形 33">
            <a:extLst>
              <a:ext uri="{FF2B5EF4-FFF2-40B4-BE49-F238E27FC236}">
                <a16:creationId xmlns:a16="http://schemas.microsoft.com/office/drawing/2014/main" id="{B40D45D4-AEE7-496D-9582-7A2E8DAA0002}"/>
              </a:ext>
            </a:extLst>
          </p:cNvPr>
          <p:cNvSpPr>
            <a:spLocks noGrp="1"/>
          </p:cNvSpPr>
          <p:nvPr/>
        </p:nvSpPr>
        <p:spPr>
          <a:xfrm>
            <a:off x="6133843" y="3400363"/>
            <a:ext cx="2114550" cy="342900"/>
          </a:xfrm>
          <a:prstGeom prst="rect">
            <a:avLst/>
          </a:prstGeom>
          <a:noFill/>
          <a:ln w="0">
            <a:noFill/>
            <a:prstDash val="solid"/>
          </a:ln>
        </p:spPr>
        <p:txBody>
          <a:bodyPr wrap="square" lIns="0" tIns="0" rIns="0" bIns="0" anchor="t"/>
          <a:lstStyle/>
          <a:p>
            <a:pPr algn="l">
              <a:lnSpc>
                <a:spcPct val="105000"/>
              </a:lnSpc>
              <a:buNone/>
              <a:defRPr sz="1575" b="0">
                <a:solidFill>
                  <a:srgbClr val="111111"/>
                </a:solidFill>
                <a:latin typeface="Arial"/>
                <a:ea typeface="Arial"/>
                <a:cs typeface="Arial"/>
              </a:defRPr>
            </a:pPr>
            <a:r>
              <a:rPr sz="1575" b="0" dirty="0">
                <a:solidFill>
                  <a:srgbClr val="111111"/>
                </a:solidFill>
                <a:latin typeface="Arial"/>
                <a:ea typeface="Arial"/>
                <a:cs typeface="Arial"/>
              </a:rPr>
              <a:t>#VE on EPT</a:t>
            </a:r>
            <a:r>
              <a:rPr sz="1575" b="0" baseline="-25000" dirty="0">
                <a:solidFill>
                  <a:srgbClr val="111111"/>
                </a:solidFill>
                <a:latin typeface="Arial"/>
                <a:ea typeface="Arial"/>
                <a:cs typeface="Arial"/>
              </a:rPr>
              <a:t>0-&gt;2 </a:t>
            </a:r>
            <a:r>
              <a:rPr sz="1575" b="0" dirty="0">
                <a:solidFill>
                  <a:srgbClr val="111111"/>
                </a:solidFill>
                <a:latin typeface="Arial"/>
                <a:ea typeface="Arial"/>
                <a:cs typeface="Arial"/>
              </a:rPr>
              <a:t>miss</a:t>
            </a:r>
          </a:p>
        </p:txBody>
      </p:sp>
      <p:sp>
        <p:nvSpPr>
          <p:cNvPr id="35" name="矩形 34">
            <a:extLst>
              <a:ext uri="{FF2B5EF4-FFF2-40B4-BE49-F238E27FC236}">
                <a16:creationId xmlns:a16="http://schemas.microsoft.com/office/drawing/2014/main" id="{3E55ABB5-A19F-4EAC-81EF-2BD60EE9C39E}"/>
              </a:ext>
            </a:extLst>
          </p:cNvPr>
          <p:cNvSpPr>
            <a:spLocks noGrp="1"/>
          </p:cNvSpPr>
          <p:nvPr/>
        </p:nvSpPr>
        <p:spPr>
          <a:xfrm>
            <a:off x="4171950" y="3638552"/>
            <a:ext cx="1466850" cy="41910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#VE</a:t>
            </a:r>
          </a:p>
          <a:p>
            <a:pPr algn="ctr">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Handler</a:t>
            </a:r>
          </a:p>
        </p:txBody>
      </p:sp>
      <p:sp>
        <p:nvSpPr>
          <p:cNvPr id="37" name="直线连接符 36">
            <a:extLst>
              <a:ext uri="{FF2B5EF4-FFF2-40B4-BE49-F238E27FC236}">
                <a16:creationId xmlns:a16="http://schemas.microsoft.com/office/drawing/2014/main" id="{588F6471-2B4B-4ABA-9349-1EE7EFAF08EA}"/>
              </a:ext>
            </a:extLst>
          </p:cNvPr>
          <p:cNvSpPr>
            <a:spLocks noGrp="1"/>
          </p:cNvSpPr>
          <p:nvPr/>
        </p:nvSpPr>
        <p:spPr>
          <a:xfrm>
            <a:off x="6972300" y="3848102"/>
            <a:ext cx="0" cy="0"/>
          </a:xfrm>
          <a:prstGeom prst="line">
            <a:avLst/>
          </a:prstGeom>
          <a:noFill/>
          <a:ln w="47625">
            <a:solidFill>
              <a:srgbClr val="5F6368"/>
            </a:solidFill>
            <a:prstDash val="solid"/>
          </a:ln>
        </p:spPr>
        <p:txBody>
          <a:bodyPr/>
          <a:lstStyle/>
          <a:p>
            <a:endParaRPr lang="en-US"/>
          </a:p>
        </p:txBody>
      </p:sp>
      <p:sp>
        <p:nvSpPr>
          <p:cNvPr id="39" name="矩形 38">
            <a:extLst>
              <a:ext uri="{FF2B5EF4-FFF2-40B4-BE49-F238E27FC236}">
                <a16:creationId xmlns:a16="http://schemas.microsoft.com/office/drawing/2014/main" id="{4F1D664F-E004-4B50-A82F-3972B533FCD7}"/>
              </a:ext>
            </a:extLst>
          </p:cNvPr>
          <p:cNvSpPr>
            <a:spLocks noGrp="1"/>
          </p:cNvSpPr>
          <p:nvPr/>
        </p:nvSpPr>
        <p:spPr>
          <a:xfrm>
            <a:off x="5691188" y="4029077"/>
            <a:ext cx="266700" cy="266700"/>
          </a:xfrm>
          <a:prstGeom prst="rect">
            <a:avLst/>
          </a:prstGeom>
          <a:solidFill>
            <a:srgbClr val="2E6CF7"/>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40" name="矩形 39">
            <a:extLst>
              <a:ext uri="{FF2B5EF4-FFF2-40B4-BE49-F238E27FC236}">
                <a16:creationId xmlns:a16="http://schemas.microsoft.com/office/drawing/2014/main" id="{76FAF694-1B1E-4332-BC89-9BECCB3F8DFB}"/>
              </a:ext>
            </a:extLst>
          </p:cNvPr>
          <p:cNvSpPr>
            <a:spLocks noGrp="1"/>
          </p:cNvSpPr>
          <p:nvPr/>
        </p:nvSpPr>
        <p:spPr>
          <a:xfrm>
            <a:off x="6053138" y="4019552"/>
            <a:ext cx="3314440" cy="342900"/>
          </a:xfrm>
          <a:prstGeom prst="rect">
            <a:avLst/>
          </a:prstGeom>
          <a:noFill/>
          <a:ln w="0">
            <a:noFill/>
            <a:prstDash val="solid"/>
          </a:ln>
        </p:spPr>
        <p:txBody>
          <a:bodyPr wrap="square" lIns="0" tIns="0" rIns="0" bIns="0" anchor="ctr" anchorCtr="0"/>
          <a:lstStyle/>
          <a:p>
            <a:pPr algn="l">
              <a:lnSpc>
                <a:spcPct val="105000"/>
              </a:lnSpc>
              <a:buNone/>
              <a:defRPr sz="1575" b="0">
                <a:solidFill>
                  <a:srgbClr val="111111"/>
                </a:solidFill>
                <a:latin typeface="Arial"/>
                <a:ea typeface="Arial"/>
                <a:cs typeface="Arial"/>
              </a:defRPr>
            </a:pPr>
            <a:r>
              <a:rPr sz="1575" b="0" dirty="0">
                <a:solidFill>
                  <a:srgbClr val="111111"/>
                </a:solidFill>
                <a:latin typeface="Arial"/>
                <a:ea typeface="Arial"/>
                <a:cs typeface="Arial"/>
              </a:rPr>
              <a:t>JANUS_MAP &lt;GPAL2, GPAL1&gt;</a:t>
            </a:r>
          </a:p>
        </p:txBody>
      </p:sp>
      <p:sp>
        <p:nvSpPr>
          <p:cNvPr id="42" name="直线连接符 41">
            <a:extLst>
              <a:ext uri="{FF2B5EF4-FFF2-40B4-BE49-F238E27FC236}">
                <a16:creationId xmlns:a16="http://schemas.microsoft.com/office/drawing/2014/main" id="{36715D73-C1A9-4DFC-857D-7418388971CD}"/>
              </a:ext>
            </a:extLst>
          </p:cNvPr>
          <p:cNvSpPr>
            <a:spLocks noGrp="1"/>
          </p:cNvSpPr>
          <p:nvPr/>
        </p:nvSpPr>
        <p:spPr>
          <a:xfrm>
            <a:off x="4838700" y="4829176"/>
            <a:ext cx="0" cy="0"/>
          </a:xfrm>
          <a:prstGeom prst="line">
            <a:avLst/>
          </a:prstGeom>
          <a:noFill/>
          <a:ln w="47625">
            <a:solidFill>
              <a:srgbClr val="5F6368"/>
            </a:solidFill>
            <a:prstDash val="solid"/>
          </a:ln>
        </p:spPr>
        <p:txBody>
          <a:bodyPr/>
          <a:lstStyle/>
          <a:p>
            <a:endParaRPr lang="en-US"/>
          </a:p>
        </p:txBody>
      </p:sp>
      <p:sp>
        <p:nvSpPr>
          <p:cNvPr id="43" name="直线连接符 42">
            <a:extLst>
              <a:ext uri="{FF2B5EF4-FFF2-40B4-BE49-F238E27FC236}">
                <a16:creationId xmlns:a16="http://schemas.microsoft.com/office/drawing/2014/main" id="{CB0EB0E4-962E-42FF-8D70-05DB134C9E55}"/>
              </a:ext>
            </a:extLst>
          </p:cNvPr>
          <p:cNvSpPr>
            <a:spLocks noGrp="1"/>
          </p:cNvSpPr>
          <p:nvPr/>
        </p:nvSpPr>
        <p:spPr>
          <a:xfrm>
            <a:off x="4838700" y="4829176"/>
            <a:ext cx="85725" cy="0"/>
          </a:xfrm>
          <a:prstGeom prst="line">
            <a:avLst/>
          </a:prstGeom>
          <a:noFill/>
          <a:ln w="47625">
            <a:solidFill>
              <a:srgbClr val="5F6368"/>
            </a:solidFill>
            <a:prstDash val="solid"/>
          </a:ln>
        </p:spPr>
        <p:txBody>
          <a:bodyPr/>
          <a:lstStyle/>
          <a:p>
            <a:endParaRPr lang="en-US"/>
          </a:p>
        </p:txBody>
      </p:sp>
      <p:sp>
        <p:nvSpPr>
          <p:cNvPr id="44" name="矩形 43">
            <a:extLst>
              <a:ext uri="{FF2B5EF4-FFF2-40B4-BE49-F238E27FC236}">
                <a16:creationId xmlns:a16="http://schemas.microsoft.com/office/drawing/2014/main" id="{A6DEC358-3175-422D-BDE6-E0E55C667E75}"/>
              </a:ext>
            </a:extLst>
          </p:cNvPr>
          <p:cNvSpPr>
            <a:spLocks noGrp="1"/>
          </p:cNvSpPr>
          <p:nvPr/>
        </p:nvSpPr>
        <p:spPr>
          <a:xfrm>
            <a:off x="4343400" y="4791076"/>
            <a:ext cx="1466850" cy="41910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#HC</a:t>
            </a:r>
          </a:p>
          <a:p>
            <a:pPr algn="ctr">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Handler</a:t>
            </a:r>
          </a:p>
        </p:txBody>
      </p:sp>
      <p:sp>
        <p:nvSpPr>
          <p:cNvPr id="45" name="矩形 44">
            <a:extLst>
              <a:ext uri="{FF2B5EF4-FFF2-40B4-BE49-F238E27FC236}">
                <a16:creationId xmlns:a16="http://schemas.microsoft.com/office/drawing/2014/main" id="{16A474FA-0A06-4AEF-9F55-2CF777185BB7}"/>
              </a:ext>
            </a:extLst>
          </p:cNvPr>
          <p:cNvSpPr>
            <a:spLocks noGrp="1"/>
          </p:cNvSpPr>
          <p:nvPr/>
        </p:nvSpPr>
        <p:spPr>
          <a:xfrm>
            <a:off x="6572250" y="4705351"/>
            <a:ext cx="266700" cy="266700"/>
          </a:xfrm>
          <a:prstGeom prst="rect">
            <a:avLst/>
          </a:prstGeom>
          <a:solidFill>
            <a:srgbClr val="2E6CF7"/>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46" name="矩形 45">
            <a:extLst>
              <a:ext uri="{FF2B5EF4-FFF2-40B4-BE49-F238E27FC236}">
                <a16:creationId xmlns:a16="http://schemas.microsoft.com/office/drawing/2014/main" id="{8B8B333F-96E9-4E6A-97BF-A4FD5C3148D0}"/>
              </a:ext>
            </a:extLst>
          </p:cNvPr>
          <p:cNvSpPr>
            <a:spLocks noGrp="1"/>
          </p:cNvSpPr>
          <p:nvPr/>
        </p:nvSpPr>
        <p:spPr>
          <a:xfrm>
            <a:off x="6934200" y="4695826"/>
            <a:ext cx="552450" cy="342900"/>
          </a:xfrm>
          <a:prstGeom prst="rect">
            <a:avLst/>
          </a:prstGeom>
          <a:noFill/>
          <a:ln w="0">
            <a:noFill/>
            <a:prstDash val="solid"/>
          </a:ln>
        </p:spPr>
        <p:txBody>
          <a:bodyPr wrap="square" lIns="0" tIns="0" rIns="0" bIns="0" anchor="ctr" anchorCtr="0"/>
          <a:lstStyle/>
          <a:p>
            <a:pPr algn="l">
              <a:lnSpc>
                <a:spcPct val="105000"/>
              </a:lnSpc>
              <a:buNone/>
              <a:defRPr sz="1575" b="0">
                <a:solidFill>
                  <a:srgbClr val="111111"/>
                </a:solidFill>
                <a:latin typeface="Arial"/>
                <a:ea typeface="Arial"/>
                <a:cs typeface="Arial"/>
              </a:defRPr>
            </a:pPr>
            <a:r>
              <a:rPr sz="1575" b="0" dirty="0">
                <a:solidFill>
                  <a:srgbClr val="111111"/>
                </a:solidFill>
                <a:latin typeface="Arial"/>
                <a:ea typeface="Arial"/>
                <a:cs typeface="Arial"/>
              </a:rPr>
              <a:t>fix</a:t>
            </a:r>
          </a:p>
        </p:txBody>
      </p:sp>
      <p:sp>
        <p:nvSpPr>
          <p:cNvPr id="48" name="直线连接符 47">
            <a:extLst>
              <a:ext uri="{FF2B5EF4-FFF2-40B4-BE49-F238E27FC236}">
                <a16:creationId xmlns:a16="http://schemas.microsoft.com/office/drawing/2014/main" id="{DB642AD5-948C-43A1-9AE9-1E44A4B25C80}"/>
              </a:ext>
            </a:extLst>
          </p:cNvPr>
          <p:cNvSpPr>
            <a:spLocks noGrp="1"/>
          </p:cNvSpPr>
          <p:nvPr/>
        </p:nvSpPr>
        <p:spPr>
          <a:xfrm>
            <a:off x="7562850" y="5019676"/>
            <a:ext cx="0" cy="0"/>
          </a:xfrm>
          <a:prstGeom prst="line">
            <a:avLst/>
          </a:prstGeom>
          <a:noFill/>
          <a:ln w="47625">
            <a:solidFill>
              <a:srgbClr val="5F6368"/>
            </a:solidFill>
            <a:prstDash val="solid"/>
          </a:ln>
        </p:spPr>
        <p:txBody>
          <a:bodyPr/>
          <a:lstStyle/>
          <a:p>
            <a:endParaRPr lang="en-US"/>
          </a:p>
        </p:txBody>
      </p:sp>
      <p:sp>
        <p:nvSpPr>
          <p:cNvPr id="50" name="矩形 49">
            <a:extLst>
              <a:ext uri="{FF2B5EF4-FFF2-40B4-BE49-F238E27FC236}">
                <a16:creationId xmlns:a16="http://schemas.microsoft.com/office/drawing/2014/main" id="{6096A620-CDA6-4E47-B88F-C1D1E607465C}"/>
              </a:ext>
            </a:extLst>
          </p:cNvPr>
          <p:cNvSpPr>
            <a:spLocks noGrp="1"/>
          </p:cNvSpPr>
          <p:nvPr/>
        </p:nvSpPr>
        <p:spPr>
          <a:xfrm>
            <a:off x="7734300" y="4752976"/>
            <a:ext cx="1943100" cy="609600"/>
          </a:xfrm>
          <a:prstGeom prst="rect">
            <a:avLst/>
          </a:prstGeom>
          <a:solidFill>
            <a:srgbClr val="FFFFFF"/>
          </a:solidFill>
          <a:ln w="9525">
            <a:solidFill>
              <a:srgbClr val="5F6368"/>
            </a:solidFill>
            <a:prstDash val="solid"/>
          </a:ln>
        </p:spPr>
        <p:txBody>
          <a:bodyPr/>
          <a:lstStyle/>
          <a:p>
            <a:endParaRPr lang="en-US"/>
          </a:p>
        </p:txBody>
      </p:sp>
      <p:sp>
        <p:nvSpPr>
          <p:cNvPr id="51" name="矩形 50">
            <a:extLst>
              <a:ext uri="{FF2B5EF4-FFF2-40B4-BE49-F238E27FC236}">
                <a16:creationId xmlns:a16="http://schemas.microsoft.com/office/drawing/2014/main" id="{1787D925-C9D5-43A5-A252-19997C4B4F7E}"/>
              </a:ext>
            </a:extLst>
          </p:cNvPr>
          <p:cNvSpPr>
            <a:spLocks noGrp="1"/>
          </p:cNvSpPr>
          <p:nvPr/>
        </p:nvSpPr>
        <p:spPr>
          <a:xfrm>
            <a:off x="7943850" y="4924426"/>
            <a:ext cx="1047750" cy="285750"/>
          </a:xfrm>
          <a:prstGeom prst="rect">
            <a:avLst/>
          </a:prstGeom>
          <a:noFill/>
          <a:ln w="0">
            <a:noFill/>
            <a:prstDash val="solid"/>
          </a:ln>
        </p:spPr>
        <p:txBody>
          <a:bodyPr wrap="square" lIns="0" tIns="0" rIns="0" bIns="0" anchor="t"/>
          <a:lstStyle/>
          <a:p>
            <a:pPr algn="ctr">
              <a:lnSpc>
                <a:spcPct val="100000"/>
              </a:lnSpc>
              <a:buNone/>
              <a:defRPr sz="1800" b="1">
                <a:solidFill>
                  <a:srgbClr val="111111"/>
                </a:solidFill>
                <a:latin typeface="Arial"/>
                <a:ea typeface="Arial"/>
                <a:cs typeface="Arial"/>
              </a:defRPr>
            </a:pPr>
            <a:r>
              <a:rPr sz="1800" b="1" dirty="0">
                <a:solidFill>
                  <a:srgbClr val="111111"/>
                </a:solidFill>
                <a:latin typeface="Arial"/>
                <a:ea typeface="Arial"/>
                <a:cs typeface="Arial"/>
              </a:rPr>
              <a:t>EPT</a:t>
            </a:r>
            <a:r>
              <a:rPr sz="1800" b="1" baseline="-25000" dirty="0">
                <a:solidFill>
                  <a:srgbClr val="111111"/>
                </a:solidFill>
                <a:latin typeface="Arial"/>
                <a:ea typeface="Arial"/>
                <a:cs typeface="Arial"/>
              </a:rPr>
              <a:t>0-&gt;2</a:t>
            </a:r>
          </a:p>
        </p:txBody>
      </p:sp>
      <p:sp>
        <p:nvSpPr>
          <p:cNvPr id="52" name="矩形 51">
            <a:extLst>
              <a:ext uri="{FF2B5EF4-FFF2-40B4-BE49-F238E27FC236}">
                <a16:creationId xmlns:a16="http://schemas.microsoft.com/office/drawing/2014/main" id="{AE604515-6483-4C09-B742-F5C2882A0BC2}"/>
              </a:ext>
            </a:extLst>
          </p:cNvPr>
          <p:cNvSpPr>
            <a:spLocks noGrp="1"/>
          </p:cNvSpPr>
          <p:nvPr/>
        </p:nvSpPr>
        <p:spPr>
          <a:xfrm>
            <a:off x="9105900" y="4924426"/>
            <a:ext cx="400050" cy="285750"/>
          </a:xfrm>
          <a:prstGeom prst="rect">
            <a:avLst/>
          </a:prstGeom>
          <a:solidFill>
            <a:srgbClr val="FFFFFF"/>
          </a:solidFill>
          <a:ln w="9525">
            <a:solidFill>
              <a:srgbClr val="5F6368"/>
            </a:solidFill>
            <a:prstDash val="solid"/>
          </a:ln>
        </p:spPr>
        <p:txBody>
          <a:bodyPr/>
          <a:lstStyle/>
          <a:p>
            <a:endParaRPr lang="en-US"/>
          </a:p>
        </p:txBody>
      </p:sp>
      <p:sp>
        <p:nvSpPr>
          <p:cNvPr id="53" name="直线连接符 52">
            <a:extLst>
              <a:ext uri="{FF2B5EF4-FFF2-40B4-BE49-F238E27FC236}">
                <a16:creationId xmlns:a16="http://schemas.microsoft.com/office/drawing/2014/main" id="{E9573E09-45B9-4B04-8416-1ADCD967172A}"/>
              </a:ext>
            </a:extLst>
          </p:cNvPr>
          <p:cNvSpPr>
            <a:spLocks noGrp="1"/>
          </p:cNvSpPr>
          <p:nvPr/>
        </p:nvSpPr>
        <p:spPr>
          <a:xfrm>
            <a:off x="9201150" y="5000626"/>
            <a:ext cx="209550" cy="0"/>
          </a:xfrm>
          <a:prstGeom prst="line">
            <a:avLst/>
          </a:prstGeom>
          <a:noFill/>
          <a:ln w="9525">
            <a:solidFill>
              <a:srgbClr val="D9D9D9"/>
            </a:solidFill>
            <a:prstDash val="solid"/>
          </a:ln>
        </p:spPr>
        <p:txBody>
          <a:bodyPr/>
          <a:lstStyle/>
          <a:p>
            <a:endParaRPr lang="en-US"/>
          </a:p>
        </p:txBody>
      </p:sp>
      <p:sp>
        <p:nvSpPr>
          <p:cNvPr id="54" name="直线连接符 53">
            <a:extLst>
              <a:ext uri="{FF2B5EF4-FFF2-40B4-BE49-F238E27FC236}">
                <a16:creationId xmlns:a16="http://schemas.microsoft.com/office/drawing/2014/main" id="{8A9E356D-CA0D-44DA-981E-E1D1EB1D47E5}"/>
              </a:ext>
            </a:extLst>
          </p:cNvPr>
          <p:cNvSpPr>
            <a:spLocks noGrp="1"/>
          </p:cNvSpPr>
          <p:nvPr/>
        </p:nvSpPr>
        <p:spPr>
          <a:xfrm>
            <a:off x="9201150" y="5076826"/>
            <a:ext cx="209550" cy="0"/>
          </a:xfrm>
          <a:prstGeom prst="line">
            <a:avLst/>
          </a:prstGeom>
          <a:noFill/>
          <a:ln w="9525">
            <a:solidFill>
              <a:srgbClr val="D9D9D9"/>
            </a:solidFill>
            <a:prstDash val="solid"/>
          </a:ln>
        </p:spPr>
        <p:txBody>
          <a:bodyPr/>
          <a:lstStyle/>
          <a:p>
            <a:endParaRPr lang="en-US"/>
          </a:p>
        </p:txBody>
      </p:sp>
      <p:sp>
        <p:nvSpPr>
          <p:cNvPr id="55" name="直线连接符 54">
            <a:extLst>
              <a:ext uri="{FF2B5EF4-FFF2-40B4-BE49-F238E27FC236}">
                <a16:creationId xmlns:a16="http://schemas.microsoft.com/office/drawing/2014/main" id="{1C594D8E-E93A-4D1E-B06F-B98FA55B59E6}"/>
              </a:ext>
            </a:extLst>
          </p:cNvPr>
          <p:cNvSpPr>
            <a:spLocks noGrp="1"/>
          </p:cNvSpPr>
          <p:nvPr/>
        </p:nvSpPr>
        <p:spPr>
          <a:xfrm>
            <a:off x="9201150" y="5153026"/>
            <a:ext cx="209550" cy="0"/>
          </a:xfrm>
          <a:prstGeom prst="line">
            <a:avLst/>
          </a:prstGeom>
          <a:noFill/>
          <a:ln w="9525">
            <a:solidFill>
              <a:srgbClr val="D9D9D9"/>
            </a:solidFill>
            <a:prstDash val="solid"/>
          </a:ln>
        </p:spPr>
        <p:txBody>
          <a:bodyPr/>
          <a:lstStyle/>
          <a:p>
            <a:endParaRPr lang="en-US"/>
          </a:p>
        </p:txBody>
      </p:sp>
      <p:sp>
        <p:nvSpPr>
          <p:cNvPr id="56" name="矩形 55">
            <a:extLst>
              <a:ext uri="{FF2B5EF4-FFF2-40B4-BE49-F238E27FC236}">
                <a16:creationId xmlns:a16="http://schemas.microsoft.com/office/drawing/2014/main" id="{159FA21F-F597-41BD-A68E-2C8F550686F1}"/>
              </a:ext>
            </a:extLst>
          </p:cNvPr>
          <p:cNvSpPr>
            <a:spLocks noGrp="1"/>
          </p:cNvSpPr>
          <p:nvPr/>
        </p:nvSpPr>
        <p:spPr>
          <a:xfrm>
            <a:off x="3038475" y="4533901"/>
            <a:ext cx="266700" cy="266700"/>
          </a:xfrm>
          <a:prstGeom prst="rect">
            <a:avLst/>
          </a:prstGeom>
          <a:solidFill>
            <a:srgbClr val="2E6CF7"/>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57" name="矩形 56">
            <a:extLst>
              <a:ext uri="{FF2B5EF4-FFF2-40B4-BE49-F238E27FC236}">
                <a16:creationId xmlns:a16="http://schemas.microsoft.com/office/drawing/2014/main" id="{4FEA0FBB-4B58-4223-8384-2B9FDE056AAA}"/>
              </a:ext>
            </a:extLst>
          </p:cNvPr>
          <p:cNvSpPr>
            <a:spLocks noGrp="1"/>
          </p:cNvSpPr>
          <p:nvPr/>
        </p:nvSpPr>
        <p:spPr>
          <a:xfrm>
            <a:off x="3400425" y="4524376"/>
            <a:ext cx="1200150" cy="342900"/>
          </a:xfrm>
          <a:prstGeom prst="rect">
            <a:avLst/>
          </a:prstGeom>
          <a:noFill/>
          <a:ln w="0">
            <a:noFill/>
            <a:prstDash val="solid"/>
          </a:ln>
        </p:spPr>
        <p:txBody>
          <a:bodyPr wrap="square" lIns="0" tIns="0" rIns="0" bIns="0" anchor="ctr" anchorCtr="0"/>
          <a:lstStyle/>
          <a:p>
            <a:pPr algn="l">
              <a:lnSpc>
                <a:spcPct val="105000"/>
              </a:lnSpc>
              <a:buNone/>
              <a:defRPr sz="1575" b="0">
                <a:solidFill>
                  <a:srgbClr val="111111"/>
                </a:solidFill>
                <a:latin typeface="Arial"/>
                <a:ea typeface="Arial"/>
                <a:cs typeface="Arial"/>
              </a:defRPr>
            </a:pPr>
            <a:r>
              <a:rPr sz="1575" b="0" dirty="0">
                <a:solidFill>
                  <a:srgbClr val="111111"/>
                </a:solidFill>
                <a:latin typeface="Arial"/>
                <a:ea typeface="Arial"/>
                <a:cs typeface="Arial"/>
              </a:rPr>
              <a:t>resume L1</a:t>
            </a:r>
          </a:p>
        </p:txBody>
      </p:sp>
      <p:sp>
        <p:nvSpPr>
          <p:cNvPr id="58" name="直线连接符 57">
            <a:extLst>
              <a:ext uri="{FF2B5EF4-FFF2-40B4-BE49-F238E27FC236}">
                <a16:creationId xmlns:a16="http://schemas.microsoft.com/office/drawing/2014/main" id="{A0E5F4DA-4575-41B0-B339-E65CC03551AF}"/>
              </a:ext>
            </a:extLst>
          </p:cNvPr>
          <p:cNvSpPr>
            <a:spLocks noGrp="1"/>
          </p:cNvSpPr>
          <p:nvPr/>
        </p:nvSpPr>
        <p:spPr>
          <a:xfrm>
            <a:off x="3390900" y="4829176"/>
            <a:ext cx="0" cy="0"/>
          </a:xfrm>
          <a:prstGeom prst="line">
            <a:avLst/>
          </a:prstGeom>
          <a:noFill/>
          <a:ln w="47625">
            <a:solidFill>
              <a:srgbClr val="5F6368"/>
            </a:solidFill>
            <a:prstDash val="solid"/>
          </a:ln>
        </p:spPr>
        <p:txBody>
          <a:bodyPr/>
          <a:lstStyle/>
          <a:p>
            <a:endParaRPr lang="en-US"/>
          </a:p>
        </p:txBody>
      </p:sp>
      <p:sp>
        <p:nvSpPr>
          <p:cNvPr id="61" name="矩形 60">
            <a:extLst>
              <a:ext uri="{FF2B5EF4-FFF2-40B4-BE49-F238E27FC236}">
                <a16:creationId xmlns:a16="http://schemas.microsoft.com/office/drawing/2014/main" id="{21900F32-2938-4422-BBFB-E323A467C037}"/>
              </a:ext>
            </a:extLst>
          </p:cNvPr>
          <p:cNvSpPr>
            <a:spLocks noGrp="1"/>
          </p:cNvSpPr>
          <p:nvPr/>
        </p:nvSpPr>
        <p:spPr>
          <a:xfrm>
            <a:off x="2806658" y="3379319"/>
            <a:ext cx="266700" cy="266700"/>
          </a:xfrm>
          <a:prstGeom prst="rect">
            <a:avLst/>
          </a:prstGeom>
          <a:solidFill>
            <a:srgbClr val="2E6CF7"/>
          </a:solidFill>
          <a:ln w="0">
            <a:solidFill>
              <a:srgbClr val="5F6368"/>
            </a:solidFill>
            <a:prstDash val="solid"/>
          </a:ln>
        </p:spPr>
        <p:txBody>
          <a:bodyPr wrap="square" lIns="76200" tIns="0" rIns="76200" bIns="0" anchor="ctr"/>
          <a:lstStyle/>
          <a:p>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sp>
        <p:nvSpPr>
          <p:cNvPr id="62" name="矩形 61">
            <a:extLst>
              <a:ext uri="{FF2B5EF4-FFF2-40B4-BE49-F238E27FC236}">
                <a16:creationId xmlns:a16="http://schemas.microsoft.com/office/drawing/2014/main" id="{9D02FD95-73F1-49F1-8C07-128B451FBA10}"/>
              </a:ext>
            </a:extLst>
          </p:cNvPr>
          <p:cNvSpPr>
            <a:spLocks noGrp="1"/>
          </p:cNvSpPr>
          <p:nvPr/>
        </p:nvSpPr>
        <p:spPr>
          <a:xfrm>
            <a:off x="3168608" y="3369794"/>
            <a:ext cx="1257300" cy="342900"/>
          </a:xfrm>
          <a:prstGeom prst="rect">
            <a:avLst/>
          </a:prstGeom>
          <a:noFill/>
          <a:ln w="0">
            <a:noFill/>
            <a:prstDash val="solid"/>
          </a:ln>
        </p:spPr>
        <p:txBody>
          <a:bodyPr wrap="square" lIns="0" tIns="0" rIns="0" bIns="0" anchor="ctr" anchorCtr="0"/>
          <a:lstStyle/>
          <a:p>
            <a:pPr algn="l">
              <a:lnSpc>
                <a:spcPct val="105000"/>
              </a:lnSpc>
              <a:buNone/>
              <a:defRPr sz="1575" b="0">
                <a:solidFill>
                  <a:srgbClr val="111111"/>
                </a:solidFill>
                <a:latin typeface="Arial"/>
                <a:ea typeface="Arial"/>
                <a:cs typeface="Arial"/>
              </a:defRPr>
            </a:pPr>
            <a:r>
              <a:rPr sz="1575" b="0" dirty="0">
                <a:solidFill>
                  <a:srgbClr val="111111"/>
                </a:solidFill>
                <a:latin typeface="Arial"/>
                <a:ea typeface="Arial"/>
                <a:cs typeface="Arial"/>
              </a:rPr>
              <a:t>resume L2</a:t>
            </a:r>
          </a:p>
        </p:txBody>
      </p:sp>
      <p:sp>
        <p:nvSpPr>
          <p:cNvPr id="63" name="矩形 62">
            <a:extLst>
              <a:ext uri="{FF2B5EF4-FFF2-40B4-BE49-F238E27FC236}">
                <a16:creationId xmlns:a16="http://schemas.microsoft.com/office/drawing/2014/main" id="{731AE2E3-826A-40BA-840B-B439440F263B}"/>
              </a:ext>
            </a:extLst>
          </p:cNvPr>
          <p:cNvSpPr>
            <a:spLocks noGrp="1"/>
          </p:cNvSpPr>
          <p:nvPr/>
        </p:nvSpPr>
        <p:spPr>
          <a:xfrm>
            <a:off x="10477500" y="2172166"/>
            <a:ext cx="1440000" cy="720000"/>
          </a:xfrm>
          <a:prstGeom prst="rect">
            <a:avLst/>
          </a:prstGeom>
          <a:solidFill>
            <a:schemeClr val="accent4">
              <a:lumMod val="40000"/>
              <a:lumOff val="60000"/>
            </a:schemeClr>
          </a:solidFill>
          <a:ln w="9525">
            <a:solidFill>
              <a:srgbClr val="D9D9D9"/>
            </a:solidFill>
            <a:prstDash val="solid"/>
          </a:ln>
        </p:spPr>
        <p:txBody>
          <a:bodyPr wrap="square" lIns="76200" tIns="72000" rIns="76200" bIns="0" anchor="ctr"/>
          <a:lstStyle/>
          <a:p>
            <a:pPr algn="ctr">
              <a:lnSpc>
                <a:spcPct val="105000"/>
              </a:lnSpc>
              <a:buNone/>
              <a:defRPr sz="1500" b="0">
                <a:solidFill>
                  <a:srgbClr val="111111"/>
                </a:solidFill>
                <a:latin typeface="Arial"/>
                <a:ea typeface="Arial"/>
                <a:cs typeface="Arial"/>
              </a:defRPr>
            </a:pPr>
            <a:r>
              <a:rPr sz="1500" b="0" dirty="0">
                <a:solidFill>
                  <a:srgbClr val="2E6CF7"/>
                </a:solidFill>
                <a:latin typeface="Arial"/>
                <a:ea typeface="Arial"/>
                <a:cs typeface="Arial"/>
              </a:rPr>
              <a:t>GPT</a:t>
            </a:r>
            <a:r>
              <a:rPr sz="1500" b="0" baseline="-25000" dirty="0">
                <a:solidFill>
                  <a:srgbClr val="2E6CF7"/>
                </a:solidFill>
                <a:latin typeface="Arial"/>
                <a:ea typeface="Arial"/>
                <a:cs typeface="Arial"/>
              </a:rPr>
              <a:t>L2</a:t>
            </a:r>
            <a:r>
              <a:rPr sz="1500" b="0" dirty="0">
                <a:solidFill>
                  <a:srgbClr val="2E6CF7"/>
                </a:solidFill>
                <a:latin typeface="Arial"/>
                <a:ea typeface="Arial"/>
                <a:cs typeface="Arial"/>
              </a:rPr>
              <a:t> stays</a:t>
            </a:r>
          </a:p>
          <a:p>
            <a:pPr algn="ctr">
              <a:lnSpc>
                <a:spcPct val="105000"/>
              </a:lnSpc>
              <a:buNone/>
              <a:defRPr sz="1500" b="0">
                <a:solidFill>
                  <a:srgbClr val="111111"/>
                </a:solidFill>
                <a:latin typeface="Arial"/>
                <a:ea typeface="Arial"/>
                <a:cs typeface="Arial"/>
              </a:defRPr>
            </a:pPr>
            <a:r>
              <a:rPr sz="1500" b="0" dirty="0">
                <a:solidFill>
                  <a:srgbClr val="2E6CF7"/>
                </a:solidFill>
                <a:latin typeface="Arial"/>
                <a:ea typeface="Arial"/>
                <a:cs typeface="Arial"/>
              </a:rPr>
              <a:t>writable</a:t>
            </a:r>
          </a:p>
        </p:txBody>
      </p:sp>
      <p:sp>
        <p:nvSpPr>
          <p:cNvPr id="64" name="矩形 63">
            <a:extLst>
              <a:ext uri="{FF2B5EF4-FFF2-40B4-BE49-F238E27FC236}">
                <a16:creationId xmlns:a16="http://schemas.microsoft.com/office/drawing/2014/main" id="{937C2741-2B00-4349-A62E-E4BA5333EE95}"/>
              </a:ext>
            </a:extLst>
          </p:cNvPr>
          <p:cNvSpPr>
            <a:spLocks noGrp="1"/>
          </p:cNvSpPr>
          <p:nvPr/>
        </p:nvSpPr>
        <p:spPr>
          <a:xfrm>
            <a:off x="10504007" y="3449649"/>
            <a:ext cx="1440000" cy="720000"/>
          </a:xfrm>
          <a:prstGeom prst="rect">
            <a:avLst/>
          </a:prstGeom>
          <a:solidFill>
            <a:schemeClr val="accent4">
              <a:lumMod val="40000"/>
              <a:lumOff val="60000"/>
            </a:schemeClr>
          </a:solidFill>
          <a:ln w="9525">
            <a:solidFill>
              <a:srgbClr val="D9D9D9"/>
            </a:solidFill>
            <a:prstDash val="solid"/>
          </a:ln>
        </p:spPr>
        <p:txBody>
          <a:bodyPr wrap="square" lIns="76200" tIns="72000" rIns="76200" bIns="0" anchor="ctr"/>
          <a:lstStyle/>
          <a:p>
            <a:pPr algn="ctr">
              <a:lnSpc>
                <a:spcPct val="105000"/>
              </a:lnSpc>
              <a:buNone/>
              <a:defRPr sz="1500" b="0">
                <a:solidFill>
                  <a:srgbClr val="111111"/>
                </a:solidFill>
                <a:latin typeface="Arial"/>
                <a:ea typeface="Arial"/>
                <a:cs typeface="Arial"/>
              </a:defRPr>
            </a:pPr>
            <a:r>
              <a:rPr sz="1500" b="0" dirty="0">
                <a:solidFill>
                  <a:srgbClr val="2E6CF7"/>
                </a:solidFill>
                <a:latin typeface="Arial"/>
                <a:ea typeface="Arial"/>
                <a:cs typeface="Arial"/>
              </a:rPr>
              <a:t>#VE keeps L0</a:t>
            </a:r>
          </a:p>
          <a:p>
            <a:pPr algn="ctr">
              <a:lnSpc>
                <a:spcPct val="105000"/>
              </a:lnSpc>
              <a:buNone/>
              <a:defRPr sz="1500" b="0">
                <a:solidFill>
                  <a:srgbClr val="111111"/>
                </a:solidFill>
                <a:latin typeface="Arial"/>
                <a:ea typeface="Arial"/>
                <a:cs typeface="Arial"/>
              </a:defRPr>
            </a:pPr>
            <a:r>
              <a:rPr sz="1500" b="0" dirty="0">
                <a:solidFill>
                  <a:srgbClr val="2E6CF7"/>
                </a:solidFill>
                <a:latin typeface="Arial"/>
                <a:ea typeface="Arial"/>
                <a:cs typeface="Arial"/>
              </a:rPr>
              <a:t>off first exit</a:t>
            </a:r>
          </a:p>
        </p:txBody>
      </p:sp>
      <p:sp>
        <p:nvSpPr>
          <p:cNvPr id="65" name="矩形 64">
            <a:extLst>
              <a:ext uri="{FF2B5EF4-FFF2-40B4-BE49-F238E27FC236}">
                <a16:creationId xmlns:a16="http://schemas.microsoft.com/office/drawing/2014/main" id="{8303DE93-079A-4D91-9E7C-E39B8A9367D2}"/>
              </a:ext>
            </a:extLst>
          </p:cNvPr>
          <p:cNvSpPr>
            <a:spLocks noGrp="1"/>
          </p:cNvSpPr>
          <p:nvPr/>
        </p:nvSpPr>
        <p:spPr>
          <a:xfrm>
            <a:off x="10519773" y="4609069"/>
            <a:ext cx="1440000" cy="720000"/>
          </a:xfrm>
          <a:prstGeom prst="rect">
            <a:avLst/>
          </a:prstGeom>
          <a:solidFill>
            <a:schemeClr val="accent4">
              <a:lumMod val="40000"/>
              <a:lumOff val="60000"/>
            </a:schemeClr>
          </a:solidFill>
          <a:ln w="9525">
            <a:solidFill>
              <a:srgbClr val="D9D9D9"/>
            </a:solidFill>
            <a:prstDash val="solid"/>
          </a:ln>
        </p:spPr>
        <p:txBody>
          <a:bodyPr wrap="square" lIns="76200" tIns="72000" rIns="76200" bIns="0" anchor="ctr"/>
          <a:lstStyle/>
          <a:p>
            <a:pPr algn="ctr">
              <a:lnSpc>
                <a:spcPct val="105000"/>
              </a:lnSpc>
              <a:buNone/>
              <a:defRPr sz="1500" b="0">
                <a:solidFill>
                  <a:srgbClr val="111111"/>
                </a:solidFill>
                <a:latin typeface="Arial"/>
                <a:ea typeface="Arial"/>
                <a:cs typeface="Arial"/>
              </a:defRPr>
            </a:pPr>
            <a:r>
              <a:rPr sz="1500" b="0" dirty="0">
                <a:solidFill>
                  <a:srgbClr val="2E6CF7"/>
                </a:solidFill>
                <a:latin typeface="Arial"/>
                <a:ea typeface="Arial"/>
                <a:cs typeface="Arial"/>
              </a:rPr>
              <a:t>L0 </a:t>
            </a:r>
            <a:r>
              <a:rPr lang="en-US" sz="1500" b="0" dirty="0">
                <a:solidFill>
                  <a:srgbClr val="2E6CF7"/>
                </a:solidFill>
                <a:latin typeface="Arial"/>
                <a:ea typeface="Arial"/>
                <a:cs typeface="Arial"/>
              </a:rPr>
              <a:t>install</a:t>
            </a:r>
          </a:p>
          <a:p>
            <a:pPr algn="ctr">
              <a:lnSpc>
                <a:spcPct val="105000"/>
              </a:lnSpc>
              <a:buNone/>
              <a:defRPr sz="1500" b="0">
                <a:solidFill>
                  <a:srgbClr val="111111"/>
                </a:solidFill>
                <a:latin typeface="Arial"/>
                <a:ea typeface="Arial"/>
                <a:cs typeface="Arial"/>
              </a:defRPr>
            </a:pPr>
            <a:r>
              <a:rPr lang="en-US" sz="1500" dirty="0">
                <a:solidFill>
                  <a:srgbClr val="2E6CF7"/>
                </a:solidFill>
                <a:latin typeface="Arial"/>
                <a:ea typeface="Arial"/>
                <a:cs typeface="Arial"/>
              </a:rPr>
              <a:t>mappings</a:t>
            </a:r>
            <a:endParaRPr sz="1500" b="0" dirty="0">
              <a:solidFill>
                <a:srgbClr val="2E6CF7"/>
              </a:solidFill>
              <a:latin typeface="Arial"/>
              <a:ea typeface="Arial"/>
              <a:cs typeface="Arial"/>
            </a:endParaRPr>
          </a:p>
        </p:txBody>
      </p:sp>
      <p:sp>
        <p:nvSpPr>
          <p:cNvPr id="66" name="矩形 65">
            <a:extLst>
              <a:ext uri="{FF2B5EF4-FFF2-40B4-BE49-F238E27FC236}">
                <a16:creationId xmlns:a16="http://schemas.microsoft.com/office/drawing/2014/main" id="{1721AC8F-4F3A-4905-9020-48321093BCB3}"/>
              </a:ext>
            </a:extLst>
          </p:cNvPr>
          <p:cNvSpPr>
            <a:spLocks noGrp="1"/>
          </p:cNvSpPr>
          <p:nvPr/>
        </p:nvSpPr>
        <p:spPr>
          <a:xfrm>
            <a:off x="1314450" y="5886450"/>
            <a:ext cx="9563100" cy="400050"/>
          </a:xfrm>
          <a:prstGeom prst="rect">
            <a:avLst/>
          </a:prstGeom>
          <a:noFill/>
          <a:ln w="0">
            <a:noFill/>
            <a:prstDash val="solid"/>
          </a:ln>
        </p:spPr>
        <p:txBody>
          <a:bodyPr wrap="square" lIns="0" tIns="0" rIns="0" bIns="0" anchor="t"/>
          <a:lstStyle/>
          <a:p>
            <a:pPr algn="ctr">
              <a:lnSpc>
                <a:spcPct val="100000"/>
              </a:lnSpc>
              <a:buNone/>
              <a:defRPr sz="2325" b="1">
                <a:solidFill>
                  <a:srgbClr val="A40000"/>
                </a:solidFill>
                <a:latin typeface="Arial"/>
                <a:ea typeface="Arial"/>
                <a:cs typeface="Arial"/>
              </a:defRPr>
            </a:pPr>
            <a:r>
              <a:rPr sz="2325" b="1" dirty="0">
                <a:solidFill>
                  <a:srgbClr val="A40000"/>
                </a:solidFill>
                <a:latin typeface="Arial"/>
                <a:ea typeface="Arial"/>
                <a:cs typeface="Arial"/>
              </a:rPr>
              <a:t>L1 diagnoses the miss; L0 validates and installs the final mapping</a:t>
            </a:r>
          </a:p>
        </p:txBody>
      </p:sp>
      <p:sp>
        <p:nvSpPr>
          <p:cNvPr id="67" name="矩形 66">
            <a:extLst>
              <a:ext uri="{FF2B5EF4-FFF2-40B4-BE49-F238E27FC236}">
                <a16:creationId xmlns:a16="http://schemas.microsoft.com/office/drawing/2014/main" id="{950C09E5-1211-4291-9895-1021B71B54B8}"/>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18</a:t>
            </a:r>
          </a:p>
        </p:txBody>
      </p:sp>
      <p:cxnSp>
        <p:nvCxnSpPr>
          <p:cNvPr id="70" name="直线箭头连接符 69">
            <a:extLst>
              <a:ext uri="{FF2B5EF4-FFF2-40B4-BE49-F238E27FC236}">
                <a16:creationId xmlns:a16="http://schemas.microsoft.com/office/drawing/2014/main" id="{DDBF6508-D07A-2D31-5623-1CC0ECBF07EF}"/>
              </a:ext>
            </a:extLst>
          </p:cNvPr>
          <p:cNvCxnSpPr>
            <a:cxnSpLocks/>
            <a:stCxn id="18" idx="3"/>
            <a:endCxn id="23" idx="1"/>
          </p:cNvCxnSpPr>
          <p:nvPr/>
        </p:nvCxnSpPr>
        <p:spPr>
          <a:xfrm>
            <a:off x="5524500" y="2591058"/>
            <a:ext cx="2590800" cy="257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D110BAE3-E527-6B37-7A1F-2561630535D3}"/>
              </a:ext>
            </a:extLst>
          </p:cNvPr>
          <p:cNvSpPr>
            <a:spLocks noGrp="1"/>
          </p:cNvSpPr>
          <p:nvPr/>
        </p:nvSpPr>
        <p:spPr>
          <a:xfrm>
            <a:off x="8305800" y="2472064"/>
            <a:ext cx="723900" cy="238095"/>
          </a:xfrm>
          <a:prstGeom prst="rect">
            <a:avLst/>
          </a:prstGeom>
          <a:noFill/>
          <a:ln w="0">
            <a:noFill/>
            <a:prstDash val="solid"/>
          </a:ln>
        </p:spPr>
        <p:txBody>
          <a:bodyPr wrap="square" lIns="0" tIns="0" rIns="0" bIns="0" anchor="t"/>
          <a:lstStyle/>
          <a:p>
            <a:pPr algn="ctr">
              <a:defRPr sz="1425" b="0">
                <a:solidFill>
                  <a:srgbClr val="111111"/>
                </a:solidFill>
                <a:latin typeface="Arial"/>
                <a:ea typeface="Arial"/>
                <a:cs typeface="Arial"/>
              </a:defRPr>
            </a:pPr>
            <a:r>
              <a:rPr lang="en" sz="1600" b="0" dirty="0">
                <a:solidFill>
                  <a:srgbClr val="111111"/>
                </a:solidFill>
                <a:latin typeface="Arial"/>
                <a:ea typeface="Arial"/>
                <a:cs typeface="Arial"/>
              </a:rPr>
              <a:t>GPT</a:t>
            </a:r>
            <a:r>
              <a:rPr lang="en" sz="1600" b="0" baseline="-25000" dirty="0">
                <a:solidFill>
                  <a:srgbClr val="111111"/>
                </a:solidFill>
                <a:latin typeface="Arial"/>
                <a:ea typeface="Arial"/>
                <a:cs typeface="Arial"/>
              </a:rPr>
              <a:t>L2</a:t>
            </a:r>
          </a:p>
        </p:txBody>
      </p:sp>
      <p:cxnSp>
        <p:nvCxnSpPr>
          <p:cNvPr id="81" name="肘形连接符 80">
            <a:extLst>
              <a:ext uri="{FF2B5EF4-FFF2-40B4-BE49-F238E27FC236}">
                <a16:creationId xmlns:a16="http://schemas.microsoft.com/office/drawing/2014/main" id="{8D7818EA-B142-49CA-67A8-1F418E9968DB}"/>
              </a:ext>
            </a:extLst>
          </p:cNvPr>
          <p:cNvCxnSpPr>
            <a:cxnSpLocks/>
          </p:cNvCxnSpPr>
          <p:nvPr/>
        </p:nvCxnSpPr>
        <p:spPr>
          <a:xfrm rot="5400000">
            <a:off x="5164414" y="3136619"/>
            <a:ext cx="520143" cy="504830"/>
          </a:xfrm>
          <a:prstGeom prst="bentConnector3">
            <a:avLst>
              <a:gd name="adj1" fmla="val 60987"/>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线箭头连接符 82">
            <a:extLst>
              <a:ext uri="{FF2B5EF4-FFF2-40B4-BE49-F238E27FC236}">
                <a16:creationId xmlns:a16="http://schemas.microsoft.com/office/drawing/2014/main" id="{C94BC703-EDA3-FE49-425F-C3E088F6F357}"/>
              </a:ext>
            </a:extLst>
          </p:cNvPr>
          <p:cNvCxnSpPr>
            <a:cxnSpLocks/>
          </p:cNvCxnSpPr>
          <p:nvPr/>
        </p:nvCxnSpPr>
        <p:spPr>
          <a:xfrm>
            <a:off x="5500687" y="4067177"/>
            <a:ext cx="0" cy="72389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线箭头连接符 89">
            <a:extLst>
              <a:ext uri="{FF2B5EF4-FFF2-40B4-BE49-F238E27FC236}">
                <a16:creationId xmlns:a16="http://schemas.microsoft.com/office/drawing/2014/main" id="{70F6F082-43A0-1FDD-E392-085D8C958FFA}"/>
              </a:ext>
            </a:extLst>
          </p:cNvPr>
          <p:cNvCxnSpPr>
            <a:cxnSpLocks/>
          </p:cNvCxnSpPr>
          <p:nvPr/>
        </p:nvCxnSpPr>
        <p:spPr>
          <a:xfrm>
            <a:off x="5800725" y="5010151"/>
            <a:ext cx="190963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肘形连接符 92">
            <a:extLst>
              <a:ext uri="{FF2B5EF4-FFF2-40B4-BE49-F238E27FC236}">
                <a16:creationId xmlns:a16="http://schemas.microsoft.com/office/drawing/2014/main" id="{7F2EC5E7-2F90-0468-7155-540721E24214}"/>
              </a:ext>
            </a:extLst>
          </p:cNvPr>
          <p:cNvCxnSpPr>
            <a:cxnSpLocks/>
          </p:cNvCxnSpPr>
          <p:nvPr/>
        </p:nvCxnSpPr>
        <p:spPr>
          <a:xfrm rot="16200000" flipV="1">
            <a:off x="4061978" y="3223907"/>
            <a:ext cx="515770" cy="325880"/>
          </a:xfrm>
          <a:prstGeom prst="bentConnector3">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线箭头连接符 96">
            <a:extLst>
              <a:ext uri="{FF2B5EF4-FFF2-40B4-BE49-F238E27FC236}">
                <a16:creationId xmlns:a16="http://schemas.microsoft.com/office/drawing/2014/main" id="{40208F6A-E63B-C395-3582-1DB9A29E5E5D}"/>
              </a:ext>
            </a:extLst>
          </p:cNvPr>
          <p:cNvCxnSpPr>
            <a:cxnSpLocks/>
          </p:cNvCxnSpPr>
          <p:nvPr/>
        </p:nvCxnSpPr>
        <p:spPr>
          <a:xfrm flipV="1">
            <a:off x="4482802" y="4057652"/>
            <a:ext cx="0" cy="73342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48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4" grpId="0"/>
      <p:bldP spid="33" grpId="0" animBg="1"/>
      <p:bldP spid="34" grpId="0"/>
      <p:bldP spid="35" grpId="0" animBg="1"/>
      <p:bldP spid="39" grpId="0" animBg="1"/>
      <p:bldP spid="40" grpId="0"/>
      <p:bldP spid="44" grpId="0" animBg="1"/>
      <p:bldP spid="45" grpId="0" animBg="1"/>
      <p:bldP spid="46" grpId="0"/>
      <p:bldP spid="51" grpId="0"/>
      <p:bldP spid="56" grpId="0" animBg="1"/>
      <p:bldP spid="57" grpId="0"/>
      <p:bldP spid="61" grpId="0" animBg="1"/>
      <p:bldP spid="62" grpId="0"/>
      <p:bldP spid="64" grpId="0" animBg="1"/>
      <p:bldP spid="65" grpId="0" animBg="1"/>
      <p:bldP spid="6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015D-A569-3402-4D24-1F9C390D3135}"/>
            </a:ext>
          </a:extLst>
        </p:cNvPr>
        <p:cNvGrpSpPr/>
        <p:nvPr/>
      </p:nvGrpSpPr>
      <p:grpSpPr>
        <a:xfrm>
          <a:off x="0" y="0"/>
          <a:ext cx="0" cy="0"/>
          <a:chOff x="0" y="0"/>
          <a:chExt cx="0" cy="0"/>
        </a:xfrm>
      </p:grpSpPr>
      <p:sp>
        <p:nvSpPr>
          <p:cNvPr id="68" name="矩形 67">
            <a:extLst>
              <a:ext uri="{FF2B5EF4-FFF2-40B4-BE49-F238E27FC236}">
                <a16:creationId xmlns:a16="http://schemas.microsoft.com/office/drawing/2014/main" id="{36309983-B0A8-CA03-9D19-ACD8886DCBC2}"/>
              </a:ext>
            </a:extLst>
          </p:cNvPr>
          <p:cNvSpPr>
            <a:spLocks noGrp="1"/>
          </p:cNvSpPr>
          <p:nvPr/>
        </p:nvSpPr>
        <p:spPr>
          <a:xfrm>
            <a:off x="514350" y="647700"/>
            <a:ext cx="11049000" cy="590550"/>
          </a:xfrm>
          <a:prstGeom prst="rect">
            <a:avLst/>
          </a:prstGeom>
          <a:noFill/>
          <a:ln w="0">
            <a:noFill/>
            <a:prstDash val="solid"/>
          </a:ln>
        </p:spPr>
        <p:txBody>
          <a:bodyPr wrap="square" lIns="0" tIns="0" rIns="0" bIns="0" anchor="t"/>
          <a:lstStyle/>
          <a:p>
            <a:pPr algn="l">
              <a:lnSpc>
                <a:spcPct val="100000"/>
              </a:lnSpc>
              <a:buNone/>
              <a:defRPr sz="3300" b="1">
                <a:solidFill>
                  <a:srgbClr val="A40000"/>
                </a:solidFill>
                <a:latin typeface="Arial"/>
                <a:ea typeface="Arial"/>
                <a:cs typeface="Arial"/>
              </a:defRPr>
            </a:pPr>
            <a:r>
              <a:rPr lang="en-US" sz="3300" b="1" dirty="0">
                <a:solidFill>
                  <a:srgbClr val="A40000"/>
                </a:solidFill>
                <a:latin typeface="Arial"/>
                <a:ea typeface="Arial"/>
                <a:cs typeface="Arial"/>
              </a:rPr>
              <a:t>JANUS-assisted memory management</a:t>
            </a:r>
            <a:endParaRPr sz="3300" b="1" dirty="0">
              <a:solidFill>
                <a:srgbClr val="A40000"/>
              </a:solidFill>
              <a:latin typeface="Arial"/>
              <a:ea typeface="Arial"/>
              <a:cs typeface="Arial"/>
            </a:endParaRPr>
          </a:p>
        </p:txBody>
      </p:sp>
      <p:sp>
        <p:nvSpPr>
          <p:cNvPr id="17" name="Content Placeholder 2">
            <a:extLst>
              <a:ext uri="{FF2B5EF4-FFF2-40B4-BE49-F238E27FC236}">
                <a16:creationId xmlns:a16="http://schemas.microsoft.com/office/drawing/2014/main" id="{8438B3E1-5BCE-B0E7-D775-668C317A1C14}"/>
              </a:ext>
            </a:extLst>
          </p:cNvPr>
          <p:cNvSpPr txBox="1">
            <a:spLocks/>
          </p:cNvSpPr>
          <p:nvPr/>
        </p:nvSpPr>
        <p:spPr>
          <a:xfrm>
            <a:off x="743198" y="1627758"/>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defRPr sz="2700" b="0">
                <a:solidFill>
                  <a:srgbClr val="111111"/>
                </a:solidFill>
                <a:latin typeface="Arial"/>
                <a:ea typeface="Arial"/>
                <a:cs typeface="Arial"/>
              </a:defRPr>
            </a:pPr>
            <a:r>
              <a:rPr lang="en-US" sz="3000" dirty="0">
                <a:solidFill>
                  <a:srgbClr val="2E6CF7"/>
                </a:solidFill>
                <a:latin typeface="+mj-lt"/>
                <a:ea typeface="Arial"/>
                <a:cs typeface="Arial"/>
              </a:rPr>
              <a:t>Memory reclamation</a:t>
            </a:r>
          </a:p>
          <a:p>
            <a:pPr lvl="1">
              <a:lnSpc>
                <a:spcPct val="150000"/>
              </a:lnSpc>
              <a:defRPr sz="2700" b="0">
                <a:solidFill>
                  <a:srgbClr val="111111"/>
                </a:solidFill>
                <a:latin typeface="Arial"/>
                <a:ea typeface="Arial"/>
                <a:cs typeface="Arial"/>
              </a:defRPr>
            </a:pPr>
            <a:r>
              <a:rPr lang="en-US" sz="2600" dirty="0">
                <a:solidFill>
                  <a:srgbClr val="111111"/>
                </a:solidFill>
                <a:latin typeface="+mj-lt"/>
                <a:ea typeface="Arial"/>
                <a:cs typeface="Arial"/>
              </a:rPr>
              <a:t>L0-managed EPT remains coherent under L2 memory reclamation.</a:t>
            </a:r>
          </a:p>
          <a:p>
            <a:pPr>
              <a:lnSpc>
                <a:spcPct val="150000"/>
              </a:lnSpc>
              <a:defRPr sz="1950" b="0">
                <a:solidFill>
                  <a:srgbClr val="111111"/>
                </a:solidFill>
                <a:latin typeface="Arial"/>
                <a:ea typeface="Arial"/>
                <a:cs typeface="Arial"/>
              </a:defRPr>
            </a:pPr>
            <a:r>
              <a:rPr lang="en-US" sz="3000" dirty="0">
                <a:solidFill>
                  <a:srgbClr val="2E6CF7"/>
                </a:solidFill>
                <a:latin typeface="Calibri Light" panose="020F0302020204030204" pitchFamily="34" charset="0"/>
                <a:ea typeface="Arial"/>
                <a:cs typeface="Calibri Light" panose="020F0302020204030204" pitchFamily="34" charset="0"/>
              </a:rPr>
              <a:t>Live migration</a:t>
            </a:r>
          </a:p>
          <a:p>
            <a:pPr lvl="1">
              <a:lnSpc>
                <a:spcPct val="150000"/>
              </a:lnSpc>
              <a:defRPr sz="1950" b="0">
                <a:solidFill>
                  <a:srgbClr val="111111"/>
                </a:solidFill>
                <a:latin typeface="Arial"/>
                <a:ea typeface="Arial"/>
                <a:cs typeface="Arial"/>
              </a:defRPr>
            </a:pPr>
            <a:r>
              <a:rPr lang="en-US" sz="2600" dirty="0">
                <a:solidFill>
                  <a:srgbClr val="111111"/>
                </a:solidFill>
                <a:latin typeface="Calibri Light" panose="020F0302020204030204" pitchFamily="34" charset="0"/>
                <a:ea typeface="Arial"/>
                <a:cs typeface="Calibri Light" panose="020F0302020204030204" pitchFamily="34" charset="0"/>
              </a:rPr>
              <a:t>Enabling hardware-based dirty page tracking during live migration. </a:t>
            </a:r>
          </a:p>
          <a:p>
            <a:pPr lvl="2">
              <a:lnSpc>
                <a:spcPct val="100000"/>
              </a:lnSpc>
              <a:buFont typeface="System Font Regular"/>
              <a:buChar char="-"/>
              <a:defRPr sz="1950" b="0">
                <a:solidFill>
                  <a:srgbClr val="111111"/>
                </a:solidFill>
                <a:latin typeface="Arial"/>
                <a:ea typeface="Arial"/>
                <a:cs typeface="Arial"/>
              </a:defRPr>
            </a:pPr>
            <a:endParaRPr lang="en-US" sz="1800" dirty="0">
              <a:solidFill>
                <a:srgbClr val="111111"/>
              </a:solidFill>
              <a:latin typeface="+mj-lt"/>
              <a:ea typeface="Arial"/>
              <a:cs typeface="Arial"/>
            </a:endParaRPr>
          </a:p>
          <a:p>
            <a:pPr marL="1371600" lvl="3" indent="0">
              <a:buNone/>
            </a:pPr>
            <a:endParaRPr lang="en-US" altLang="zh-CN" dirty="0">
              <a:latin typeface="+mj-lt"/>
            </a:endParaRPr>
          </a:p>
          <a:p>
            <a:pPr lvl="3"/>
            <a:endParaRPr lang="en-US" dirty="0">
              <a:latin typeface="+mj-lt"/>
            </a:endParaRPr>
          </a:p>
        </p:txBody>
      </p:sp>
    </p:spTree>
    <p:extLst>
      <p:ext uri="{BB962C8B-B14F-4D97-AF65-F5344CB8AC3E}">
        <p14:creationId xmlns:p14="http://schemas.microsoft.com/office/powerpoint/2010/main" val="2032579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82F7E6DE-9F84-48D6-8675-C5D89565DBAD}"/>
              </a:ext>
            </a:extLst>
          </p:cNvPr>
          <p:cNvSpPr>
            <a:spLocks noGrp="1"/>
          </p:cNvSpPr>
          <p:nvPr/>
        </p:nvSpPr>
        <p:spPr>
          <a:xfrm>
            <a:off x="514350" y="628650"/>
            <a:ext cx="11144250" cy="59055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sz="4000" b="1" dirty="0">
                <a:solidFill>
                  <a:srgbClr val="A40000"/>
                </a:solidFill>
                <a:latin typeface="+mn-lt"/>
                <a:ea typeface="Arial"/>
                <a:cs typeface="Arial"/>
              </a:rPr>
              <a:t>Evaluatio</a:t>
            </a:r>
            <a:r>
              <a:rPr lang="en-US" sz="4000" b="1" dirty="0">
                <a:solidFill>
                  <a:srgbClr val="A40000"/>
                </a:solidFill>
                <a:latin typeface="+mn-lt"/>
                <a:ea typeface="Arial"/>
                <a:cs typeface="Arial"/>
              </a:rPr>
              <a:t>n</a:t>
            </a:r>
            <a:endParaRPr sz="4000" b="1" dirty="0">
              <a:solidFill>
                <a:srgbClr val="A40000"/>
              </a:solidFill>
              <a:latin typeface="+mn-lt"/>
              <a:ea typeface="Arial"/>
              <a:cs typeface="Arial"/>
            </a:endParaRPr>
          </a:p>
        </p:txBody>
      </p:sp>
      <p:sp>
        <p:nvSpPr>
          <p:cNvPr id="3" name="矩形 2">
            <a:extLst>
              <a:ext uri="{FF2B5EF4-FFF2-40B4-BE49-F238E27FC236}">
                <a16:creationId xmlns:a16="http://schemas.microsoft.com/office/drawing/2014/main" id="{84CEE44F-E4AD-4246-A45F-94C5AD10AA5C}"/>
              </a:ext>
            </a:extLst>
          </p:cNvPr>
          <p:cNvSpPr>
            <a:spLocks noGrp="1"/>
          </p:cNvSpPr>
          <p:nvPr/>
        </p:nvSpPr>
        <p:spPr>
          <a:xfrm>
            <a:off x="895350" y="2266953"/>
            <a:ext cx="2857500" cy="30480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Production footprint</a:t>
            </a:r>
          </a:p>
        </p:txBody>
      </p:sp>
      <p:sp>
        <p:nvSpPr>
          <p:cNvPr id="4" name="矩形 3">
            <a:extLst>
              <a:ext uri="{FF2B5EF4-FFF2-40B4-BE49-F238E27FC236}">
                <a16:creationId xmlns:a16="http://schemas.microsoft.com/office/drawing/2014/main" id="{1174B7AB-FDA4-4D2C-AEC2-7087D436465D}"/>
              </a:ext>
            </a:extLst>
          </p:cNvPr>
          <p:cNvSpPr>
            <a:spLocks noGrp="1"/>
          </p:cNvSpPr>
          <p:nvPr/>
        </p:nvSpPr>
        <p:spPr>
          <a:xfrm>
            <a:off x="504820" y="2801831"/>
            <a:ext cx="1066800" cy="552450"/>
          </a:xfrm>
          <a:prstGeom prst="rect">
            <a:avLst/>
          </a:prstGeom>
          <a:solidFill>
            <a:srgbClr val="FFFF00"/>
          </a:solidFill>
          <a:ln w="9525">
            <a:solidFill>
              <a:srgbClr val="D9D9D9"/>
            </a:solidFill>
            <a:prstDash val="solid"/>
          </a:ln>
        </p:spPr>
        <p:txBody>
          <a:bodyPr wrap="square" lIns="76200" tIns="0" rIns="76200" bIns="0" anchor="ctr"/>
          <a:lstStyle/>
          <a:p>
            <a:pPr algn="ctr">
              <a:lnSpc>
                <a:spcPct val="100000"/>
              </a:lnSpc>
              <a:buNone/>
              <a:defRPr sz="1650" b="0">
                <a:solidFill>
                  <a:srgbClr val="111111"/>
                </a:solidFill>
                <a:latin typeface="Arial"/>
                <a:ea typeface="Arial"/>
                <a:cs typeface="Arial"/>
              </a:defRPr>
            </a:pPr>
            <a:r>
              <a:rPr sz="1650" b="0" dirty="0">
                <a:solidFill>
                  <a:srgbClr val="111111"/>
                </a:solidFill>
                <a:latin typeface="Arial"/>
                <a:ea typeface="Arial"/>
                <a:cs typeface="Arial"/>
              </a:rPr>
              <a:t>L2</a:t>
            </a:r>
          </a:p>
          <a:p>
            <a:pPr algn="ctr">
              <a:lnSpc>
                <a:spcPct val="100000"/>
              </a:lnSpc>
              <a:buNone/>
              <a:defRPr sz="1650" b="0">
                <a:solidFill>
                  <a:srgbClr val="111111"/>
                </a:solidFill>
                <a:latin typeface="Arial"/>
                <a:ea typeface="Arial"/>
                <a:cs typeface="Arial"/>
              </a:defRPr>
            </a:pPr>
            <a:r>
              <a:rPr lang="en-US" sz="1650" dirty="0">
                <a:solidFill>
                  <a:srgbClr val="111111"/>
                </a:solidFill>
                <a:latin typeface="Arial"/>
                <a:ea typeface="Arial"/>
                <a:cs typeface="Arial"/>
              </a:rPr>
              <a:t>Flink</a:t>
            </a:r>
            <a:endParaRPr sz="1650" b="0" dirty="0">
              <a:solidFill>
                <a:srgbClr val="111111"/>
              </a:solidFill>
              <a:latin typeface="Arial"/>
              <a:ea typeface="Arial"/>
              <a:cs typeface="Arial"/>
            </a:endParaRPr>
          </a:p>
        </p:txBody>
      </p:sp>
      <p:sp>
        <p:nvSpPr>
          <p:cNvPr id="6" name="直线连接符 5">
            <a:extLst>
              <a:ext uri="{FF2B5EF4-FFF2-40B4-BE49-F238E27FC236}">
                <a16:creationId xmlns:a16="http://schemas.microsoft.com/office/drawing/2014/main" id="{0512F98A-4E15-46DE-A720-897F524B44CA}"/>
              </a:ext>
            </a:extLst>
          </p:cNvPr>
          <p:cNvSpPr>
            <a:spLocks noGrp="1"/>
          </p:cNvSpPr>
          <p:nvPr/>
        </p:nvSpPr>
        <p:spPr>
          <a:xfrm>
            <a:off x="1895470" y="3076578"/>
            <a:ext cx="0" cy="0"/>
          </a:xfrm>
          <a:prstGeom prst="line">
            <a:avLst/>
          </a:prstGeom>
          <a:noFill/>
          <a:ln w="38100">
            <a:solidFill>
              <a:srgbClr val="5F6368"/>
            </a:solidFill>
            <a:prstDash val="solid"/>
          </a:ln>
        </p:spPr>
        <p:txBody>
          <a:bodyPr/>
          <a:lstStyle/>
          <a:p>
            <a:endParaRPr lang="en-US"/>
          </a:p>
        </p:txBody>
      </p:sp>
      <p:sp>
        <p:nvSpPr>
          <p:cNvPr id="8" name="矩形 7">
            <a:extLst>
              <a:ext uri="{FF2B5EF4-FFF2-40B4-BE49-F238E27FC236}">
                <a16:creationId xmlns:a16="http://schemas.microsoft.com/office/drawing/2014/main" id="{29763A1F-688D-4A97-8BEC-F2AD62C078A7}"/>
              </a:ext>
            </a:extLst>
          </p:cNvPr>
          <p:cNvSpPr>
            <a:spLocks noGrp="1"/>
          </p:cNvSpPr>
          <p:nvPr/>
        </p:nvSpPr>
        <p:spPr>
          <a:xfrm>
            <a:off x="1990720" y="2800353"/>
            <a:ext cx="1028700" cy="552450"/>
          </a:xfrm>
          <a:prstGeom prst="rect">
            <a:avLst/>
          </a:prstGeom>
          <a:solidFill>
            <a:srgbClr val="FFFFFF"/>
          </a:solidFill>
          <a:ln w="9525">
            <a:solidFill>
              <a:srgbClr val="D9D9D9"/>
            </a:solidFill>
            <a:prstDash val="solid"/>
          </a:ln>
        </p:spPr>
        <p:txBody>
          <a:bodyPr wrap="square" lIns="76200" tIns="0" rIns="76200" bIns="0" anchor="ctr"/>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L1</a:t>
            </a:r>
          </a:p>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ECS VM</a:t>
            </a:r>
          </a:p>
        </p:txBody>
      </p:sp>
      <p:sp>
        <p:nvSpPr>
          <p:cNvPr id="10" name="直线连接符 9">
            <a:extLst>
              <a:ext uri="{FF2B5EF4-FFF2-40B4-BE49-F238E27FC236}">
                <a16:creationId xmlns:a16="http://schemas.microsoft.com/office/drawing/2014/main" id="{DB45FAA4-F089-46F1-B83E-FF8D84580B20}"/>
              </a:ext>
            </a:extLst>
          </p:cNvPr>
          <p:cNvSpPr>
            <a:spLocks noGrp="1"/>
          </p:cNvSpPr>
          <p:nvPr/>
        </p:nvSpPr>
        <p:spPr>
          <a:xfrm>
            <a:off x="3495670" y="3076578"/>
            <a:ext cx="0" cy="0"/>
          </a:xfrm>
          <a:prstGeom prst="line">
            <a:avLst/>
          </a:prstGeom>
          <a:noFill/>
          <a:ln w="38100">
            <a:solidFill>
              <a:srgbClr val="5F6368"/>
            </a:solidFill>
            <a:prstDash val="solid"/>
          </a:ln>
        </p:spPr>
        <p:txBody>
          <a:bodyPr/>
          <a:lstStyle/>
          <a:p>
            <a:endParaRPr lang="en-US"/>
          </a:p>
        </p:txBody>
      </p:sp>
      <p:sp>
        <p:nvSpPr>
          <p:cNvPr id="12" name="矩形 11">
            <a:extLst>
              <a:ext uri="{FF2B5EF4-FFF2-40B4-BE49-F238E27FC236}">
                <a16:creationId xmlns:a16="http://schemas.microsoft.com/office/drawing/2014/main" id="{2A4E7C87-360A-4CD8-B5EE-74466AFCDBC6}"/>
              </a:ext>
            </a:extLst>
          </p:cNvPr>
          <p:cNvSpPr>
            <a:spLocks noGrp="1"/>
          </p:cNvSpPr>
          <p:nvPr/>
        </p:nvSpPr>
        <p:spPr>
          <a:xfrm>
            <a:off x="3286120" y="2786065"/>
            <a:ext cx="1066800" cy="552450"/>
          </a:xfrm>
          <a:prstGeom prst="rect">
            <a:avLst/>
          </a:prstGeom>
          <a:solidFill>
            <a:srgbClr val="F8F8F8"/>
          </a:solidFill>
          <a:ln w="9525">
            <a:solidFill>
              <a:srgbClr val="D9D9D9"/>
            </a:solidFill>
            <a:prstDash val="solid"/>
          </a:ln>
        </p:spPr>
        <p:txBody>
          <a:bodyPr wrap="square" lIns="76200" tIns="0" rIns="76200" bIns="0" anchor="ctr"/>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L0</a:t>
            </a:r>
          </a:p>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Server</a:t>
            </a:r>
          </a:p>
        </p:txBody>
      </p:sp>
      <p:sp>
        <p:nvSpPr>
          <p:cNvPr id="13" name="矩形 12">
            <a:extLst>
              <a:ext uri="{FF2B5EF4-FFF2-40B4-BE49-F238E27FC236}">
                <a16:creationId xmlns:a16="http://schemas.microsoft.com/office/drawing/2014/main" id="{E185174E-B354-4E2B-89ED-DD2A562EA4B2}"/>
              </a:ext>
            </a:extLst>
          </p:cNvPr>
          <p:cNvSpPr>
            <a:spLocks noGrp="1"/>
          </p:cNvSpPr>
          <p:nvPr/>
        </p:nvSpPr>
        <p:spPr>
          <a:xfrm>
            <a:off x="695320" y="3733803"/>
            <a:ext cx="3429000" cy="381000"/>
          </a:xfrm>
          <a:prstGeom prst="rect">
            <a:avLst/>
          </a:prstGeom>
          <a:noFill/>
          <a:ln w="0">
            <a:noFill/>
            <a:prstDash val="solid"/>
          </a:ln>
        </p:spPr>
        <p:txBody>
          <a:bodyPr wrap="square" lIns="0" tIns="0" rIns="0" bIns="0" anchor="t"/>
          <a:lstStyle/>
          <a:p>
            <a:pPr algn="ctr">
              <a:lnSpc>
                <a:spcPct val="100000"/>
              </a:lnSpc>
              <a:buNone/>
              <a:defRPr sz="2325" b="1">
                <a:solidFill>
                  <a:srgbClr val="111111"/>
                </a:solidFill>
                <a:latin typeface="Arial"/>
                <a:ea typeface="Arial"/>
                <a:cs typeface="Arial"/>
              </a:defRPr>
            </a:pPr>
            <a:r>
              <a:rPr lang="en-US" sz="2325" b="1" dirty="0">
                <a:solidFill>
                  <a:srgbClr val="111111"/>
                </a:solidFill>
                <a:latin typeface="Arial"/>
                <a:ea typeface="Arial"/>
                <a:cs typeface="Arial"/>
              </a:rPr>
              <a:t>~</a:t>
            </a:r>
            <a:r>
              <a:rPr sz="2325" b="1" dirty="0">
                <a:solidFill>
                  <a:srgbClr val="111111"/>
                </a:solidFill>
                <a:latin typeface="Arial"/>
                <a:ea typeface="Arial"/>
                <a:cs typeface="Arial"/>
              </a:rPr>
              <a:t>5</a:t>
            </a:r>
            <a:r>
              <a:rPr lang="en-US" sz="2325" b="1" dirty="0">
                <a:solidFill>
                  <a:srgbClr val="111111"/>
                </a:solidFill>
                <a:latin typeface="Arial"/>
                <a:ea typeface="Arial"/>
                <a:cs typeface="Arial"/>
              </a:rPr>
              <a:t>.</a:t>
            </a:r>
            <a:r>
              <a:rPr sz="2325" b="1" dirty="0">
                <a:solidFill>
                  <a:srgbClr val="111111"/>
                </a:solidFill>
                <a:latin typeface="Arial"/>
                <a:ea typeface="Arial"/>
                <a:cs typeface="Arial"/>
              </a:rPr>
              <a:t>6</a:t>
            </a:r>
            <a:r>
              <a:rPr lang="en-US" sz="2325" b="1" dirty="0">
                <a:solidFill>
                  <a:srgbClr val="111111"/>
                </a:solidFill>
                <a:latin typeface="Arial"/>
                <a:ea typeface="Arial"/>
                <a:cs typeface="Arial"/>
              </a:rPr>
              <a:t>K</a:t>
            </a:r>
            <a:r>
              <a:rPr sz="2325" b="1" dirty="0">
                <a:solidFill>
                  <a:srgbClr val="111111"/>
                </a:solidFill>
                <a:latin typeface="Arial"/>
                <a:ea typeface="Arial"/>
                <a:cs typeface="Arial"/>
              </a:rPr>
              <a:t> LOC</a:t>
            </a:r>
          </a:p>
        </p:txBody>
      </p:sp>
      <p:sp>
        <p:nvSpPr>
          <p:cNvPr id="14" name="矩形 13">
            <a:extLst>
              <a:ext uri="{FF2B5EF4-FFF2-40B4-BE49-F238E27FC236}">
                <a16:creationId xmlns:a16="http://schemas.microsoft.com/office/drawing/2014/main" id="{1BAB6A6E-66DF-4EBA-B862-0BFDED533843}"/>
              </a:ext>
            </a:extLst>
          </p:cNvPr>
          <p:cNvSpPr>
            <a:spLocks noGrp="1"/>
          </p:cNvSpPr>
          <p:nvPr/>
        </p:nvSpPr>
        <p:spPr>
          <a:xfrm>
            <a:off x="695320" y="4133853"/>
            <a:ext cx="3429000" cy="323850"/>
          </a:xfrm>
          <a:prstGeom prst="rect">
            <a:avLst/>
          </a:prstGeom>
          <a:noFill/>
          <a:ln w="0">
            <a:noFill/>
            <a:prstDash val="solid"/>
          </a:ln>
        </p:spPr>
        <p:txBody>
          <a:bodyPr wrap="square" lIns="0" tIns="0" rIns="0" bIns="0" anchor="t"/>
          <a:lstStyle/>
          <a:p>
            <a:pPr algn="ctr">
              <a:lnSpc>
                <a:spcPct val="105000"/>
              </a:lnSpc>
              <a:buNone/>
              <a:defRPr sz="1425" b="0">
                <a:solidFill>
                  <a:srgbClr val="5F6368"/>
                </a:solidFill>
                <a:latin typeface="Arial"/>
                <a:ea typeface="Arial"/>
                <a:cs typeface="Arial"/>
              </a:defRPr>
            </a:pPr>
            <a:r>
              <a:rPr sz="1600" b="0" dirty="0">
                <a:solidFill>
                  <a:srgbClr val="5F6368"/>
                </a:solidFill>
                <a:latin typeface="Arial"/>
                <a:ea typeface="Arial"/>
                <a:cs typeface="Arial"/>
              </a:rPr>
              <a:t>host KVM + guest hypervisor</a:t>
            </a:r>
          </a:p>
          <a:p>
            <a:pPr algn="ctr">
              <a:lnSpc>
                <a:spcPct val="105000"/>
              </a:lnSpc>
              <a:buNone/>
              <a:defRPr sz="1425" b="0">
                <a:solidFill>
                  <a:srgbClr val="5F6368"/>
                </a:solidFill>
                <a:latin typeface="Arial"/>
                <a:ea typeface="Arial"/>
                <a:cs typeface="Arial"/>
              </a:defRPr>
            </a:pPr>
            <a:r>
              <a:rPr sz="1600" b="0" dirty="0">
                <a:solidFill>
                  <a:srgbClr val="5F6368"/>
                </a:solidFill>
                <a:latin typeface="Arial"/>
                <a:ea typeface="Arial"/>
                <a:cs typeface="Arial"/>
              </a:rPr>
              <a:t>+ nested guest kernel</a:t>
            </a:r>
          </a:p>
        </p:txBody>
      </p:sp>
      <p:sp>
        <p:nvSpPr>
          <p:cNvPr id="15" name="矩形 14">
            <a:extLst>
              <a:ext uri="{FF2B5EF4-FFF2-40B4-BE49-F238E27FC236}">
                <a16:creationId xmlns:a16="http://schemas.microsoft.com/office/drawing/2014/main" id="{8F7236C7-FE0E-4304-9E92-385F429FF247}"/>
              </a:ext>
            </a:extLst>
          </p:cNvPr>
          <p:cNvSpPr>
            <a:spLocks noGrp="1"/>
          </p:cNvSpPr>
          <p:nvPr/>
        </p:nvSpPr>
        <p:spPr>
          <a:xfrm>
            <a:off x="1381120" y="4857753"/>
            <a:ext cx="2038350" cy="381000"/>
          </a:xfrm>
          <a:prstGeom prst="rect">
            <a:avLst/>
          </a:prstGeom>
          <a:noFill/>
          <a:ln w="0">
            <a:noFill/>
            <a:prstDash val="solid"/>
          </a:ln>
        </p:spPr>
        <p:txBody>
          <a:bodyPr wrap="square" lIns="0" tIns="0" rIns="0" bIns="0" anchor="t"/>
          <a:lstStyle/>
          <a:p>
            <a:pPr algn="ctr">
              <a:lnSpc>
                <a:spcPct val="100000"/>
              </a:lnSpc>
              <a:buNone/>
              <a:defRPr sz="2400" b="1">
                <a:solidFill>
                  <a:srgbClr val="A40000"/>
                </a:solidFill>
                <a:latin typeface="Arial"/>
                <a:ea typeface="Arial"/>
                <a:cs typeface="Arial"/>
              </a:defRPr>
            </a:pPr>
            <a:r>
              <a:rPr sz="2400" b="1">
                <a:solidFill>
                  <a:srgbClr val="A40000"/>
                </a:solidFill>
                <a:latin typeface="Arial"/>
                <a:ea typeface="Arial"/>
                <a:cs typeface="Arial"/>
              </a:rPr>
              <a:t>&lt;5%</a:t>
            </a:r>
          </a:p>
        </p:txBody>
      </p:sp>
      <p:sp>
        <p:nvSpPr>
          <p:cNvPr id="16" name="矩形 15">
            <a:extLst>
              <a:ext uri="{FF2B5EF4-FFF2-40B4-BE49-F238E27FC236}">
                <a16:creationId xmlns:a16="http://schemas.microsoft.com/office/drawing/2014/main" id="{A56BCC11-C658-4CC0-B21C-743FAA3AE009}"/>
              </a:ext>
            </a:extLst>
          </p:cNvPr>
          <p:cNvSpPr>
            <a:spLocks noGrp="1"/>
          </p:cNvSpPr>
          <p:nvPr/>
        </p:nvSpPr>
        <p:spPr>
          <a:xfrm>
            <a:off x="1381120" y="5257803"/>
            <a:ext cx="2038350" cy="323850"/>
          </a:xfrm>
          <a:prstGeom prst="rect">
            <a:avLst/>
          </a:prstGeom>
          <a:noFill/>
          <a:ln w="0">
            <a:noFill/>
            <a:prstDash val="solid"/>
          </a:ln>
        </p:spPr>
        <p:txBody>
          <a:bodyPr wrap="square" lIns="0" tIns="0" rIns="0" bIns="0" anchor="t"/>
          <a:lstStyle/>
          <a:p>
            <a:pPr algn="ctr">
              <a:lnSpc>
                <a:spcPct val="105000"/>
              </a:lnSpc>
              <a:buNone/>
              <a:defRPr sz="1425" b="0">
                <a:solidFill>
                  <a:srgbClr val="5F6368"/>
                </a:solidFill>
                <a:latin typeface="Arial"/>
                <a:ea typeface="Arial"/>
                <a:cs typeface="Arial"/>
              </a:defRPr>
            </a:pPr>
            <a:r>
              <a:rPr sz="1600" b="0" dirty="0">
                <a:solidFill>
                  <a:srgbClr val="5F6368"/>
                </a:solidFill>
                <a:latin typeface="Arial"/>
                <a:ea typeface="Arial"/>
                <a:cs typeface="Arial"/>
              </a:rPr>
              <a:t>overhead vs </a:t>
            </a:r>
            <a:r>
              <a:rPr sz="1600" b="0" dirty="0" err="1">
                <a:solidFill>
                  <a:srgbClr val="5F6368"/>
                </a:solidFill>
                <a:latin typeface="Arial"/>
                <a:ea typeface="Arial"/>
                <a:cs typeface="Arial"/>
              </a:rPr>
              <a:t>RunC</a:t>
            </a:r>
            <a:endParaRPr sz="1600" b="0" dirty="0">
              <a:solidFill>
                <a:srgbClr val="5F6368"/>
              </a:solidFill>
              <a:latin typeface="Arial"/>
              <a:ea typeface="Arial"/>
              <a:cs typeface="Arial"/>
            </a:endParaRPr>
          </a:p>
        </p:txBody>
      </p:sp>
      <p:sp>
        <p:nvSpPr>
          <p:cNvPr id="17" name="矩形 16">
            <a:extLst>
              <a:ext uri="{FF2B5EF4-FFF2-40B4-BE49-F238E27FC236}">
                <a16:creationId xmlns:a16="http://schemas.microsoft.com/office/drawing/2014/main" id="{8F9ADF7F-074B-4079-BA78-3F2BB703915E}"/>
              </a:ext>
            </a:extLst>
          </p:cNvPr>
          <p:cNvSpPr>
            <a:spLocks noGrp="1"/>
          </p:cNvSpPr>
          <p:nvPr/>
        </p:nvSpPr>
        <p:spPr>
          <a:xfrm>
            <a:off x="4833933" y="2266953"/>
            <a:ext cx="2857500" cy="30480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lang="en-US" sz="1875" b="1" dirty="0">
                <a:solidFill>
                  <a:srgbClr val="111111"/>
                </a:solidFill>
                <a:latin typeface="Arial"/>
                <a:ea typeface="Arial"/>
                <a:cs typeface="Arial"/>
              </a:rPr>
              <a:t>T</a:t>
            </a:r>
            <a:r>
              <a:rPr sz="1875" b="1" dirty="0">
                <a:solidFill>
                  <a:srgbClr val="111111"/>
                </a:solidFill>
                <a:latin typeface="Arial"/>
                <a:ea typeface="Arial"/>
                <a:cs typeface="Arial"/>
              </a:rPr>
              <a:t>estbed</a:t>
            </a:r>
          </a:p>
        </p:txBody>
      </p:sp>
      <p:sp>
        <p:nvSpPr>
          <p:cNvPr id="18" name="矩形 17">
            <a:extLst>
              <a:ext uri="{FF2B5EF4-FFF2-40B4-BE49-F238E27FC236}">
                <a16:creationId xmlns:a16="http://schemas.microsoft.com/office/drawing/2014/main" id="{243090E0-A8DA-4C2E-A53F-6009441F5583}"/>
              </a:ext>
            </a:extLst>
          </p:cNvPr>
          <p:cNvSpPr>
            <a:spLocks noGrp="1"/>
          </p:cNvSpPr>
          <p:nvPr/>
        </p:nvSpPr>
        <p:spPr>
          <a:xfrm>
            <a:off x="4872033" y="2686052"/>
            <a:ext cx="3105150" cy="2728914"/>
          </a:xfrm>
          <a:prstGeom prst="rect">
            <a:avLst/>
          </a:prstGeom>
          <a:solidFill>
            <a:srgbClr val="FFFFFF"/>
          </a:solidFill>
          <a:ln w="9525">
            <a:solidFill>
              <a:srgbClr val="D9D9D9"/>
            </a:solidFill>
            <a:prstDash val="solid"/>
          </a:ln>
        </p:spPr>
        <p:txBody>
          <a:bodyPr/>
          <a:lstStyle/>
          <a:p>
            <a:endParaRPr lang="en-US"/>
          </a:p>
        </p:txBody>
      </p:sp>
      <p:sp>
        <p:nvSpPr>
          <p:cNvPr id="19" name="矩形 18">
            <a:extLst>
              <a:ext uri="{FF2B5EF4-FFF2-40B4-BE49-F238E27FC236}">
                <a16:creationId xmlns:a16="http://schemas.microsoft.com/office/drawing/2014/main" id="{4A928D7C-D940-4CAF-B2FA-DA0235BB6B8F}"/>
              </a:ext>
            </a:extLst>
          </p:cNvPr>
          <p:cNvSpPr>
            <a:spLocks noGrp="1"/>
          </p:cNvSpPr>
          <p:nvPr/>
        </p:nvSpPr>
        <p:spPr>
          <a:xfrm>
            <a:off x="5100633" y="2933703"/>
            <a:ext cx="742950" cy="228600"/>
          </a:xfrm>
          <a:prstGeom prst="rect">
            <a:avLst/>
          </a:prstGeom>
          <a:noFill/>
          <a:ln w="0">
            <a:noFill/>
            <a:prstDash val="solid"/>
          </a:ln>
        </p:spPr>
        <p:txBody>
          <a:bodyPr wrap="square" lIns="0" tIns="0" rIns="0" bIns="0" anchor="t"/>
          <a:lstStyle/>
          <a:p>
            <a:pPr algn="l">
              <a:lnSpc>
                <a:spcPct val="100000"/>
              </a:lnSpc>
              <a:buNone/>
              <a:defRPr sz="1425" b="1">
                <a:solidFill>
                  <a:srgbClr val="111111"/>
                </a:solidFill>
                <a:latin typeface="Arial"/>
                <a:ea typeface="Arial"/>
                <a:cs typeface="Arial"/>
              </a:defRPr>
            </a:pPr>
            <a:r>
              <a:rPr sz="1600" b="1">
                <a:solidFill>
                  <a:srgbClr val="111111"/>
                </a:solidFill>
                <a:latin typeface="Arial"/>
                <a:ea typeface="Arial"/>
                <a:cs typeface="Arial"/>
              </a:rPr>
              <a:t>CPU</a:t>
            </a:r>
          </a:p>
        </p:txBody>
      </p:sp>
      <p:sp>
        <p:nvSpPr>
          <p:cNvPr id="20" name="矩形 19">
            <a:extLst>
              <a:ext uri="{FF2B5EF4-FFF2-40B4-BE49-F238E27FC236}">
                <a16:creationId xmlns:a16="http://schemas.microsoft.com/office/drawing/2014/main" id="{54C118A5-18BC-4A02-B55A-AE4E53D4829D}"/>
              </a:ext>
            </a:extLst>
          </p:cNvPr>
          <p:cNvSpPr>
            <a:spLocks noGrp="1"/>
          </p:cNvSpPr>
          <p:nvPr/>
        </p:nvSpPr>
        <p:spPr>
          <a:xfrm>
            <a:off x="5957883" y="2933703"/>
            <a:ext cx="1752600" cy="361950"/>
          </a:xfrm>
          <a:prstGeom prst="rect">
            <a:avLst/>
          </a:prstGeom>
          <a:noFill/>
          <a:ln w="0">
            <a:noFill/>
            <a:prstDash val="solid"/>
          </a:ln>
        </p:spPr>
        <p:txBody>
          <a:bodyPr wrap="square" lIns="0" tIns="0" rIns="0" bIns="0" anchor="t"/>
          <a:lstStyle/>
          <a:p>
            <a:pPr algn="l">
              <a:lnSpc>
                <a:spcPct val="105000"/>
              </a:lnSpc>
              <a:buNone/>
              <a:defRPr sz="1350" b="0">
                <a:solidFill>
                  <a:srgbClr val="5F6368"/>
                </a:solidFill>
                <a:latin typeface="Arial"/>
                <a:ea typeface="Arial"/>
                <a:cs typeface="Arial"/>
              </a:defRPr>
            </a:pPr>
            <a:r>
              <a:rPr sz="1600" b="0" dirty="0">
                <a:solidFill>
                  <a:srgbClr val="5F6368"/>
                </a:solidFill>
                <a:latin typeface="Arial"/>
                <a:ea typeface="Arial"/>
                <a:cs typeface="Arial"/>
              </a:rPr>
              <a:t>Intel Xeon Platinum 8475B</a:t>
            </a:r>
          </a:p>
        </p:txBody>
      </p:sp>
      <p:sp>
        <p:nvSpPr>
          <p:cNvPr id="21" name="直线连接符 20">
            <a:extLst>
              <a:ext uri="{FF2B5EF4-FFF2-40B4-BE49-F238E27FC236}">
                <a16:creationId xmlns:a16="http://schemas.microsoft.com/office/drawing/2014/main" id="{F3880295-34C5-4EB1-968C-EA75C593F013}"/>
              </a:ext>
            </a:extLst>
          </p:cNvPr>
          <p:cNvSpPr>
            <a:spLocks noGrp="1"/>
          </p:cNvSpPr>
          <p:nvPr/>
        </p:nvSpPr>
        <p:spPr>
          <a:xfrm>
            <a:off x="5100633" y="3438532"/>
            <a:ext cx="2628900" cy="0"/>
          </a:xfrm>
          <a:prstGeom prst="line">
            <a:avLst/>
          </a:prstGeom>
          <a:noFill/>
          <a:ln w="9525">
            <a:solidFill>
              <a:srgbClr val="D9D9D9"/>
            </a:solidFill>
            <a:prstDash val="solid"/>
          </a:ln>
        </p:spPr>
        <p:txBody>
          <a:bodyPr/>
          <a:lstStyle/>
          <a:p>
            <a:endParaRPr lang="en-US"/>
          </a:p>
        </p:txBody>
      </p:sp>
      <p:sp>
        <p:nvSpPr>
          <p:cNvPr id="22" name="矩形 21">
            <a:extLst>
              <a:ext uri="{FF2B5EF4-FFF2-40B4-BE49-F238E27FC236}">
                <a16:creationId xmlns:a16="http://schemas.microsoft.com/office/drawing/2014/main" id="{539BB4DD-B58D-4AC1-AE21-6B2667E85E52}"/>
              </a:ext>
            </a:extLst>
          </p:cNvPr>
          <p:cNvSpPr>
            <a:spLocks noGrp="1"/>
          </p:cNvSpPr>
          <p:nvPr/>
        </p:nvSpPr>
        <p:spPr>
          <a:xfrm>
            <a:off x="5100633" y="3552832"/>
            <a:ext cx="742950" cy="228600"/>
          </a:xfrm>
          <a:prstGeom prst="rect">
            <a:avLst/>
          </a:prstGeom>
          <a:noFill/>
          <a:ln w="0">
            <a:noFill/>
            <a:prstDash val="solid"/>
          </a:ln>
        </p:spPr>
        <p:txBody>
          <a:bodyPr wrap="square" lIns="0" tIns="0" rIns="0" bIns="0" anchor="t"/>
          <a:lstStyle/>
          <a:p>
            <a:pPr algn="l">
              <a:lnSpc>
                <a:spcPct val="100000"/>
              </a:lnSpc>
              <a:buNone/>
              <a:defRPr sz="1425" b="1">
                <a:solidFill>
                  <a:srgbClr val="111111"/>
                </a:solidFill>
                <a:latin typeface="Arial"/>
                <a:ea typeface="Arial"/>
                <a:cs typeface="Arial"/>
              </a:defRPr>
            </a:pPr>
            <a:r>
              <a:rPr sz="1600" b="1">
                <a:solidFill>
                  <a:srgbClr val="111111"/>
                </a:solidFill>
                <a:latin typeface="Arial"/>
                <a:ea typeface="Arial"/>
                <a:cs typeface="Arial"/>
              </a:rPr>
              <a:t>Scale</a:t>
            </a:r>
          </a:p>
        </p:txBody>
      </p:sp>
      <p:sp>
        <p:nvSpPr>
          <p:cNvPr id="23" name="矩形 22">
            <a:extLst>
              <a:ext uri="{FF2B5EF4-FFF2-40B4-BE49-F238E27FC236}">
                <a16:creationId xmlns:a16="http://schemas.microsoft.com/office/drawing/2014/main" id="{FA03E43E-1131-480F-897F-113FD0F934DF}"/>
              </a:ext>
            </a:extLst>
          </p:cNvPr>
          <p:cNvSpPr>
            <a:spLocks noGrp="1"/>
          </p:cNvSpPr>
          <p:nvPr/>
        </p:nvSpPr>
        <p:spPr>
          <a:xfrm>
            <a:off x="5957883" y="3552831"/>
            <a:ext cx="2019300" cy="376239"/>
          </a:xfrm>
          <a:prstGeom prst="rect">
            <a:avLst/>
          </a:prstGeom>
          <a:noFill/>
          <a:ln w="0">
            <a:noFill/>
            <a:prstDash val="solid"/>
          </a:ln>
        </p:spPr>
        <p:txBody>
          <a:bodyPr wrap="square" lIns="0" tIns="0" rIns="0" bIns="0" anchor="t"/>
          <a:lstStyle/>
          <a:p>
            <a:pPr algn="l">
              <a:lnSpc>
                <a:spcPct val="105000"/>
              </a:lnSpc>
              <a:buNone/>
              <a:defRPr sz="1350" b="0">
                <a:solidFill>
                  <a:srgbClr val="5F6368"/>
                </a:solidFill>
                <a:latin typeface="Arial"/>
                <a:ea typeface="Arial"/>
                <a:cs typeface="Arial"/>
              </a:defRPr>
            </a:pPr>
            <a:r>
              <a:rPr sz="1600" b="0" dirty="0">
                <a:solidFill>
                  <a:srgbClr val="5F6368"/>
                </a:solidFill>
                <a:latin typeface="Arial"/>
                <a:ea typeface="Arial"/>
                <a:cs typeface="Arial"/>
              </a:rPr>
              <a:t>192 physical CPUs, 384 GB RAM</a:t>
            </a:r>
          </a:p>
        </p:txBody>
      </p:sp>
      <p:sp>
        <p:nvSpPr>
          <p:cNvPr id="24" name="直线连接符 23">
            <a:extLst>
              <a:ext uri="{FF2B5EF4-FFF2-40B4-BE49-F238E27FC236}">
                <a16:creationId xmlns:a16="http://schemas.microsoft.com/office/drawing/2014/main" id="{11AB57A6-F037-4253-8BE6-DD50C692B6FE}"/>
              </a:ext>
            </a:extLst>
          </p:cNvPr>
          <p:cNvSpPr>
            <a:spLocks noGrp="1"/>
          </p:cNvSpPr>
          <p:nvPr/>
        </p:nvSpPr>
        <p:spPr>
          <a:xfrm>
            <a:off x="5100633" y="4043372"/>
            <a:ext cx="2628900" cy="0"/>
          </a:xfrm>
          <a:prstGeom prst="line">
            <a:avLst/>
          </a:prstGeom>
          <a:noFill/>
          <a:ln w="9525">
            <a:solidFill>
              <a:srgbClr val="D9D9D9"/>
            </a:solidFill>
            <a:prstDash val="solid"/>
          </a:ln>
        </p:spPr>
        <p:txBody>
          <a:bodyPr/>
          <a:lstStyle/>
          <a:p>
            <a:endParaRPr lang="en-US"/>
          </a:p>
        </p:txBody>
      </p:sp>
      <p:sp>
        <p:nvSpPr>
          <p:cNvPr id="25" name="矩形 24">
            <a:extLst>
              <a:ext uri="{FF2B5EF4-FFF2-40B4-BE49-F238E27FC236}">
                <a16:creationId xmlns:a16="http://schemas.microsoft.com/office/drawing/2014/main" id="{05D8F92E-E33F-4402-A346-9C08659AFFB0}"/>
              </a:ext>
            </a:extLst>
          </p:cNvPr>
          <p:cNvSpPr>
            <a:spLocks noGrp="1"/>
          </p:cNvSpPr>
          <p:nvPr/>
        </p:nvSpPr>
        <p:spPr>
          <a:xfrm>
            <a:off x="5100633" y="4157672"/>
            <a:ext cx="742950" cy="228600"/>
          </a:xfrm>
          <a:prstGeom prst="rect">
            <a:avLst/>
          </a:prstGeom>
          <a:noFill/>
          <a:ln w="0">
            <a:noFill/>
            <a:prstDash val="solid"/>
          </a:ln>
        </p:spPr>
        <p:txBody>
          <a:bodyPr wrap="square" lIns="0" tIns="0" rIns="0" bIns="0" anchor="t"/>
          <a:lstStyle/>
          <a:p>
            <a:pPr algn="l">
              <a:lnSpc>
                <a:spcPct val="100000"/>
              </a:lnSpc>
              <a:buNone/>
              <a:defRPr sz="1425" b="1">
                <a:solidFill>
                  <a:srgbClr val="111111"/>
                </a:solidFill>
                <a:latin typeface="Arial"/>
                <a:ea typeface="Arial"/>
                <a:cs typeface="Arial"/>
              </a:defRPr>
            </a:pPr>
            <a:r>
              <a:rPr sz="1600" b="1">
                <a:solidFill>
                  <a:srgbClr val="111111"/>
                </a:solidFill>
                <a:latin typeface="Arial"/>
                <a:ea typeface="Arial"/>
                <a:cs typeface="Arial"/>
              </a:rPr>
              <a:t>Kernel</a:t>
            </a:r>
          </a:p>
        </p:txBody>
      </p:sp>
      <p:sp>
        <p:nvSpPr>
          <p:cNvPr id="26" name="矩形 25">
            <a:extLst>
              <a:ext uri="{FF2B5EF4-FFF2-40B4-BE49-F238E27FC236}">
                <a16:creationId xmlns:a16="http://schemas.microsoft.com/office/drawing/2014/main" id="{9B2D9694-7CBD-4CFC-B15B-46E4818688AD}"/>
              </a:ext>
            </a:extLst>
          </p:cNvPr>
          <p:cNvSpPr>
            <a:spLocks noGrp="1"/>
          </p:cNvSpPr>
          <p:nvPr/>
        </p:nvSpPr>
        <p:spPr>
          <a:xfrm>
            <a:off x="5957883" y="4157672"/>
            <a:ext cx="1752600" cy="361950"/>
          </a:xfrm>
          <a:prstGeom prst="rect">
            <a:avLst/>
          </a:prstGeom>
          <a:noFill/>
          <a:ln w="0">
            <a:noFill/>
            <a:prstDash val="solid"/>
          </a:ln>
        </p:spPr>
        <p:txBody>
          <a:bodyPr wrap="square" lIns="0" tIns="0" rIns="0" bIns="0" anchor="t"/>
          <a:lstStyle/>
          <a:p>
            <a:pPr algn="l">
              <a:lnSpc>
                <a:spcPct val="105000"/>
              </a:lnSpc>
              <a:buNone/>
              <a:defRPr sz="1350" b="0">
                <a:solidFill>
                  <a:srgbClr val="5F6368"/>
                </a:solidFill>
                <a:latin typeface="Arial"/>
                <a:ea typeface="Arial"/>
                <a:cs typeface="Arial"/>
              </a:defRPr>
            </a:pPr>
            <a:r>
              <a:rPr sz="1600" b="0" dirty="0">
                <a:solidFill>
                  <a:srgbClr val="5F6368"/>
                </a:solidFill>
                <a:latin typeface="Arial"/>
                <a:ea typeface="Arial"/>
                <a:cs typeface="Arial"/>
              </a:rPr>
              <a:t>Linux 5.10.134 across L0/L1/L2</a:t>
            </a:r>
          </a:p>
        </p:txBody>
      </p:sp>
      <p:sp>
        <p:nvSpPr>
          <p:cNvPr id="27" name="直线连接符 26">
            <a:extLst>
              <a:ext uri="{FF2B5EF4-FFF2-40B4-BE49-F238E27FC236}">
                <a16:creationId xmlns:a16="http://schemas.microsoft.com/office/drawing/2014/main" id="{C7203171-1ED2-4338-BD4E-A2374CA42E48}"/>
              </a:ext>
            </a:extLst>
          </p:cNvPr>
          <p:cNvSpPr>
            <a:spLocks noGrp="1"/>
          </p:cNvSpPr>
          <p:nvPr/>
        </p:nvSpPr>
        <p:spPr>
          <a:xfrm>
            <a:off x="5119683" y="4648203"/>
            <a:ext cx="2628900" cy="0"/>
          </a:xfrm>
          <a:prstGeom prst="line">
            <a:avLst/>
          </a:prstGeom>
          <a:noFill/>
          <a:ln w="9525">
            <a:solidFill>
              <a:srgbClr val="D9D9D9"/>
            </a:solidFill>
            <a:prstDash val="solid"/>
          </a:ln>
        </p:spPr>
        <p:txBody>
          <a:bodyPr/>
          <a:lstStyle/>
          <a:p>
            <a:endParaRPr lang="en-US"/>
          </a:p>
        </p:txBody>
      </p:sp>
      <p:sp>
        <p:nvSpPr>
          <p:cNvPr id="28" name="矩形 27">
            <a:extLst>
              <a:ext uri="{FF2B5EF4-FFF2-40B4-BE49-F238E27FC236}">
                <a16:creationId xmlns:a16="http://schemas.microsoft.com/office/drawing/2014/main" id="{1C18F1A6-DDCF-49E1-AFF1-89FA41C642EB}"/>
              </a:ext>
            </a:extLst>
          </p:cNvPr>
          <p:cNvSpPr>
            <a:spLocks noGrp="1"/>
          </p:cNvSpPr>
          <p:nvPr/>
        </p:nvSpPr>
        <p:spPr>
          <a:xfrm>
            <a:off x="5119683" y="4810128"/>
            <a:ext cx="742950" cy="228600"/>
          </a:xfrm>
          <a:prstGeom prst="rect">
            <a:avLst/>
          </a:prstGeom>
          <a:noFill/>
          <a:ln w="0">
            <a:noFill/>
            <a:prstDash val="solid"/>
          </a:ln>
        </p:spPr>
        <p:txBody>
          <a:bodyPr wrap="square" lIns="0" tIns="0" rIns="0" bIns="0" anchor="t"/>
          <a:lstStyle/>
          <a:p>
            <a:pPr algn="l">
              <a:lnSpc>
                <a:spcPct val="100000"/>
              </a:lnSpc>
              <a:buNone/>
              <a:defRPr sz="1425" b="1">
                <a:solidFill>
                  <a:srgbClr val="111111"/>
                </a:solidFill>
                <a:latin typeface="Arial"/>
                <a:ea typeface="Arial"/>
                <a:cs typeface="Arial"/>
              </a:defRPr>
            </a:pPr>
            <a:r>
              <a:rPr sz="1600" b="1" dirty="0">
                <a:solidFill>
                  <a:srgbClr val="111111"/>
                </a:solidFill>
                <a:latin typeface="Arial"/>
                <a:ea typeface="Arial"/>
                <a:cs typeface="Arial"/>
              </a:rPr>
              <a:t>Config</a:t>
            </a:r>
          </a:p>
        </p:txBody>
      </p:sp>
      <p:sp>
        <p:nvSpPr>
          <p:cNvPr id="29" name="矩形 28">
            <a:extLst>
              <a:ext uri="{FF2B5EF4-FFF2-40B4-BE49-F238E27FC236}">
                <a16:creationId xmlns:a16="http://schemas.microsoft.com/office/drawing/2014/main" id="{B1F46C15-0E45-4653-B383-C26EFAA3A37E}"/>
              </a:ext>
            </a:extLst>
          </p:cNvPr>
          <p:cNvSpPr>
            <a:spLocks noGrp="1"/>
          </p:cNvSpPr>
          <p:nvPr/>
        </p:nvSpPr>
        <p:spPr>
          <a:xfrm>
            <a:off x="5976933" y="4810127"/>
            <a:ext cx="2000250" cy="557207"/>
          </a:xfrm>
          <a:prstGeom prst="rect">
            <a:avLst/>
          </a:prstGeom>
          <a:noFill/>
          <a:ln w="0">
            <a:noFill/>
            <a:prstDash val="solid"/>
          </a:ln>
        </p:spPr>
        <p:txBody>
          <a:bodyPr wrap="square" lIns="0" tIns="0" rIns="0" bIns="0" anchor="t"/>
          <a:lstStyle/>
          <a:p>
            <a:pPr algn="l">
              <a:lnSpc>
                <a:spcPct val="105000"/>
              </a:lnSpc>
              <a:buNone/>
              <a:defRPr sz="1350" b="0">
                <a:solidFill>
                  <a:srgbClr val="5F6368"/>
                </a:solidFill>
                <a:latin typeface="Arial"/>
                <a:ea typeface="Arial"/>
                <a:cs typeface="Arial"/>
              </a:defRPr>
            </a:pPr>
            <a:r>
              <a:rPr sz="1600" b="0" dirty="0" err="1">
                <a:solidFill>
                  <a:srgbClr val="5F6368"/>
                </a:solidFill>
                <a:latin typeface="Arial"/>
                <a:ea typeface="Arial"/>
                <a:cs typeface="Arial"/>
              </a:rPr>
              <a:t>tdp_mmu</a:t>
            </a:r>
            <a:r>
              <a:rPr sz="1600" b="0" dirty="0">
                <a:solidFill>
                  <a:srgbClr val="5F6368"/>
                </a:solidFill>
                <a:latin typeface="Arial"/>
                <a:ea typeface="Arial"/>
                <a:cs typeface="Arial"/>
              </a:rPr>
              <a:t>=y, VMCS shadowing, THP</a:t>
            </a:r>
          </a:p>
        </p:txBody>
      </p:sp>
      <p:sp>
        <p:nvSpPr>
          <p:cNvPr id="30" name="矩形 29">
            <a:extLst>
              <a:ext uri="{FF2B5EF4-FFF2-40B4-BE49-F238E27FC236}">
                <a16:creationId xmlns:a16="http://schemas.microsoft.com/office/drawing/2014/main" id="{F594F463-AF7D-4107-899F-848021EC7E4D}"/>
              </a:ext>
            </a:extLst>
          </p:cNvPr>
          <p:cNvSpPr>
            <a:spLocks noGrp="1"/>
          </p:cNvSpPr>
          <p:nvPr/>
        </p:nvSpPr>
        <p:spPr>
          <a:xfrm>
            <a:off x="8520040" y="2266953"/>
            <a:ext cx="2588455" cy="30480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dirty="0">
                <a:solidFill>
                  <a:srgbClr val="111111"/>
                </a:solidFill>
                <a:latin typeface="Arial"/>
                <a:ea typeface="Arial"/>
                <a:cs typeface="Arial"/>
              </a:rPr>
              <a:t>Compared </a:t>
            </a:r>
            <a:r>
              <a:rPr lang="en-US" sz="1875" b="1" dirty="0">
                <a:solidFill>
                  <a:srgbClr val="111111"/>
                </a:solidFill>
                <a:latin typeface="Arial"/>
                <a:ea typeface="Arial"/>
                <a:cs typeface="Arial"/>
              </a:rPr>
              <a:t>approaches</a:t>
            </a:r>
            <a:endParaRPr sz="1875" b="1" dirty="0">
              <a:solidFill>
                <a:srgbClr val="111111"/>
              </a:solidFill>
              <a:latin typeface="Arial"/>
              <a:ea typeface="Arial"/>
              <a:cs typeface="Arial"/>
            </a:endParaRPr>
          </a:p>
        </p:txBody>
      </p:sp>
      <p:sp>
        <p:nvSpPr>
          <p:cNvPr id="31" name="矩形 30">
            <a:extLst>
              <a:ext uri="{FF2B5EF4-FFF2-40B4-BE49-F238E27FC236}">
                <a16:creationId xmlns:a16="http://schemas.microsoft.com/office/drawing/2014/main" id="{36EACC9E-8632-4A09-8391-D025A3A4B713}"/>
              </a:ext>
            </a:extLst>
          </p:cNvPr>
          <p:cNvSpPr>
            <a:spLocks noGrp="1"/>
          </p:cNvSpPr>
          <p:nvPr/>
        </p:nvSpPr>
        <p:spPr>
          <a:xfrm>
            <a:off x="8548691" y="2838455"/>
            <a:ext cx="2724150" cy="457200"/>
          </a:xfrm>
          <a:prstGeom prst="rect">
            <a:avLst/>
          </a:prstGeom>
          <a:solidFill>
            <a:srgbClr val="FFFFFF"/>
          </a:solidFill>
          <a:ln w="9525">
            <a:solidFill>
              <a:srgbClr val="D9D9D9"/>
            </a:solidFill>
            <a:prstDash val="solid"/>
          </a:ln>
        </p:spPr>
        <p:txBody>
          <a:bodyPr wrap="square" lIns="76200" tIns="0" rIns="76200" bIns="0" anchor="ctr"/>
          <a:lstStyle/>
          <a:p>
            <a:pPr algn="ctr">
              <a:lnSpc>
                <a:spcPct val="100000"/>
              </a:lnSpc>
              <a:buNone/>
              <a:defRPr sz="1875" b="0">
                <a:solidFill>
                  <a:srgbClr val="111111"/>
                </a:solidFill>
                <a:latin typeface="Arial"/>
                <a:ea typeface="Arial"/>
                <a:cs typeface="Arial"/>
              </a:defRPr>
            </a:pPr>
            <a:r>
              <a:rPr sz="1875" b="0">
                <a:solidFill>
                  <a:srgbClr val="111111"/>
                </a:solidFill>
                <a:latin typeface="Arial"/>
                <a:ea typeface="Arial"/>
                <a:cs typeface="Arial"/>
              </a:rPr>
              <a:t>Kata-KVM</a:t>
            </a:r>
          </a:p>
        </p:txBody>
      </p:sp>
      <p:sp>
        <p:nvSpPr>
          <p:cNvPr id="32" name="矩形 31">
            <a:extLst>
              <a:ext uri="{FF2B5EF4-FFF2-40B4-BE49-F238E27FC236}">
                <a16:creationId xmlns:a16="http://schemas.microsoft.com/office/drawing/2014/main" id="{192CF1EF-9B84-4CC8-8879-03F52C4C0136}"/>
              </a:ext>
            </a:extLst>
          </p:cNvPr>
          <p:cNvSpPr>
            <a:spLocks noGrp="1"/>
          </p:cNvSpPr>
          <p:nvPr/>
        </p:nvSpPr>
        <p:spPr>
          <a:xfrm>
            <a:off x="8548691" y="3333755"/>
            <a:ext cx="2724150" cy="266700"/>
          </a:xfrm>
          <a:prstGeom prst="rect">
            <a:avLst/>
          </a:prstGeom>
          <a:noFill/>
          <a:ln w="0">
            <a:noFill/>
            <a:prstDash val="solid"/>
          </a:ln>
        </p:spPr>
        <p:txBody>
          <a:bodyPr wrap="square" lIns="0" tIns="0" rIns="0" bIns="0" anchor="t"/>
          <a:lstStyle/>
          <a:p>
            <a:pPr algn="ctr">
              <a:lnSpc>
                <a:spcPct val="100000"/>
              </a:lnSpc>
              <a:buNone/>
              <a:defRPr sz="1500" b="0">
                <a:solidFill>
                  <a:srgbClr val="5F6368"/>
                </a:solidFill>
                <a:latin typeface="Arial"/>
                <a:ea typeface="Arial"/>
                <a:cs typeface="Arial"/>
              </a:defRPr>
            </a:pPr>
            <a:r>
              <a:rPr sz="1500" b="0">
                <a:solidFill>
                  <a:srgbClr val="5F6368"/>
                </a:solidFill>
                <a:latin typeface="Arial"/>
                <a:ea typeface="Arial"/>
                <a:cs typeface="Arial"/>
              </a:rPr>
              <a:t>L0-dominated</a:t>
            </a:r>
          </a:p>
        </p:txBody>
      </p:sp>
      <p:sp>
        <p:nvSpPr>
          <p:cNvPr id="33" name="矩形 32">
            <a:extLst>
              <a:ext uri="{FF2B5EF4-FFF2-40B4-BE49-F238E27FC236}">
                <a16:creationId xmlns:a16="http://schemas.microsoft.com/office/drawing/2014/main" id="{1D82EFF9-2061-4089-AE43-D09F6275C640}"/>
              </a:ext>
            </a:extLst>
          </p:cNvPr>
          <p:cNvSpPr>
            <a:spLocks noGrp="1"/>
          </p:cNvSpPr>
          <p:nvPr/>
        </p:nvSpPr>
        <p:spPr>
          <a:xfrm>
            <a:off x="8548691" y="3657605"/>
            <a:ext cx="2724150" cy="457200"/>
          </a:xfrm>
          <a:prstGeom prst="rect">
            <a:avLst/>
          </a:prstGeom>
          <a:solidFill>
            <a:srgbClr val="FFFFFF"/>
          </a:solidFill>
          <a:ln w="9525">
            <a:solidFill>
              <a:srgbClr val="D9D9D9"/>
            </a:solidFill>
            <a:prstDash val="solid"/>
          </a:ln>
        </p:spPr>
        <p:txBody>
          <a:bodyPr wrap="square" lIns="76200" tIns="0" rIns="76200" bIns="0" anchor="ctr"/>
          <a:lstStyle/>
          <a:p>
            <a:pPr algn="ctr">
              <a:lnSpc>
                <a:spcPct val="100000"/>
              </a:lnSpc>
              <a:buNone/>
              <a:defRPr sz="1875" b="0">
                <a:solidFill>
                  <a:srgbClr val="111111"/>
                </a:solidFill>
                <a:latin typeface="Arial"/>
                <a:ea typeface="Arial"/>
                <a:cs typeface="Arial"/>
              </a:defRPr>
            </a:pPr>
            <a:r>
              <a:rPr sz="1875" b="0">
                <a:solidFill>
                  <a:srgbClr val="111111"/>
                </a:solidFill>
                <a:latin typeface="Arial"/>
                <a:ea typeface="Arial"/>
                <a:cs typeface="Arial"/>
              </a:rPr>
              <a:t>Kata-PVM</a:t>
            </a:r>
          </a:p>
        </p:txBody>
      </p:sp>
      <p:sp>
        <p:nvSpPr>
          <p:cNvPr id="34" name="矩形 33">
            <a:extLst>
              <a:ext uri="{FF2B5EF4-FFF2-40B4-BE49-F238E27FC236}">
                <a16:creationId xmlns:a16="http://schemas.microsoft.com/office/drawing/2014/main" id="{CE43118C-B767-4F1B-9629-48B1F29E7C8C}"/>
              </a:ext>
            </a:extLst>
          </p:cNvPr>
          <p:cNvSpPr>
            <a:spLocks noGrp="1"/>
          </p:cNvSpPr>
          <p:nvPr/>
        </p:nvSpPr>
        <p:spPr>
          <a:xfrm>
            <a:off x="8548691" y="4152905"/>
            <a:ext cx="2724150" cy="266700"/>
          </a:xfrm>
          <a:prstGeom prst="rect">
            <a:avLst/>
          </a:prstGeom>
          <a:noFill/>
          <a:ln w="0">
            <a:noFill/>
            <a:prstDash val="solid"/>
          </a:ln>
        </p:spPr>
        <p:txBody>
          <a:bodyPr wrap="square" lIns="0" tIns="0" rIns="0" bIns="0" anchor="t"/>
          <a:lstStyle/>
          <a:p>
            <a:pPr algn="ctr">
              <a:lnSpc>
                <a:spcPct val="100000"/>
              </a:lnSpc>
              <a:buNone/>
              <a:defRPr sz="1500" b="0">
                <a:solidFill>
                  <a:srgbClr val="5F6368"/>
                </a:solidFill>
                <a:latin typeface="Arial"/>
                <a:ea typeface="Arial"/>
                <a:cs typeface="Arial"/>
              </a:defRPr>
            </a:pPr>
            <a:r>
              <a:rPr sz="1500" b="0">
                <a:solidFill>
                  <a:srgbClr val="5F6368"/>
                </a:solidFill>
                <a:latin typeface="Arial"/>
                <a:ea typeface="Arial"/>
                <a:cs typeface="Arial"/>
              </a:rPr>
              <a:t>L1-dominated</a:t>
            </a:r>
          </a:p>
        </p:txBody>
      </p:sp>
      <p:sp>
        <p:nvSpPr>
          <p:cNvPr id="35" name="矩形 34">
            <a:extLst>
              <a:ext uri="{FF2B5EF4-FFF2-40B4-BE49-F238E27FC236}">
                <a16:creationId xmlns:a16="http://schemas.microsoft.com/office/drawing/2014/main" id="{9DB27CAE-0EBB-4381-9F64-47ADB24B0947}"/>
              </a:ext>
            </a:extLst>
          </p:cNvPr>
          <p:cNvSpPr>
            <a:spLocks noGrp="1"/>
          </p:cNvSpPr>
          <p:nvPr/>
        </p:nvSpPr>
        <p:spPr>
          <a:xfrm>
            <a:off x="8548691" y="4476755"/>
            <a:ext cx="2724150" cy="457200"/>
          </a:xfrm>
          <a:prstGeom prst="rect">
            <a:avLst/>
          </a:prstGeom>
          <a:solidFill>
            <a:srgbClr val="FFFF00"/>
          </a:solidFill>
          <a:ln w="9525">
            <a:solidFill>
              <a:srgbClr val="D9D9D9"/>
            </a:solidFill>
            <a:prstDash val="solid"/>
          </a:ln>
        </p:spPr>
        <p:txBody>
          <a:bodyPr wrap="square" lIns="76200" tIns="0" rIns="76200" bIns="0" anchor="ctr"/>
          <a:lstStyle/>
          <a:p>
            <a:pPr algn="ctr">
              <a:lnSpc>
                <a:spcPct val="100000"/>
              </a:lnSpc>
              <a:buNone/>
              <a:defRPr sz="1875" b="1">
                <a:solidFill>
                  <a:srgbClr val="A40000"/>
                </a:solidFill>
                <a:latin typeface="Arial"/>
                <a:ea typeface="Arial"/>
                <a:cs typeface="Arial"/>
              </a:defRPr>
            </a:pPr>
            <a:r>
              <a:rPr sz="1875" b="1" dirty="0">
                <a:solidFill>
                  <a:srgbClr val="2E6CF7"/>
                </a:solidFill>
                <a:latin typeface="Arial"/>
                <a:ea typeface="Arial"/>
                <a:cs typeface="Arial"/>
              </a:rPr>
              <a:t>Kata-JANUS</a:t>
            </a:r>
          </a:p>
        </p:txBody>
      </p:sp>
      <p:sp>
        <p:nvSpPr>
          <p:cNvPr id="36" name="矩形 35">
            <a:extLst>
              <a:ext uri="{FF2B5EF4-FFF2-40B4-BE49-F238E27FC236}">
                <a16:creationId xmlns:a16="http://schemas.microsoft.com/office/drawing/2014/main" id="{BD86B2DF-6E26-4125-9C8A-4954BE81536B}"/>
              </a:ext>
            </a:extLst>
          </p:cNvPr>
          <p:cNvSpPr>
            <a:spLocks noGrp="1"/>
          </p:cNvSpPr>
          <p:nvPr/>
        </p:nvSpPr>
        <p:spPr>
          <a:xfrm>
            <a:off x="8548691" y="4972055"/>
            <a:ext cx="2724150" cy="266700"/>
          </a:xfrm>
          <a:prstGeom prst="rect">
            <a:avLst/>
          </a:prstGeom>
          <a:noFill/>
          <a:ln w="0">
            <a:noFill/>
            <a:prstDash val="solid"/>
          </a:ln>
        </p:spPr>
        <p:txBody>
          <a:bodyPr wrap="square" lIns="0" tIns="0" rIns="0" bIns="0" anchor="t"/>
          <a:lstStyle/>
          <a:p>
            <a:pPr algn="ctr">
              <a:lnSpc>
                <a:spcPct val="100000"/>
              </a:lnSpc>
              <a:buNone/>
              <a:defRPr sz="1500" b="0">
                <a:solidFill>
                  <a:srgbClr val="5F6368"/>
                </a:solidFill>
                <a:latin typeface="Arial"/>
                <a:ea typeface="Arial"/>
                <a:cs typeface="Arial"/>
              </a:defRPr>
            </a:pPr>
            <a:r>
              <a:rPr sz="1500" b="0">
                <a:solidFill>
                  <a:srgbClr val="5F6368"/>
                </a:solidFill>
                <a:latin typeface="Arial"/>
                <a:ea typeface="Arial"/>
                <a:cs typeface="Arial"/>
              </a:rPr>
              <a:t>L0-L1 cooperative</a:t>
            </a:r>
          </a:p>
        </p:txBody>
      </p:sp>
      <p:sp>
        <p:nvSpPr>
          <p:cNvPr id="42" name="矩形 41">
            <a:extLst>
              <a:ext uri="{FF2B5EF4-FFF2-40B4-BE49-F238E27FC236}">
                <a16:creationId xmlns:a16="http://schemas.microsoft.com/office/drawing/2014/main" id="{FF0DA06A-C3A5-476E-9140-0BE11F8E00F8}"/>
              </a:ext>
            </a:extLst>
          </p:cNvPr>
          <p:cNvSpPr>
            <a:spLocks noGrp="1"/>
          </p:cNvSpPr>
          <p:nvPr/>
        </p:nvSpPr>
        <p:spPr>
          <a:xfrm>
            <a:off x="11334750" y="6343650"/>
            <a:ext cx="381000" cy="2667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21</a:t>
            </a:r>
          </a:p>
        </p:txBody>
      </p:sp>
      <p:cxnSp>
        <p:nvCxnSpPr>
          <p:cNvPr id="45" name="直线连接符 44">
            <a:extLst>
              <a:ext uri="{FF2B5EF4-FFF2-40B4-BE49-F238E27FC236}">
                <a16:creationId xmlns:a16="http://schemas.microsoft.com/office/drawing/2014/main" id="{60339BFF-A210-8D4D-BF40-4B3F94697AF6}"/>
              </a:ext>
            </a:extLst>
          </p:cNvPr>
          <p:cNvCxnSpPr>
            <a:cxnSpLocks/>
            <a:stCxn id="4" idx="3"/>
            <a:endCxn id="8" idx="1"/>
          </p:cNvCxnSpPr>
          <p:nvPr/>
        </p:nvCxnSpPr>
        <p:spPr>
          <a:xfrm flipV="1">
            <a:off x="1571620" y="3076578"/>
            <a:ext cx="419100" cy="147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符 45">
            <a:extLst>
              <a:ext uri="{FF2B5EF4-FFF2-40B4-BE49-F238E27FC236}">
                <a16:creationId xmlns:a16="http://schemas.microsoft.com/office/drawing/2014/main" id="{927D88EC-3C01-461D-4AAB-212ADC5C5CEA}"/>
              </a:ext>
            </a:extLst>
          </p:cNvPr>
          <p:cNvCxnSpPr>
            <a:cxnSpLocks/>
            <a:endCxn id="12" idx="1"/>
          </p:cNvCxnSpPr>
          <p:nvPr/>
        </p:nvCxnSpPr>
        <p:spPr>
          <a:xfrm>
            <a:off x="3019420" y="3062290"/>
            <a:ext cx="2667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661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32412460-2C12-4296-AFB0-CF671B85F078}"/>
              </a:ext>
            </a:extLst>
          </p:cNvPr>
          <p:cNvSpPr>
            <a:spLocks noGrp="1"/>
          </p:cNvSpPr>
          <p:nvPr/>
        </p:nvSpPr>
        <p:spPr>
          <a:xfrm>
            <a:off x="514350" y="628650"/>
            <a:ext cx="11144250" cy="59055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sz="3600" b="1" dirty="0">
                <a:solidFill>
                  <a:srgbClr val="A40000"/>
                </a:solidFill>
                <a:latin typeface="+mn-lt"/>
                <a:ea typeface="Arial"/>
                <a:cs typeface="Arial"/>
              </a:rPr>
              <a:t>JANUS speeds up memory-intensive workloads</a:t>
            </a:r>
          </a:p>
        </p:txBody>
      </p:sp>
      <p:sp>
        <p:nvSpPr>
          <p:cNvPr id="2" name="矩形 1">
            <a:extLst>
              <a:ext uri="{FF2B5EF4-FFF2-40B4-BE49-F238E27FC236}">
                <a16:creationId xmlns:a16="http://schemas.microsoft.com/office/drawing/2014/main" id="{B6D14C56-170A-4214-9F0F-D514CCEBC89D}"/>
              </a:ext>
            </a:extLst>
          </p:cNvPr>
          <p:cNvSpPr>
            <a:spLocks noGrp="1"/>
          </p:cNvSpPr>
          <p:nvPr/>
        </p:nvSpPr>
        <p:spPr>
          <a:xfrm>
            <a:off x="800100" y="1390650"/>
            <a:ext cx="10572750" cy="400050"/>
          </a:xfrm>
          <a:prstGeom prst="rect">
            <a:avLst/>
          </a:prstGeom>
          <a:noFill/>
          <a:ln w="0">
            <a:noFill/>
            <a:prstDash val="solid"/>
          </a:ln>
        </p:spPr>
        <p:txBody>
          <a:bodyPr wrap="square" lIns="0" tIns="0" rIns="0" bIns="0" anchor="t"/>
          <a:lstStyle/>
          <a:p>
            <a:pPr algn="l">
              <a:lnSpc>
                <a:spcPct val="100000"/>
              </a:lnSpc>
              <a:buNone/>
              <a:defRPr sz="1875" b="0">
                <a:solidFill>
                  <a:srgbClr val="111111"/>
                </a:solidFill>
                <a:latin typeface="Arial"/>
                <a:ea typeface="Arial"/>
                <a:cs typeface="Arial"/>
              </a:defRPr>
            </a:pPr>
            <a:r>
              <a:rPr sz="1875" b="0" dirty="0">
                <a:solidFill>
                  <a:srgbClr val="111111"/>
                </a:solidFill>
                <a:latin typeface="Arial"/>
                <a:ea typeface="Arial"/>
                <a:cs typeface="Arial"/>
              </a:rPr>
              <a:t>Normalized to Kata-KVM @ 8 vCPUs; higher is better</a:t>
            </a:r>
          </a:p>
        </p:txBody>
      </p:sp>
      <p:sp>
        <p:nvSpPr>
          <p:cNvPr id="3" name="矩形 2">
            <a:extLst>
              <a:ext uri="{FF2B5EF4-FFF2-40B4-BE49-F238E27FC236}">
                <a16:creationId xmlns:a16="http://schemas.microsoft.com/office/drawing/2014/main" id="{57F990D5-C9E0-4467-8304-89E7A3EF42CC}"/>
              </a:ext>
            </a:extLst>
          </p:cNvPr>
          <p:cNvSpPr>
            <a:spLocks noGrp="1"/>
          </p:cNvSpPr>
          <p:nvPr/>
        </p:nvSpPr>
        <p:spPr>
          <a:xfrm>
            <a:off x="714374" y="2224088"/>
            <a:ext cx="1714500" cy="22860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dirty="0" err="1">
                <a:solidFill>
                  <a:srgbClr val="111111"/>
                </a:solidFill>
                <a:latin typeface="Arial"/>
                <a:ea typeface="Arial"/>
                <a:cs typeface="Arial"/>
              </a:rPr>
              <a:t>Ebizzy</a:t>
            </a:r>
            <a:endParaRPr sz="1600" dirty="0">
              <a:solidFill>
                <a:srgbClr val="111111"/>
              </a:solidFill>
              <a:latin typeface="Arial"/>
              <a:ea typeface="Arial"/>
              <a:cs typeface="Arial"/>
            </a:endParaRPr>
          </a:p>
        </p:txBody>
      </p:sp>
      <p:sp>
        <p:nvSpPr>
          <p:cNvPr id="4" name="矩形 3">
            <a:extLst>
              <a:ext uri="{FF2B5EF4-FFF2-40B4-BE49-F238E27FC236}">
                <a16:creationId xmlns:a16="http://schemas.microsoft.com/office/drawing/2014/main" id="{D9EAE5C4-C559-47EC-8EB2-BBB4FE010F47}"/>
              </a:ext>
            </a:extLst>
          </p:cNvPr>
          <p:cNvSpPr>
            <a:spLocks noGrp="1"/>
          </p:cNvSpPr>
          <p:nvPr/>
        </p:nvSpPr>
        <p:spPr>
          <a:xfrm>
            <a:off x="895350" y="3079223"/>
            <a:ext cx="266700" cy="364067"/>
          </a:xfrm>
          <a:prstGeom prst="rect">
            <a:avLst/>
          </a:prstGeom>
          <a:solidFill>
            <a:srgbClr val="EFEFEF"/>
          </a:solidFill>
          <a:ln w="9525">
            <a:solidFill>
              <a:srgbClr val="D9D9D9"/>
            </a:solidFill>
            <a:prstDash val="solid"/>
          </a:ln>
        </p:spPr>
        <p:txBody>
          <a:bodyPr/>
          <a:lstStyle/>
          <a:p>
            <a:endParaRPr lang="en-US"/>
          </a:p>
        </p:txBody>
      </p:sp>
      <p:sp>
        <p:nvSpPr>
          <p:cNvPr id="6" name="矩形 5">
            <a:extLst>
              <a:ext uri="{FF2B5EF4-FFF2-40B4-BE49-F238E27FC236}">
                <a16:creationId xmlns:a16="http://schemas.microsoft.com/office/drawing/2014/main" id="{27A439F9-6386-4EA9-8A78-16F9C0E0F28C}"/>
              </a:ext>
            </a:extLst>
          </p:cNvPr>
          <p:cNvSpPr>
            <a:spLocks noGrp="1"/>
          </p:cNvSpPr>
          <p:nvPr/>
        </p:nvSpPr>
        <p:spPr>
          <a:xfrm>
            <a:off x="1333500" y="3243053"/>
            <a:ext cx="266700" cy="200237"/>
          </a:xfrm>
          <a:prstGeom prst="rect">
            <a:avLst/>
          </a:prstGeom>
          <a:solidFill>
            <a:srgbClr val="5F6368"/>
          </a:solidFill>
          <a:ln w="9525">
            <a:solidFill>
              <a:srgbClr val="5F6368"/>
            </a:solidFill>
            <a:prstDash val="solid"/>
          </a:ln>
        </p:spPr>
        <p:txBody>
          <a:bodyPr/>
          <a:lstStyle/>
          <a:p>
            <a:endParaRPr lang="en-US"/>
          </a:p>
        </p:txBody>
      </p:sp>
      <p:sp>
        <p:nvSpPr>
          <p:cNvPr id="8" name="矩形 7">
            <a:extLst>
              <a:ext uri="{FF2B5EF4-FFF2-40B4-BE49-F238E27FC236}">
                <a16:creationId xmlns:a16="http://schemas.microsoft.com/office/drawing/2014/main" id="{236482C8-3F22-4A64-8E6F-2215023BDB29}"/>
              </a:ext>
            </a:extLst>
          </p:cNvPr>
          <p:cNvSpPr>
            <a:spLocks noGrp="1"/>
          </p:cNvSpPr>
          <p:nvPr/>
        </p:nvSpPr>
        <p:spPr>
          <a:xfrm>
            <a:off x="1771650" y="2860783"/>
            <a:ext cx="266700" cy="582507"/>
          </a:xfrm>
          <a:prstGeom prst="rect">
            <a:avLst/>
          </a:prstGeom>
          <a:solidFill>
            <a:srgbClr val="2E6CF7"/>
          </a:solidFill>
          <a:ln w="9525">
            <a:solidFill>
              <a:schemeClr val="bg1">
                <a:lumMod val="85000"/>
              </a:schemeClr>
            </a:solidFill>
            <a:prstDash val="solid"/>
          </a:ln>
        </p:spPr>
        <p:txBody>
          <a:bodyPr/>
          <a:lstStyle/>
          <a:p>
            <a:endParaRPr lang="en-US"/>
          </a:p>
        </p:txBody>
      </p:sp>
      <p:sp>
        <p:nvSpPr>
          <p:cNvPr id="10" name="直线连接符 9">
            <a:extLst>
              <a:ext uri="{FF2B5EF4-FFF2-40B4-BE49-F238E27FC236}">
                <a16:creationId xmlns:a16="http://schemas.microsoft.com/office/drawing/2014/main" id="{660CCC0D-677E-491D-8E89-F21092438B8D}"/>
              </a:ext>
            </a:extLst>
          </p:cNvPr>
          <p:cNvSpPr>
            <a:spLocks noGrp="1"/>
          </p:cNvSpPr>
          <p:nvPr/>
        </p:nvSpPr>
        <p:spPr>
          <a:xfrm>
            <a:off x="800100" y="3443290"/>
            <a:ext cx="1409700" cy="0"/>
          </a:xfrm>
          <a:prstGeom prst="line">
            <a:avLst/>
          </a:prstGeom>
          <a:noFill/>
          <a:ln w="9525">
            <a:solidFill>
              <a:srgbClr val="D9D9D9"/>
            </a:solidFill>
            <a:prstDash val="solid"/>
          </a:ln>
        </p:spPr>
        <p:txBody>
          <a:bodyPr/>
          <a:lstStyle/>
          <a:p>
            <a:endParaRPr lang="en-US"/>
          </a:p>
        </p:txBody>
      </p:sp>
      <p:sp>
        <p:nvSpPr>
          <p:cNvPr id="11" name="矩形 10">
            <a:extLst>
              <a:ext uri="{FF2B5EF4-FFF2-40B4-BE49-F238E27FC236}">
                <a16:creationId xmlns:a16="http://schemas.microsoft.com/office/drawing/2014/main" id="{5655872E-803E-4F72-9FC0-BA445067BD76}"/>
              </a:ext>
            </a:extLst>
          </p:cNvPr>
          <p:cNvSpPr>
            <a:spLocks noGrp="1"/>
          </p:cNvSpPr>
          <p:nvPr/>
        </p:nvSpPr>
        <p:spPr>
          <a:xfrm>
            <a:off x="1600198" y="2613133"/>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dirty="0">
                <a:solidFill>
                  <a:srgbClr val="2E6CF7"/>
                </a:solidFill>
                <a:latin typeface="Arial"/>
                <a:ea typeface="Arial"/>
                <a:cs typeface="Arial"/>
              </a:rPr>
              <a:t>1.6x</a:t>
            </a:r>
          </a:p>
        </p:txBody>
      </p:sp>
      <p:sp>
        <p:nvSpPr>
          <p:cNvPr id="12" name="矩形 11">
            <a:extLst>
              <a:ext uri="{FF2B5EF4-FFF2-40B4-BE49-F238E27FC236}">
                <a16:creationId xmlns:a16="http://schemas.microsoft.com/office/drawing/2014/main" id="{55B6993B-4040-489E-8990-DF166BE9EB4A}"/>
              </a:ext>
            </a:extLst>
          </p:cNvPr>
          <p:cNvSpPr>
            <a:spLocks noGrp="1"/>
          </p:cNvSpPr>
          <p:nvPr/>
        </p:nvSpPr>
        <p:spPr>
          <a:xfrm>
            <a:off x="2619374" y="2224088"/>
            <a:ext cx="1714500" cy="22860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a:solidFill>
                  <a:srgbClr val="111111"/>
                </a:solidFill>
                <a:latin typeface="Arial"/>
                <a:ea typeface="Arial"/>
                <a:cs typeface="Arial"/>
              </a:rPr>
              <a:t>UB execl</a:t>
            </a:r>
          </a:p>
        </p:txBody>
      </p:sp>
      <p:sp>
        <p:nvSpPr>
          <p:cNvPr id="13" name="矩形 12">
            <a:extLst>
              <a:ext uri="{FF2B5EF4-FFF2-40B4-BE49-F238E27FC236}">
                <a16:creationId xmlns:a16="http://schemas.microsoft.com/office/drawing/2014/main" id="{8982A89C-6735-4BA6-8BC6-F53D0E51C4EA}"/>
              </a:ext>
            </a:extLst>
          </p:cNvPr>
          <p:cNvSpPr>
            <a:spLocks noGrp="1"/>
          </p:cNvSpPr>
          <p:nvPr/>
        </p:nvSpPr>
        <p:spPr>
          <a:xfrm>
            <a:off x="2800350" y="3079223"/>
            <a:ext cx="266700" cy="364067"/>
          </a:xfrm>
          <a:prstGeom prst="rect">
            <a:avLst/>
          </a:prstGeom>
          <a:solidFill>
            <a:srgbClr val="EFEFEF"/>
          </a:solidFill>
          <a:ln w="9525">
            <a:solidFill>
              <a:srgbClr val="D9D9D9"/>
            </a:solidFill>
            <a:prstDash val="solid"/>
          </a:ln>
        </p:spPr>
        <p:txBody>
          <a:bodyPr/>
          <a:lstStyle/>
          <a:p>
            <a:endParaRPr lang="en-US"/>
          </a:p>
        </p:txBody>
      </p:sp>
      <p:sp>
        <p:nvSpPr>
          <p:cNvPr id="14" name="矩形 13">
            <a:extLst>
              <a:ext uri="{FF2B5EF4-FFF2-40B4-BE49-F238E27FC236}">
                <a16:creationId xmlns:a16="http://schemas.microsoft.com/office/drawing/2014/main" id="{4C7BE4AC-1B24-4990-9C51-3B2F9034A5BE}"/>
              </a:ext>
            </a:extLst>
          </p:cNvPr>
          <p:cNvSpPr>
            <a:spLocks noGrp="1"/>
          </p:cNvSpPr>
          <p:nvPr/>
        </p:nvSpPr>
        <p:spPr>
          <a:xfrm>
            <a:off x="3238500" y="3352273"/>
            <a:ext cx="266700" cy="91017"/>
          </a:xfrm>
          <a:prstGeom prst="rect">
            <a:avLst/>
          </a:prstGeom>
          <a:solidFill>
            <a:srgbClr val="5F6368"/>
          </a:solidFill>
          <a:ln w="9525">
            <a:solidFill>
              <a:srgbClr val="5F6368"/>
            </a:solidFill>
            <a:prstDash val="solid"/>
          </a:ln>
        </p:spPr>
        <p:txBody>
          <a:bodyPr/>
          <a:lstStyle/>
          <a:p>
            <a:endParaRPr lang="en-US"/>
          </a:p>
        </p:txBody>
      </p:sp>
      <p:sp>
        <p:nvSpPr>
          <p:cNvPr id="15" name="矩形 14">
            <a:extLst>
              <a:ext uri="{FF2B5EF4-FFF2-40B4-BE49-F238E27FC236}">
                <a16:creationId xmlns:a16="http://schemas.microsoft.com/office/drawing/2014/main" id="{42163012-8856-4C1A-BC9D-6B7500C39A29}"/>
              </a:ext>
            </a:extLst>
          </p:cNvPr>
          <p:cNvSpPr>
            <a:spLocks noGrp="1"/>
          </p:cNvSpPr>
          <p:nvPr/>
        </p:nvSpPr>
        <p:spPr>
          <a:xfrm>
            <a:off x="3676650" y="3006410"/>
            <a:ext cx="266700" cy="436880"/>
          </a:xfrm>
          <a:prstGeom prst="rect">
            <a:avLst/>
          </a:prstGeom>
          <a:solidFill>
            <a:srgbClr val="2E6CF7"/>
          </a:solidFill>
          <a:ln w="9525">
            <a:solidFill>
              <a:schemeClr val="bg1">
                <a:lumMod val="85000"/>
              </a:schemeClr>
            </a:solidFill>
            <a:prstDash val="solid"/>
          </a:ln>
        </p:spPr>
        <p:txBody>
          <a:bodyPr/>
          <a:lstStyle/>
          <a:p>
            <a:endParaRPr lang="en-US"/>
          </a:p>
        </p:txBody>
      </p:sp>
      <p:sp>
        <p:nvSpPr>
          <p:cNvPr id="16" name="直线连接符 15">
            <a:extLst>
              <a:ext uri="{FF2B5EF4-FFF2-40B4-BE49-F238E27FC236}">
                <a16:creationId xmlns:a16="http://schemas.microsoft.com/office/drawing/2014/main" id="{C0E91073-4953-4529-B2A6-FAA670F99802}"/>
              </a:ext>
            </a:extLst>
          </p:cNvPr>
          <p:cNvSpPr>
            <a:spLocks noGrp="1"/>
          </p:cNvSpPr>
          <p:nvPr/>
        </p:nvSpPr>
        <p:spPr>
          <a:xfrm>
            <a:off x="2705100" y="3443290"/>
            <a:ext cx="1409700" cy="0"/>
          </a:xfrm>
          <a:prstGeom prst="line">
            <a:avLst/>
          </a:prstGeom>
          <a:noFill/>
          <a:ln w="9525">
            <a:solidFill>
              <a:srgbClr val="D9D9D9"/>
            </a:solidFill>
            <a:prstDash val="solid"/>
          </a:ln>
        </p:spPr>
        <p:txBody>
          <a:bodyPr/>
          <a:lstStyle/>
          <a:p>
            <a:endParaRPr lang="en-US"/>
          </a:p>
        </p:txBody>
      </p:sp>
      <p:sp>
        <p:nvSpPr>
          <p:cNvPr id="17" name="矩形 16">
            <a:extLst>
              <a:ext uri="{FF2B5EF4-FFF2-40B4-BE49-F238E27FC236}">
                <a16:creationId xmlns:a16="http://schemas.microsoft.com/office/drawing/2014/main" id="{F5A40B39-732E-4833-87E6-CDBAA0F5A5ED}"/>
              </a:ext>
            </a:extLst>
          </p:cNvPr>
          <p:cNvSpPr>
            <a:spLocks noGrp="1"/>
          </p:cNvSpPr>
          <p:nvPr/>
        </p:nvSpPr>
        <p:spPr>
          <a:xfrm>
            <a:off x="3505198" y="2758760"/>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dirty="0">
                <a:solidFill>
                  <a:srgbClr val="2E6CF7"/>
                </a:solidFill>
                <a:latin typeface="Arial"/>
                <a:ea typeface="Arial"/>
                <a:cs typeface="Arial"/>
              </a:rPr>
              <a:t>1.2x</a:t>
            </a:r>
          </a:p>
        </p:txBody>
      </p:sp>
      <p:sp>
        <p:nvSpPr>
          <p:cNvPr id="18" name="矩形 17">
            <a:extLst>
              <a:ext uri="{FF2B5EF4-FFF2-40B4-BE49-F238E27FC236}">
                <a16:creationId xmlns:a16="http://schemas.microsoft.com/office/drawing/2014/main" id="{D74D4F87-7B8D-4CB0-A279-786E7E13F460}"/>
              </a:ext>
            </a:extLst>
          </p:cNvPr>
          <p:cNvSpPr>
            <a:spLocks noGrp="1"/>
          </p:cNvSpPr>
          <p:nvPr/>
        </p:nvSpPr>
        <p:spPr>
          <a:xfrm>
            <a:off x="4524374" y="2224088"/>
            <a:ext cx="1714500" cy="22860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a:solidFill>
                  <a:srgbClr val="111111"/>
                </a:solidFill>
                <a:latin typeface="Arial"/>
                <a:ea typeface="Arial"/>
                <a:cs typeface="Arial"/>
              </a:rPr>
              <a:t>UB shell</a:t>
            </a:r>
          </a:p>
        </p:txBody>
      </p:sp>
      <p:sp>
        <p:nvSpPr>
          <p:cNvPr id="19" name="矩形 18">
            <a:extLst>
              <a:ext uri="{FF2B5EF4-FFF2-40B4-BE49-F238E27FC236}">
                <a16:creationId xmlns:a16="http://schemas.microsoft.com/office/drawing/2014/main" id="{BA2D4E69-F42E-4015-87E9-FD9635305676}"/>
              </a:ext>
            </a:extLst>
          </p:cNvPr>
          <p:cNvSpPr>
            <a:spLocks noGrp="1"/>
          </p:cNvSpPr>
          <p:nvPr/>
        </p:nvSpPr>
        <p:spPr>
          <a:xfrm>
            <a:off x="4705350" y="3079223"/>
            <a:ext cx="266700" cy="364067"/>
          </a:xfrm>
          <a:prstGeom prst="rect">
            <a:avLst/>
          </a:prstGeom>
          <a:solidFill>
            <a:srgbClr val="EFEFEF"/>
          </a:solidFill>
          <a:ln w="9525">
            <a:solidFill>
              <a:srgbClr val="D9D9D9"/>
            </a:solidFill>
            <a:prstDash val="solid"/>
          </a:ln>
        </p:spPr>
        <p:txBody>
          <a:bodyPr/>
          <a:lstStyle/>
          <a:p>
            <a:endParaRPr lang="en-US"/>
          </a:p>
        </p:txBody>
      </p:sp>
      <p:sp>
        <p:nvSpPr>
          <p:cNvPr id="20" name="矩形 19">
            <a:extLst>
              <a:ext uri="{FF2B5EF4-FFF2-40B4-BE49-F238E27FC236}">
                <a16:creationId xmlns:a16="http://schemas.microsoft.com/office/drawing/2014/main" id="{A3A11BF8-6E69-4B69-A768-18F441DC765F}"/>
              </a:ext>
            </a:extLst>
          </p:cNvPr>
          <p:cNvSpPr>
            <a:spLocks noGrp="1"/>
          </p:cNvSpPr>
          <p:nvPr/>
        </p:nvSpPr>
        <p:spPr>
          <a:xfrm>
            <a:off x="5143500" y="3315867"/>
            <a:ext cx="266700" cy="127423"/>
          </a:xfrm>
          <a:prstGeom prst="rect">
            <a:avLst/>
          </a:prstGeom>
          <a:solidFill>
            <a:srgbClr val="5F6368"/>
          </a:solidFill>
          <a:ln w="9525">
            <a:solidFill>
              <a:srgbClr val="5F6368"/>
            </a:solidFill>
            <a:prstDash val="solid"/>
          </a:ln>
        </p:spPr>
        <p:txBody>
          <a:bodyPr/>
          <a:lstStyle/>
          <a:p>
            <a:endParaRPr lang="en-US"/>
          </a:p>
        </p:txBody>
      </p:sp>
      <p:sp>
        <p:nvSpPr>
          <p:cNvPr id="21" name="矩形 20">
            <a:extLst>
              <a:ext uri="{FF2B5EF4-FFF2-40B4-BE49-F238E27FC236}">
                <a16:creationId xmlns:a16="http://schemas.microsoft.com/office/drawing/2014/main" id="{D010B90E-32B8-447F-9243-4C5B2F2E27AF}"/>
              </a:ext>
            </a:extLst>
          </p:cNvPr>
          <p:cNvSpPr>
            <a:spLocks noGrp="1"/>
          </p:cNvSpPr>
          <p:nvPr/>
        </p:nvSpPr>
        <p:spPr>
          <a:xfrm>
            <a:off x="5581650" y="2642343"/>
            <a:ext cx="266700" cy="800947"/>
          </a:xfrm>
          <a:prstGeom prst="rect">
            <a:avLst/>
          </a:prstGeom>
          <a:solidFill>
            <a:srgbClr val="2E6CF7"/>
          </a:solidFill>
          <a:ln w="9525">
            <a:solidFill>
              <a:schemeClr val="bg1">
                <a:lumMod val="85000"/>
              </a:schemeClr>
            </a:solidFill>
            <a:prstDash val="solid"/>
          </a:ln>
        </p:spPr>
        <p:txBody>
          <a:bodyPr/>
          <a:lstStyle/>
          <a:p>
            <a:endParaRPr lang="en-US"/>
          </a:p>
        </p:txBody>
      </p:sp>
      <p:sp>
        <p:nvSpPr>
          <p:cNvPr id="22" name="直线连接符 21">
            <a:extLst>
              <a:ext uri="{FF2B5EF4-FFF2-40B4-BE49-F238E27FC236}">
                <a16:creationId xmlns:a16="http://schemas.microsoft.com/office/drawing/2014/main" id="{64FD963F-409E-4969-A997-44180AEDE42D}"/>
              </a:ext>
            </a:extLst>
          </p:cNvPr>
          <p:cNvSpPr>
            <a:spLocks noGrp="1"/>
          </p:cNvSpPr>
          <p:nvPr/>
        </p:nvSpPr>
        <p:spPr>
          <a:xfrm>
            <a:off x="4610100" y="3443290"/>
            <a:ext cx="1409700" cy="0"/>
          </a:xfrm>
          <a:prstGeom prst="line">
            <a:avLst/>
          </a:prstGeom>
          <a:noFill/>
          <a:ln w="9525">
            <a:solidFill>
              <a:srgbClr val="D9D9D9"/>
            </a:solidFill>
            <a:prstDash val="solid"/>
          </a:ln>
        </p:spPr>
        <p:txBody>
          <a:bodyPr/>
          <a:lstStyle/>
          <a:p>
            <a:endParaRPr lang="en-US"/>
          </a:p>
        </p:txBody>
      </p:sp>
      <p:sp>
        <p:nvSpPr>
          <p:cNvPr id="23" name="矩形 22">
            <a:extLst>
              <a:ext uri="{FF2B5EF4-FFF2-40B4-BE49-F238E27FC236}">
                <a16:creationId xmlns:a16="http://schemas.microsoft.com/office/drawing/2014/main" id="{2D59F311-C2EE-4D78-812C-37B37BB4543A}"/>
              </a:ext>
            </a:extLst>
          </p:cNvPr>
          <p:cNvSpPr>
            <a:spLocks noGrp="1"/>
          </p:cNvSpPr>
          <p:nvPr/>
        </p:nvSpPr>
        <p:spPr>
          <a:xfrm>
            <a:off x="5410198" y="2433640"/>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dirty="0">
                <a:solidFill>
                  <a:srgbClr val="2E6CF7"/>
                </a:solidFill>
                <a:latin typeface="Arial"/>
                <a:ea typeface="Arial"/>
                <a:cs typeface="Arial"/>
              </a:rPr>
              <a:t>2.2x</a:t>
            </a:r>
          </a:p>
        </p:txBody>
      </p:sp>
      <p:sp>
        <p:nvSpPr>
          <p:cNvPr id="24" name="矩形 23">
            <a:extLst>
              <a:ext uri="{FF2B5EF4-FFF2-40B4-BE49-F238E27FC236}">
                <a16:creationId xmlns:a16="http://schemas.microsoft.com/office/drawing/2014/main" id="{903BEE70-A1E0-439F-B34C-11E050361E2D}"/>
              </a:ext>
            </a:extLst>
          </p:cNvPr>
          <p:cNvSpPr>
            <a:spLocks noGrp="1"/>
          </p:cNvSpPr>
          <p:nvPr/>
        </p:nvSpPr>
        <p:spPr>
          <a:xfrm>
            <a:off x="6429374" y="2224088"/>
            <a:ext cx="1714500" cy="22860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a:solidFill>
                  <a:srgbClr val="111111"/>
                </a:solidFill>
                <a:latin typeface="Arial"/>
                <a:ea typeface="Arial"/>
                <a:cs typeface="Arial"/>
              </a:rPr>
              <a:t>Kbuild</a:t>
            </a:r>
          </a:p>
        </p:txBody>
      </p:sp>
      <p:sp>
        <p:nvSpPr>
          <p:cNvPr id="25" name="矩形 24">
            <a:extLst>
              <a:ext uri="{FF2B5EF4-FFF2-40B4-BE49-F238E27FC236}">
                <a16:creationId xmlns:a16="http://schemas.microsoft.com/office/drawing/2014/main" id="{E955C907-8967-4784-B4F0-C0B9827CD52B}"/>
              </a:ext>
            </a:extLst>
          </p:cNvPr>
          <p:cNvSpPr>
            <a:spLocks noGrp="1"/>
          </p:cNvSpPr>
          <p:nvPr/>
        </p:nvSpPr>
        <p:spPr>
          <a:xfrm>
            <a:off x="6610350" y="3079223"/>
            <a:ext cx="266700" cy="364067"/>
          </a:xfrm>
          <a:prstGeom prst="rect">
            <a:avLst/>
          </a:prstGeom>
          <a:solidFill>
            <a:srgbClr val="EFEFEF"/>
          </a:solidFill>
          <a:ln w="9525">
            <a:solidFill>
              <a:srgbClr val="D9D9D9"/>
            </a:solidFill>
            <a:prstDash val="solid"/>
          </a:ln>
        </p:spPr>
        <p:txBody>
          <a:bodyPr/>
          <a:lstStyle/>
          <a:p>
            <a:endParaRPr lang="en-US"/>
          </a:p>
        </p:txBody>
      </p:sp>
      <p:sp>
        <p:nvSpPr>
          <p:cNvPr id="26" name="矩形 25">
            <a:extLst>
              <a:ext uri="{FF2B5EF4-FFF2-40B4-BE49-F238E27FC236}">
                <a16:creationId xmlns:a16="http://schemas.microsoft.com/office/drawing/2014/main" id="{C4A7E669-80D1-42E4-AA25-8150BCCFC826}"/>
              </a:ext>
            </a:extLst>
          </p:cNvPr>
          <p:cNvSpPr>
            <a:spLocks noGrp="1"/>
          </p:cNvSpPr>
          <p:nvPr/>
        </p:nvSpPr>
        <p:spPr>
          <a:xfrm>
            <a:off x="7048500" y="3159318"/>
            <a:ext cx="266700" cy="283972"/>
          </a:xfrm>
          <a:prstGeom prst="rect">
            <a:avLst/>
          </a:prstGeom>
          <a:solidFill>
            <a:srgbClr val="5F6368"/>
          </a:solidFill>
          <a:ln w="9525">
            <a:solidFill>
              <a:srgbClr val="5F6368"/>
            </a:solidFill>
            <a:prstDash val="solid"/>
          </a:ln>
        </p:spPr>
        <p:txBody>
          <a:bodyPr/>
          <a:lstStyle/>
          <a:p>
            <a:endParaRPr lang="en-US"/>
          </a:p>
        </p:txBody>
      </p:sp>
      <p:sp>
        <p:nvSpPr>
          <p:cNvPr id="27" name="矩形 26">
            <a:extLst>
              <a:ext uri="{FF2B5EF4-FFF2-40B4-BE49-F238E27FC236}">
                <a16:creationId xmlns:a16="http://schemas.microsoft.com/office/drawing/2014/main" id="{DBEEC132-DA3A-407D-8147-624F04800F8A}"/>
              </a:ext>
            </a:extLst>
          </p:cNvPr>
          <p:cNvSpPr>
            <a:spLocks noGrp="1"/>
          </p:cNvSpPr>
          <p:nvPr/>
        </p:nvSpPr>
        <p:spPr>
          <a:xfrm>
            <a:off x="7486650" y="3042817"/>
            <a:ext cx="266700" cy="400473"/>
          </a:xfrm>
          <a:prstGeom prst="rect">
            <a:avLst/>
          </a:prstGeom>
          <a:solidFill>
            <a:srgbClr val="2E6CF7"/>
          </a:solidFill>
          <a:ln w="9525">
            <a:solidFill>
              <a:schemeClr val="bg1">
                <a:lumMod val="85000"/>
              </a:schemeClr>
            </a:solidFill>
            <a:prstDash val="solid"/>
          </a:ln>
        </p:spPr>
        <p:txBody>
          <a:bodyPr/>
          <a:lstStyle/>
          <a:p>
            <a:endParaRPr lang="en-US"/>
          </a:p>
        </p:txBody>
      </p:sp>
      <p:sp>
        <p:nvSpPr>
          <p:cNvPr id="28" name="直线连接符 27">
            <a:extLst>
              <a:ext uri="{FF2B5EF4-FFF2-40B4-BE49-F238E27FC236}">
                <a16:creationId xmlns:a16="http://schemas.microsoft.com/office/drawing/2014/main" id="{79A01E4A-2249-4DBD-A4E1-30E275ECD3B5}"/>
              </a:ext>
            </a:extLst>
          </p:cNvPr>
          <p:cNvSpPr>
            <a:spLocks noGrp="1"/>
          </p:cNvSpPr>
          <p:nvPr/>
        </p:nvSpPr>
        <p:spPr>
          <a:xfrm>
            <a:off x="6515100" y="3443290"/>
            <a:ext cx="1409700" cy="0"/>
          </a:xfrm>
          <a:prstGeom prst="line">
            <a:avLst/>
          </a:prstGeom>
          <a:noFill/>
          <a:ln w="9525">
            <a:solidFill>
              <a:srgbClr val="D9D9D9"/>
            </a:solidFill>
            <a:prstDash val="solid"/>
          </a:ln>
        </p:spPr>
        <p:txBody>
          <a:bodyPr/>
          <a:lstStyle/>
          <a:p>
            <a:endParaRPr lang="en-US"/>
          </a:p>
        </p:txBody>
      </p:sp>
      <p:sp>
        <p:nvSpPr>
          <p:cNvPr id="29" name="矩形 28">
            <a:extLst>
              <a:ext uri="{FF2B5EF4-FFF2-40B4-BE49-F238E27FC236}">
                <a16:creationId xmlns:a16="http://schemas.microsoft.com/office/drawing/2014/main" id="{C91A0A2E-87B0-4B53-A182-05C3799A2AE2}"/>
              </a:ext>
            </a:extLst>
          </p:cNvPr>
          <p:cNvSpPr>
            <a:spLocks noGrp="1"/>
          </p:cNvSpPr>
          <p:nvPr/>
        </p:nvSpPr>
        <p:spPr>
          <a:xfrm>
            <a:off x="7286623" y="2795167"/>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a:solidFill>
                  <a:srgbClr val="2E6CF7"/>
                </a:solidFill>
                <a:latin typeface="Arial"/>
                <a:ea typeface="Arial"/>
                <a:cs typeface="Arial"/>
              </a:rPr>
              <a:t>1.1x</a:t>
            </a:r>
          </a:p>
        </p:txBody>
      </p:sp>
      <p:sp>
        <p:nvSpPr>
          <p:cNvPr id="30" name="矩形 29">
            <a:extLst>
              <a:ext uri="{FF2B5EF4-FFF2-40B4-BE49-F238E27FC236}">
                <a16:creationId xmlns:a16="http://schemas.microsoft.com/office/drawing/2014/main" id="{1C18738C-2D56-494A-82C1-19E660945927}"/>
              </a:ext>
            </a:extLst>
          </p:cNvPr>
          <p:cNvSpPr>
            <a:spLocks noGrp="1"/>
          </p:cNvSpPr>
          <p:nvPr/>
        </p:nvSpPr>
        <p:spPr>
          <a:xfrm>
            <a:off x="742950" y="3848102"/>
            <a:ext cx="1714500" cy="22860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b="1">
                <a:solidFill>
                  <a:srgbClr val="111111"/>
                </a:solidFill>
                <a:latin typeface="Arial"/>
                <a:ea typeface="Arial"/>
                <a:cs typeface="Arial"/>
              </a:rPr>
              <a:t>Dedup</a:t>
            </a:r>
          </a:p>
        </p:txBody>
      </p:sp>
      <p:sp>
        <p:nvSpPr>
          <p:cNvPr id="31" name="矩形 30">
            <a:extLst>
              <a:ext uri="{FF2B5EF4-FFF2-40B4-BE49-F238E27FC236}">
                <a16:creationId xmlns:a16="http://schemas.microsoft.com/office/drawing/2014/main" id="{04B9FA7F-016E-40B9-9196-C86CA52ED668}"/>
              </a:ext>
            </a:extLst>
          </p:cNvPr>
          <p:cNvSpPr>
            <a:spLocks noGrp="1"/>
          </p:cNvSpPr>
          <p:nvPr/>
        </p:nvSpPr>
        <p:spPr>
          <a:xfrm>
            <a:off x="895350" y="4731812"/>
            <a:ext cx="266700" cy="364067"/>
          </a:xfrm>
          <a:prstGeom prst="rect">
            <a:avLst/>
          </a:prstGeom>
          <a:solidFill>
            <a:srgbClr val="EFEFEF"/>
          </a:solidFill>
          <a:ln w="9525">
            <a:solidFill>
              <a:srgbClr val="D9D9D9"/>
            </a:solidFill>
            <a:prstDash val="solid"/>
          </a:ln>
        </p:spPr>
        <p:txBody>
          <a:bodyPr/>
          <a:lstStyle/>
          <a:p>
            <a:endParaRPr lang="en-US"/>
          </a:p>
        </p:txBody>
      </p:sp>
      <p:sp>
        <p:nvSpPr>
          <p:cNvPr id="32" name="矩形 31">
            <a:extLst>
              <a:ext uri="{FF2B5EF4-FFF2-40B4-BE49-F238E27FC236}">
                <a16:creationId xmlns:a16="http://schemas.microsoft.com/office/drawing/2014/main" id="{6049A9CA-56A8-4E8B-8443-0E8968CC0065}"/>
              </a:ext>
            </a:extLst>
          </p:cNvPr>
          <p:cNvSpPr>
            <a:spLocks noGrp="1"/>
          </p:cNvSpPr>
          <p:nvPr/>
        </p:nvSpPr>
        <p:spPr>
          <a:xfrm>
            <a:off x="1333500" y="4913846"/>
            <a:ext cx="266700" cy="182033"/>
          </a:xfrm>
          <a:prstGeom prst="rect">
            <a:avLst/>
          </a:prstGeom>
          <a:solidFill>
            <a:srgbClr val="5F6368"/>
          </a:solidFill>
          <a:ln w="9525">
            <a:solidFill>
              <a:srgbClr val="5F6368"/>
            </a:solidFill>
            <a:prstDash val="solid"/>
          </a:ln>
        </p:spPr>
        <p:txBody>
          <a:bodyPr/>
          <a:lstStyle/>
          <a:p>
            <a:endParaRPr lang="en-US"/>
          </a:p>
        </p:txBody>
      </p:sp>
      <p:sp>
        <p:nvSpPr>
          <p:cNvPr id="33" name="矩形 32">
            <a:extLst>
              <a:ext uri="{FF2B5EF4-FFF2-40B4-BE49-F238E27FC236}">
                <a16:creationId xmlns:a16="http://schemas.microsoft.com/office/drawing/2014/main" id="{2B30CE33-8A98-484D-96FE-FD497A1B9053}"/>
              </a:ext>
            </a:extLst>
          </p:cNvPr>
          <p:cNvSpPr>
            <a:spLocks noGrp="1"/>
          </p:cNvSpPr>
          <p:nvPr/>
        </p:nvSpPr>
        <p:spPr>
          <a:xfrm>
            <a:off x="1771650" y="4658999"/>
            <a:ext cx="266700" cy="436880"/>
          </a:xfrm>
          <a:prstGeom prst="rect">
            <a:avLst/>
          </a:prstGeom>
          <a:solidFill>
            <a:srgbClr val="2E6CF7"/>
          </a:solidFill>
          <a:ln w="9525">
            <a:solidFill>
              <a:schemeClr val="bg1">
                <a:lumMod val="85000"/>
              </a:schemeClr>
            </a:solidFill>
            <a:prstDash val="solid"/>
          </a:ln>
        </p:spPr>
        <p:txBody>
          <a:bodyPr/>
          <a:lstStyle/>
          <a:p>
            <a:endParaRPr lang="en-US"/>
          </a:p>
        </p:txBody>
      </p:sp>
      <p:sp>
        <p:nvSpPr>
          <p:cNvPr id="34" name="直线连接符 33">
            <a:extLst>
              <a:ext uri="{FF2B5EF4-FFF2-40B4-BE49-F238E27FC236}">
                <a16:creationId xmlns:a16="http://schemas.microsoft.com/office/drawing/2014/main" id="{905A3199-F20B-48AD-9D18-48FC7B6674A7}"/>
              </a:ext>
            </a:extLst>
          </p:cNvPr>
          <p:cNvSpPr>
            <a:spLocks noGrp="1"/>
          </p:cNvSpPr>
          <p:nvPr/>
        </p:nvSpPr>
        <p:spPr>
          <a:xfrm>
            <a:off x="800100" y="5095879"/>
            <a:ext cx="1409700" cy="0"/>
          </a:xfrm>
          <a:prstGeom prst="line">
            <a:avLst/>
          </a:prstGeom>
          <a:noFill/>
          <a:ln w="9525">
            <a:solidFill>
              <a:srgbClr val="D9D9D9"/>
            </a:solidFill>
            <a:prstDash val="solid"/>
          </a:ln>
        </p:spPr>
        <p:txBody>
          <a:bodyPr/>
          <a:lstStyle/>
          <a:p>
            <a:endParaRPr lang="en-US"/>
          </a:p>
        </p:txBody>
      </p:sp>
      <p:sp>
        <p:nvSpPr>
          <p:cNvPr id="35" name="矩形 34">
            <a:extLst>
              <a:ext uri="{FF2B5EF4-FFF2-40B4-BE49-F238E27FC236}">
                <a16:creationId xmlns:a16="http://schemas.microsoft.com/office/drawing/2014/main" id="{95DD1012-7929-405A-BCA8-171D54467448}"/>
              </a:ext>
            </a:extLst>
          </p:cNvPr>
          <p:cNvSpPr>
            <a:spLocks noGrp="1"/>
          </p:cNvSpPr>
          <p:nvPr/>
        </p:nvSpPr>
        <p:spPr>
          <a:xfrm>
            <a:off x="1585910" y="4411349"/>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dirty="0">
                <a:solidFill>
                  <a:srgbClr val="2E6CF7"/>
                </a:solidFill>
                <a:latin typeface="Arial"/>
                <a:ea typeface="Arial"/>
                <a:cs typeface="Arial"/>
              </a:rPr>
              <a:t>1.2x</a:t>
            </a:r>
          </a:p>
        </p:txBody>
      </p:sp>
      <p:sp>
        <p:nvSpPr>
          <p:cNvPr id="36" name="矩形 35">
            <a:extLst>
              <a:ext uri="{FF2B5EF4-FFF2-40B4-BE49-F238E27FC236}">
                <a16:creationId xmlns:a16="http://schemas.microsoft.com/office/drawing/2014/main" id="{3748FEC6-9153-49A0-A20D-388AE333571A}"/>
              </a:ext>
            </a:extLst>
          </p:cNvPr>
          <p:cNvSpPr>
            <a:spLocks noGrp="1"/>
          </p:cNvSpPr>
          <p:nvPr/>
        </p:nvSpPr>
        <p:spPr>
          <a:xfrm>
            <a:off x="2647950" y="3848102"/>
            <a:ext cx="1714500" cy="228600"/>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b="1">
                <a:solidFill>
                  <a:srgbClr val="111111"/>
                </a:solidFill>
                <a:latin typeface="Arial"/>
                <a:ea typeface="Arial"/>
                <a:cs typeface="Arial"/>
              </a:rPr>
              <a:t>SPECjbb</a:t>
            </a:r>
          </a:p>
        </p:txBody>
      </p:sp>
      <p:sp>
        <p:nvSpPr>
          <p:cNvPr id="37" name="矩形 36">
            <a:extLst>
              <a:ext uri="{FF2B5EF4-FFF2-40B4-BE49-F238E27FC236}">
                <a16:creationId xmlns:a16="http://schemas.microsoft.com/office/drawing/2014/main" id="{E9FBE967-032A-4862-AB6E-58AE872F866A}"/>
              </a:ext>
            </a:extLst>
          </p:cNvPr>
          <p:cNvSpPr>
            <a:spLocks noGrp="1"/>
          </p:cNvSpPr>
          <p:nvPr/>
        </p:nvSpPr>
        <p:spPr>
          <a:xfrm>
            <a:off x="2800350" y="4731812"/>
            <a:ext cx="266700" cy="364067"/>
          </a:xfrm>
          <a:prstGeom prst="rect">
            <a:avLst/>
          </a:prstGeom>
          <a:solidFill>
            <a:srgbClr val="EFEFEF"/>
          </a:solidFill>
          <a:ln w="9525">
            <a:solidFill>
              <a:srgbClr val="D9D9D9"/>
            </a:solidFill>
            <a:prstDash val="solid"/>
          </a:ln>
        </p:spPr>
        <p:txBody>
          <a:bodyPr/>
          <a:lstStyle/>
          <a:p>
            <a:endParaRPr lang="en-US"/>
          </a:p>
        </p:txBody>
      </p:sp>
      <p:sp>
        <p:nvSpPr>
          <p:cNvPr id="38" name="矩形 37">
            <a:extLst>
              <a:ext uri="{FF2B5EF4-FFF2-40B4-BE49-F238E27FC236}">
                <a16:creationId xmlns:a16="http://schemas.microsoft.com/office/drawing/2014/main" id="{5C3CDFCD-B757-4776-8E1C-78202843F73B}"/>
              </a:ext>
            </a:extLst>
          </p:cNvPr>
          <p:cNvSpPr>
            <a:spLocks noGrp="1"/>
          </p:cNvSpPr>
          <p:nvPr/>
        </p:nvSpPr>
        <p:spPr>
          <a:xfrm>
            <a:off x="3238500" y="4724531"/>
            <a:ext cx="266700" cy="371348"/>
          </a:xfrm>
          <a:prstGeom prst="rect">
            <a:avLst/>
          </a:prstGeom>
          <a:solidFill>
            <a:srgbClr val="5F6368"/>
          </a:solidFill>
          <a:ln w="9525">
            <a:solidFill>
              <a:srgbClr val="5F6368"/>
            </a:solidFill>
            <a:prstDash val="solid"/>
          </a:ln>
        </p:spPr>
        <p:txBody>
          <a:bodyPr/>
          <a:lstStyle/>
          <a:p>
            <a:endParaRPr lang="en-US"/>
          </a:p>
        </p:txBody>
      </p:sp>
      <p:sp>
        <p:nvSpPr>
          <p:cNvPr id="39" name="矩形 38">
            <a:extLst>
              <a:ext uri="{FF2B5EF4-FFF2-40B4-BE49-F238E27FC236}">
                <a16:creationId xmlns:a16="http://schemas.microsoft.com/office/drawing/2014/main" id="{DAED2094-EE5B-4BC5-8327-D903F18FA682}"/>
              </a:ext>
            </a:extLst>
          </p:cNvPr>
          <p:cNvSpPr>
            <a:spLocks noGrp="1"/>
          </p:cNvSpPr>
          <p:nvPr/>
        </p:nvSpPr>
        <p:spPr>
          <a:xfrm>
            <a:off x="3676650" y="4731812"/>
            <a:ext cx="266700" cy="364067"/>
          </a:xfrm>
          <a:prstGeom prst="rect">
            <a:avLst/>
          </a:prstGeom>
          <a:solidFill>
            <a:srgbClr val="2E6CF7"/>
          </a:solidFill>
          <a:ln w="9525">
            <a:solidFill>
              <a:schemeClr val="bg1">
                <a:lumMod val="85000"/>
              </a:schemeClr>
            </a:solidFill>
            <a:prstDash val="solid"/>
          </a:ln>
        </p:spPr>
        <p:txBody>
          <a:bodyPr/>
          <a:lstStyle/>
          <a:p>
            <a:endParaRPr lang="en-US"/>
          </a:p>
        </p:txBody>
      </p:sp>
      <p:sp>
        <p:nvSpPr>
          <p:cNvPr id="40" name="直线连接符 39">
            <a:extLst>
              <a:ext uri="{FF2B5EF4-FFF2-40B4-BE49-F238E27FC236}">
                <a16:creationId xmlns:a16="http://schemas.microsoft.com/office/drawing/2014/main" id="{9E9B4DD2-8E97-45FF-9783-358FA64563B0}"/>
              </a:ext>
            </a:extLst>
          </p:cNvPr>
          <p:cNvSpPr>
            <a:spLocks noGrp="1"/>
          </p:cNvSpPr>
          <p:nvPr/>
        </p:nvSpPr>
        <p:spPr>
          <a:xfrm>
            <a:off x="2705100" y="5095879"/>
            <a:ext cx="1409700" cy="0"/>
          </a:xfrm>
          <a:prstGeom prst="line">
            <a:avLst/>
          </a:prstGeom>
          <a:noFill/>
          <a:ln w="9525">
            <a:solidFill>
              <a:srgbClr val="D9D9D9"/>
            </a:solidFill>
            <a:prstDash val="solid"/>
          </a:ln>
        </p:spPr>
        <p:txBody>
          <a:bodyPr/>
          <a:lstStyle/>
          <a:p>
            <a:endParaRPr lang="en-US"/>
          </a:p>
        </p:txBody>
      </p:sp>
      <p:sp>
        <p:nvSpPr>
          <p:cNvPr id="41" name="矩形 40">
            <a:extLst>
              <a:ext uri="{FF2B5EF4-FFF2-40B4-BE49-F238E27FC236}">
                <a16:creationId xmlns:a16="http://schemas.microsoft.com/office/drawing/2014/main" id="{7E9095BF-1A28-4E27-B94B-A399127AA7C8}"/>
              </a:ext>
            </a:extLst>
          </p:cNvPr>
          <p:cNvSpPr>
            <a:spLocks noGrp="1"/>
          </p:cNvSpPr>
          <p:nvPr/>
        </p:nvSpPr>
        <p:spPr>
          <a:xfrm>
            <a:off x="3505198" y="4484162"/>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dirty="0">
                <a:solidFill>
                  <a:srgbClr val="2E6CF7"/>
                </a:solidFill>
                <a:latin typeface="Arial"/>
                <a:ea typeface="Arial"/>
                <a:cs typeface="Arial"/>
              </a:rPr>
              <a:t>1.0x</a:t>
            </a:r>
          </a:p>
        </p:txBody>
      </p:sp>
      <p:sp>
        <p:nvSpPr>
          <p:cNvPr id="42" name="矩形 41">
            <a:extLst>
              <a:ext uri="{FF2B5EF4-FFF2-40B4-BE49-F238E27FC236}">
                <a16:creationId xmlns:a16="http://schemas.microsoft.com/office/drawing/2014/main" id="{7892E310-1F0B-402A-8466-8F32A929B075}"/>
              </a:ext>
            </a:extLst>
          </p:cNvPr>
          <p:cNvSpPr>
            <a:spLocks noGrp="1"/>
          </p:cNvSpPr>
          <p:nvPr/>
        </p:nvSpPr>
        <p:spPr>
          <a:xfrm>
            <a:off x="4552950" y="3848102"/>
            <a:ext cx="1714500" cy="466304"/>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b="1" dirty="0">
                <a:solidFill>
                  <a:srgbClr val="111111"/>
                </a:solidFill>
                <a:latin typeface="Arial"/>
                <a:ea typeface="Arial"/>
                <a:cs typeface="Arial"/>
              </a:rPr>
              <a:t>In-memory</a:t>
            </a:r>
            <a:endParaRPr lang="en-US" sz="1600" b="1" dirty="0">
              <a:solidFill>
                <a:srgbClr val="111111"/>
              </a:solidFill>
              <a:latin typeface="Arial"/>
              <a:ea typeface="Arial"/>
              <a:cs typeface="Arial"/>
            </a:endParaRPr>
          </a:p>
          <a:p>
            <a:pPr algn="ctr">
              <a:defRPr sz="1500" b="1">
                <a:solidFill>
                  <a:srgbClr val="111111"/>
                </a:solidFill>
                <a:latin typeface="Arial"/>
                <a:ea typeface="Arial"/>
                <a:cs typeface="Arial"/>
              </a:defRPr>
            </a:pPr>
            <a:r>
              <a:rPr lang="en" altLang="zh-CN" sz="1600" b="1" dirty="0">
                <a:solidFill>
                  <a:srgbClr val="111111"/>
                </a:solidFill>
                <a:latin typeface="Arial"/>
                <a:ea typeface="Arial"/>
                <a:cs typeface="Arial"/>
              </a:rPr>
              <a:t>analysis</a:t>
            </a:r>
          </a:p>
        </p:txBody>
      </p:sp>
      <p:sp>
        <p:nvSpPr>
          <p:cNvPr id="43" name="矩形 42">
            <a:extLst>
              <a:ext uri="{FF2B5EF4-FFF2-40B4-BE49-F238E27FC236}">
                <a16:creationId xmlns:a16="http://schemas.microsoft.com/office/drawing/2014/main" id="{4A931CC0-533B-4544-B800-EEF964BEBB41}"/>
              </a:ext>
            </a:extLst>
          </p:cNvPr>
          <p:cNvSpPr>
            <a:spLocks noGrp="1"/>
          </p:cNvSpPr>
          <p:nvPr/>
        </p:nvSpPr>
        <p:spPr>
          <a:xfrm>
            <a:off x="4705350" y="4731812"/>
            <a:ext cx="266700" cy="364067"/>
          </a:xfrm>
          <a:prstGeom prst="rect">
            <a:avLst/>
          </a:prstGeom>
          <a:solidFill>
            <a:srgbClr val="EFEFEF"/>
          </a:solidFill>
          <a:ln w="9525">
            <a:solidFill>
              <a:srgbClr val="D9D9D9"/>
            </a:solidFill>
            <a:prstDash val="solid"/>
          </a:ln>
        </p:spPr>
        <p:txBody>
          <a:bodyPr/>
          <a:lstStyle/>
          <a:p>
            <a:endParaRPr lang="en-US"/>
          </a:p>
        </p:txBody>
      </p:sp>
      <p:sp>
        <p:nvSpPr>
          <p:cNvPr id="44" name="矩形 43">
            <a:extLst>
              <a:ext uri="{FF2B5EF4-FFF2-40B4-BE49-F238E27FC236}">
                <a16:creationId xmlns:a16="http://schemas.microsoft.com/office/drawing/2014/main" id="{2C924541-C15A-49C2-9567-422B129F6CCC}"/>
              </a:ext>
            </a:extLst>
          </p:cNvPr>
          <p:cNvSpPr>
            <a:spLocks noGrp="1"/>
          </p:cNvSpPr>
          <p:nvPr/>
        </p:nvSpPr>
        <p:spPr>
          <a:xfrm>
            <a:off x="5143500" y="4702687"/>
            <a:ext cx="266700" cy="393192"/>
          </a:xfrm>
          <a:prstGeom prst="rect">
            <a:avLst/>
          </a:prstGeom>
          <a:solidFill>
            <a:srgbClr val="5F6368"/>
          </a:solidFill>
          <a:ln w="9525">
            <a:solidFill>
              <a:srgbClr val="5F6368"/>
            </a:solidFill>
            <a:prstDash val="solid"/>
          </a:ln>
        </p:spPr>
        <p:txBody>
          <a:bodyPr/>
          <a:lstStyle/>
          <a:p>
            <a:endParaRPr lang="en-US"/>
          </a:p>
        </p:txBody>
      </p:sp>
      <p:sp>
        <p:nvSpPr>
          <p:cNvPr id="45" name="矩形 44">
            <a:extLst>
              <a:ext uri="{FF2B5EF4-FFF2-40B4-BE49-F238E27FC236}">
                <a16:creationId xmlns:a16="http://schemas.microsoft.com/office/drawing/2014/main" id="{CAD44DE6-8EC9-4C41-856F-C7BD95AC709A}"/>
              </a:ext>
            </a:extLst>
          </p:cNvPr>
          <p:cNvSpPr>
            <a:spLocks noGrp="1"/>
          </p:cNvSpPr>
          <p:nvPr/>
        </p:nvSpPr>
        <p:spPr>
          <a:xfrm>
            <a:off x="5581650" y="4695406"/>
            <a:ext cx="266700" cy="400473"/>
          </a:xfrm>
          <a:prstGeom prst="rect">
            <a:avLst/>
          </a:prstGeom>
          <a:solidFill>
            <a:srgbClr val="2E6CF7"/>
          </a:solidFill>
          <a:ln w="9525">
            <a:solidFill>
              <a:schemeClr val="bg1">
                <a:lumMod val="85000"/>
              </a:schemeClr>
            </a:solidFill>
            <a:prstDash val="solid"/>
          </a:ln>
        </p:spPr>
        <p:txBody>
          <a:bodyPr/>
          <a:lstStyle/>
          <a:p>
            <a:endParaRPr lang="en-US"/>
          </a:p>
        </p:txBody>
      </p:sp>
      <p:sp>
        <p:nvSpPr>
          <p:cNvPr id="46" name="直线连接符 45">
            <a:extLst>
              <a:ext uri="{FF2B5EF4-FFF2-40B4-BE49-F238E27FC236}">
                <a16:creationId xmlns:a16="http://schemas.microsoft.com/office/drawing/2014/main" id="{8A50D1EF-7823-4A56-966C-2EE7D93433B6}"/>
              </a:ext>
            </a:extLst>
          </p:cNvPr>
          <p:cNvSpPr>
            <a:spLocks noGrp="1"/>
          </p:cNvSpPr>
          <p:nvPr/>
        </p:nvSpPr>
        <p:spPr>
          <a:xfrm>
            <a:off x="4610100" y="5095879"/>
            <a:ext cx="1409700" cy="0"/>
          </a:xfrm>
          <a:prstGeom prst="line">
            <a:avLst/>
          </a:prstGeom>
          <a:noFill/>
          <a:ln w="9525">
            <a:solidFill>
              <a:srgbClr val="D9D9D9"/>
            </a:solidFill>
            <a:prstDash val="solid"/>
          </a:ln>
        </p:spPr>
        <p:txBody>
          <a:bodyPr/>
          <a:lstStyle/>
          <a:p>
            <a:endParaRPr lang="en-US"/>
          </a:p>
        </p:txBody>
      </p:sp>
      <p:sp>
        <p:nvSpPr>
          <p:cNvPr id="47" name="矩形 46">
            <a:extLst>
              <a:ext uri="{FF2B5EF4-FFF2-40B4-BE49-F238E27FC236}">
                <a16:creationId xmlns:a16="http://schemas.microsoft.com/office/drawing/2014/main" id="{0432FFB9-BC4E-49FE-80FA-6BC889C25278}"/>
              </a:ext>
            </a:extLst>
          </p:cNvPr>
          <p:cNvSpPr>
            <a:spLocks noGrp="1"/>
          </p:cNvSpPr>
          <p:nvPr/>
        </p:nvSpPr>
        <p:spPr>
          <a:xfrm>
            <a:off x="5381622" y="4447756"/>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dirty="0">
                <a:solidFill>
                  <a:srgbClr val="2E6CF7"/>
                </a:solidFill>
                <a:latin typeface="Arial"/>
                <a:ea typeface="Arial"/>
                <a:cs typeface="Arial"/>
              </a:rPr>
              <a:t>1.1x</a:t>
            </a:r>
          </a:p>
        </p:txBody>
      </p:sp>
      <p:sp>
        <p:nvSpPr>
          <p:cNvPr id="48" name="矩形 47">
            <a:extLst>
              <a:ext uri="{FF2B5EF4-FFF2-40B4-BE49-F238E27FC236}">
                <a16:creationId xmlns:a16="http://schemas.microsoft.com/office/drawing/2014/main" id="{C8A03858-8543-4F05-BDE8-959BBE587030}"/>
              </a:ext>
            </a:extLst>
          </p:cNvPr>
          <p:cNvSpPr>
            <a:spLocks noGrp="1"/>
          </p:cNvSpPr>
          <p:nvPr/>
        </p:nvSpPr>
        <p:spPr>
          <a:xfrm>
            <a:off x="6457950" y="3848101"/>
            <a:ext cx="1714500" cy="525147"/>
          </a:xfrm>
          <a:prstGeom prst="rect">
            <a:avLst/>
          </a:prstGeom>
          <a:noFill/>
          <a:ln w="0">
            <a:noFill/>
            <a:prstDash val="solid"/>
          </a:ln>
        </p:spPr>
        <p:txBody>
          <a:bodyPr wrap="square" lIns="0" tIns="0" rIns="0" bIns="0" anchor="t"/>
          <a:lstStyle/>
          <a:p>
            <a:pPr algn="ctr">
              <a:lnSpc>
                <a:spcPct val="100000"/>
              </a:lnSpc>
              <a:buNone/>
              <a:defRPr sz="1500" b="1">
                <a:solidFill>
                  <a:srgbClr val="111111"/>
                </a:solidFill>
                <a:latin typeface="Arial"/>
                <a:ea typeface="Arial"/>
                <a:cs typeface="Arial"/>
              </a:defRPr>
            </a:pPr>
            <a:r>
              <a:rPr sz="1600" b="1" dirty="0">
                <a:solidFill>
                  <a:srgbClr val="111111"/>
                </a:solidFill>
                <a:latin typeface="Arial"/>
                <a:ea typeface="Arial"/>
                <a:cs typeface="Arial"/>
              </a:rPr>
              <a:t>Graph</a:t>
            </a:r>
          </a:p>
          <a:p>
            <a:pPr algn="ctr">
              <a:lnSpc>
                <a:spcPct val="100000"/>
              </a:lnSpc>
              <a:buNone/>
              <a:defRPr sz="1500" b="1">
                <a:solidFill>
                  <a:srgbClr val="111111"/>
                </a:solidFill>
                <a:latin typeface="Arial"/>
                <a:ea typeface="Arial"/>
                <a:cs typeface="Arial"/>
              </a:defRPr>
            </a:pPr>
            <a:r>
              <a:rPr sz="1600" b="1" dirty="0">
                <a:solidFill>
                  <a:srgbClr val="111111"/>
                </a:solidFill>
                <a:latin typeface="Arial"/>
                <a:ea typeface="Arial"/>
                <a:cs typeface="Arial"/>
              </a:rPr>
              <a:t>analysis</a:t>
            </a:r>
          </a:p>
        </p:txBody>
      </p:sp>
      <p:sp>
        <p:nvSpPr>
          <p:cNvPr id="49" name="矩形 48">
            <a:extLst>
              <a:ext uri="{FF2B5EF4-FFF2-40B4-BE49-F238E27FC236}">
                <a16:creationId xmlns:a16="http://schemas.microsoft.com/office/drawing/2014/main" id="{14086C26-2667-4E3B-8847-DC2374E04927}"/>
              </a:ext>
            </a:extLst>
          </p:cNvPr>
          <p:cNvSpPr>
            <a:spLocks noGrp="1"/>
          </p:cNvSpPr>
          <p:nvPr/>
        </p:nvSpPr>
        <p:spPr>
          <a:xfrm>
            <a:off x="6610350" y="4731812"/>
            <a:ext cx="266700" cy="364067"/>
          </a:xfrm>
          <a:prstGeom prst="rect">
            <a:avLst/>
          </a:prstGeom>
          <a:solidFill>
            <a:srgbClr val="EFEFEF"/>
          </a:solidFill>
          <a:ln w="9525">
            <a:solidFill>
              <a:srgbClr val="D9D9D9"/>
            </a:solidFill>
            <a:prstDash val="solid"/>
          </a:ln>
        </p:spPr>
        <p:txBody>
          <a:bodyPr/>
          <a:lstStyle/>
          <a:p>
            <a:endParaRPr lang="en-US"/>
          </a:p>
        </p:txBody>
      </p:sp>
      <p:sp>
        <p:nvSpPr>
          <p:cNvPr id="50" name="矩形 49">
            <a:extLst>
              <a:ext uri="{FF2B5EF4-FFF2-40B4-BE49-F238E27FC236}">
                <a16:creationId xmlns:a16="http://schemas.microsoft.com/office/drawing/2014/main" id="{FF900304-6EFE-4DA6-BA01-86C7066DFA02}"/>
              </a:ext>
            </a:extLst>
          </p:cNvPr>
          <p:cNvSpPr>
            <a:spLocks noGrp="1"/>
          </p:cNvSpPr>
          <p:nvPr/>
        </p:nvSpPr>
        <p:spPr>
          <a:xfrm>
            <a:off x="7048500" y="4658999"/>
            <a:ext cx="266700" cy="436880"/>
          </a:xfrm>
          <a:prstGeom prst="rect">
            <a:avLst/>
          </a:prstGeom>
          <a:solidFill>
            <a:srgbClr val="5F6368"/>
          </a:solidFill>
          <a:ln w="9525">
            <a:solidFill>
              <a:srgbClr val="5F6368"/>
            </a:solidFill>
            <a:prstDash val="solid"/>
          </a:ln>
        </p:spPr>
        <p:txBody>
          <a:bodyPr/>
          <a:lstStyle/>
          <a:p>
            <a:endParaRPr lang="en-US"/>
          </a:p>
        </p:txBody>
      </p:sp>
      <p:sp>
        <p:nvSpPr>
          <p:cNvPr id="51" name="矩形 50">
            <a:extLst>
              <a:ext uri="{FF2B5EF4-FFF2-40B4-BE49-F238E27FC236}">
                <a16:creationId xmlns:a16="http://schemas.microsoft.com/office/drawing/2014/main" id="{314E7039-2C0D-44C4-A653-D1C0F2DE1861}"/>
              </a:ext>
            </a:extLst>
          </p:cNvPr>
          <p:cNvSpPr>
            <a:spLocks noGrp="1"/>
          </p:cNvSpPr>
          <p:nvPr/>
        </p:nvSpPr>
        <p:spPr>
          <a:xfrm>
            <a:off x="7486650" y="4658999"/>
            <a:ext cx="266700" cy="436880"/>
          </a:xfrm>
          <a:prstGeom prst="rect">
            <a:avLst/>
          </a:prstGeom>
          <a:solidFill>
            <a:srgbClr val="2E6CF7"/>
          </a:solidFill>
          <a:ln w="9525">
            <a:solidFill>
              <a:schemeClr val="bg1">
                <a:lumMod val="85000"/>
              </a:schemeClr>
            </a:solidFill>
            <a:prstDash val="solid"/>
          </a:ln>
        </p:spPr>
        <p:txBody>
          <a:bodyPr/>
          <a:lstStyle/>
          <a:p>
            <a:endParaRPr lang="en-US"/>
          </a:p>
        </p:txBody>
      </p:sp>
      <p:sp>
        <p:nvSpPr>
          <p:cNvPr id="52" name="直线连接符 51">
            <a:extLst>
              <a:ext uri="{FF2B5EF4-FFF2-40B4-BE49-F238E27FC236}">
                <a16:creationId xmlns:a16="http://schemas.microsoft.com/office/drawing/2014/main" id="{5187AAA3-ED77-42D8-9C81-6D8EA6E6D037}"/>
              </a:ext>
            </a:extLst>
          </p:cNvPr>
          <p:cNvSpPr>
            <a:spLocks noGrp="1"/>
          </p:cNvSpPr>
          <p:nvPr/>
        </p:nvSpPr>
        <p:spPr>
          <a:xfrm>
            <a:off x="6515100" y="5095879"/>
            <a:ext cx="1409700" cy="0"/>
          </a:xfrm>
          <a:prstGeom prst="line">
            <a:avLst/>
          </a:prstGeom>
          <a:noFill/>
          <a:ln w="9525">
            <a:solidFill>
              <a:srgbClr val="D9D9D9"/>
            </a:solidFill>
            <a:prstDash val="solid"/>
          </a:ln>
        </p:spPr>
        <p:txBody>
          <a:bodyPr/>
          <a:lstStyle/>
          <a:p>
            <a:endParaRPr lang="en-US"/>
          </a:p>
        </p:txBody>
      </p:sp>
      <p:sp>
        <p:nvSpPr>
          <p:cNvPr id="53" name="矩形 52">
            <a:extLst>
              <a:ext uri="{FF2B5EF4-FFF2-40B4-BE49-F238E27FC236}">
                <a16:creationId xmlns:a16="http://schemas.microsoft.com/office/drawing/2014/main" id="{8A93C72E-D33A-49D7-8D6A-BB7239105A12}"/>
              </a:ext>
            </a:extLst>
          </p:cNvPr>
          <p:cNvSpPr>
            <a:spLocks noGrp="1"/>
          </p:cNvSpPr>
          <p:nvPr/>
        </p:nvSpPr>
        <p:spPr>
          <a:xfrm>
            <a:off x="7315198" y="4411349"/>
            <a:ext cx="685800" cy="209550"/>
          </a:xfrm>
          <a:prstGeom prst="rect">
            <a:avLst/>
          </a:prstGeom>
          <a:noFill/>
          <a:ln w="0">
            <a:noFill/>
            <a:prstDash val="solid"/>
          </a:ln>
        </p:spPr>
        <p:txBody>
          <a:bodyPr wrap="square" lIns="0" tIns="0" rIns="0" bIns="0" anchor="t"/>
          <a:lstStyle/>
          <a:p>
            <a:pPr algn="ctr">
              <a:lnSpc>
                <a:spcPct val="100000"/>
              </a:lnSpc>
              <a:buNone/>
              <a:defRPr sz="1500" b="1">
                <a:solidFill>
                  <a:srgbClr val="A40000"/>
                </a:solidFill>
                <a:latin typeface="Arial"/>
                <a:ea typeface="Arial"/>
                <a:cs typeface="Arial"/>
              </a:defRPr>
            </a:pPr>
            <a:r>
              <a:rPr sz="1600" b="1" dirty="0">
                <a:solidFill>
                  <a:srgbClr val="2E6CF7"/>
                </a:solidFill>
                <a:latin typeface="Arial"/>
                <a:ea typeface="Arial"/>
                <a:cs typeface="Arial"/>
              </a:rPr>
              <a:t>1.2x</a:t>
            </a:r>
          </a:p>
        </p:txBody>
      </p:sp>
      <p:sp>
        <p:nvSpPr>
          <p:cNvPr id="54" name="矩形 53">
            <a:extLst>
              <a:ext uri="{FF2B5EF4-FFF2-40B4-BE49-F238E27FC236}">
                <a16:creationId xmlns:a16="http://schemas.microsoft.com/office/drawing/2014/main" id="{E659EDA6-C63E-461B-9C77-1AC3D0D2977C}"/>
              </a:ext>
            </a:extLst>
          </p:cNvPr>
          <p:cNvSpPr>
            <a:spLocks noGrp="1"/>
          </p:cNvSpPr>
          <p:nvPr/>
        </p:nvSpPr>
        <p:spPr>
          <a:xfrm>
            <a:off x="1181100" y="1865420"/>
            <a:ext cx="609600" cy="228600"/>
          </a:xfrm>
          <a:prstGeom prst="rect">
            <a:avLst/>
          </a:prstGeom>
          <a:noFill/>
          <a:ln w="0">
            <a:noFill/>
            <a:prstDash val="solid"/>
          </a:ln>
        </p:spPr>
        <p:txBody>
          <a:bodyPr wrap="square" lIns="0" tIns="0" rIns="0" bIns="0" anchor="t"/>
          <a:lstStyle/>
          <a:p>
            <a:pPr algn="l">
              <a:lnSpc>
                <a:spcPct val="100000"/>
              </a:lnSpc>
              <a:buNone/>
              <a:defRPr sz="1275" b="0">
                <a:solidFill>
                  <a:srgbClr val="5F6368"/>
                </a:solidFill>
                <a:latin typeface="Arial"/>
                <a:ea typeface="Arial"/>
                <a:cs typeface="Arial"/>
              </a:defRPr>
            </a:pPr>
            <a:r>
              <a:rPr sz="1600" b="0">
                <a:latin typeface="Arial"/>
                <a:ea typeface="Arial"/>
                <a:cs typeface="Arial"/>
              </a:rPr>
              <a:t>KVM</a:t>
            </a:r>
          </a:p>
        </p:txBody>
      </p:sp>
      <p:sp>
        <p:nvSpPr>
          <p:cNvPr id="55" name="矩形 54">
            <a:extLst>
              <a:ext uri="{FF2B5EF4-FFF2-40B4-BE49-F238E27FC236}">
                <a16:creationId xmlns:a16="http://schemas.microsoft.com/office/drawing/2014/main" id="{2F5502D5-22EC-42BD-BD9E-A004D7690C6E}"/>
              </a:ext>
            </a:extLst>
          </p:cNvPr>
          <p:cNvSpPr>
            <a:spLocks noGrp="1"/>
          </p:cNvSpPr>
          <p:nvPr/>
        </p:nvSpPr>
        <p:spPr>
          <a:xfrm>
            <a:off x="838200" y="1951145"/>
            <a:ext cx="209550" cy="38100"/>
          </a:xfrm>
          <a:prstGeom prst="rect">
            <a:avLst/>
          </a:prstGeom>
          <a:solidFill>
            <a:srgbClr val="EFEFEF"/>
          </a:solidFill>
          <a:ln w="9525">
            <a:solidFill>
              <a:srgbClr val="D9D9D9"/>
            </a:solidFill>
            <a:prstDash val="solid"/>
          </a:ln>
        </p:spPr>
        <p:txBody>
          <a:bodyPr/>
          <a:lstStyle/>
          <a:p>
            <a:endParaRPr lang="en-US"/>
          </a:p>
        </p:txBody>
      </p:sp>
      <p:sp>
        <p:nvSpPr>
          <p:cNvPr id="56" name="矩形 55">
            <a:extLst>
              <a:ext uri="{FF2B5EF4-FFF2-40B4-BE49-F238E27FC236}">
                <a16:creationId xmlns:a16="http://schemas.microsoft.com/office/drawing/2014/main" id="{ECFF44F6-5C9F-4E71-B124-C91EA97D0F42}"/>
              </a:ext>
            </a:extLst>
          </p:cNvPr>
          <p:cNvSpPr>
            <a:spLocks noGrp="1"/>
          </p:cNvSpPr>
          <p:nvPr/>
        </p:nvSpPr>
        <p:spPr>
          <a:xfrm>
            <a:off x="2095500" y="1865420"/>
            <a:ext cx="609600" cy="228600"/>
          </a:xfrm>
          <a:prstGeom prst="rect">
            <a:avLst/>
          </a:prstGeom>
          <a:noFill/>
          <a:ln w="0">
            <a:noFill/>
            <a:prstDash val="solid"/>
          </a:ln>
        </p:spPr>
        <p:txBody>
          <a:bodyPr wrap="square" lIns="0" tIns="0" rIns="0" bIns="0" anchor="t"/>
          <a:lstStyle/>
          <a:p>
            <a:pPr algn="l">
              <a:lnSpc>
                <a:spcPct val="100000"/>
              </a:lnSpc>
              <a:buNone/>
              <a:defRPr sz="1275" b="0">
                <a:solidFill>
                  <a:srgbClr val="5F6368"/>
                </a:solidFill>
                <a:latin typeface="Arial"/>
                <a:ea typeface="Arial"/>
                <a:cs typeface="Arial"/>
              </a:defRPr>
            </a:pPr>
            <a:r>
              <a:rPr sz="1600" b="0">
                <a:latin typeface="Arial"/>
                <a:ea typeface="Arial"/>
                <a:cs typeface="Arial"/>
              </a:rPr>
              <a:t>PVM</a:t>
            </a:r>
          </a:p>
        </p:txBody>
      </p:sp>
      <p:sp>
        <p:nvSpPr>
          <p:cNvPr id="57" name="矩形 56">
            <a:extLst>
              <a:ext uri="{FF2B5EF4-FFF2-40B4-BE49-F238E27FC236}">
                <a16:creationId xmlns:a16="http://schemas.microsoft.com/office/drawing/2014/main" id="{CECDFE4C-B826-4CDB-B86F-2E40CEE07C7B}"/>
              </a:ext>
            </a:extLst>
          </p:cNvPr>
          <p:cNvSpPr>
            <a:spLocks noGrp="1"/>
          </p:cNvSpPr>
          <p:nvPr/>
        </p:nvSpPr>
        <p:spPr>
          <a:xfrm>
            <a:off x="1752600" y="1951145"/>
            <a:ext cx="209550" cy="38100"/>
          </a:xfrm>
          <a:prstGeom prst="rect">
            <a:avLst/>
          </a:prstGeom>
          <a:solidFill>
            <a:srgbClr val="5F6368"/>
          </a:solidFill>
          <a:ln w="9525">
            <a:solidFill>
              <a:srgbClr val="5F6368"/>
            </a:solidFill>
            <a:prstDash val="solid"/>
          </a:ln>
        </p:spPr>
        <p:txBody>
          <a:bodyPr/>
          <a:lstStyle/>
          <a:p>
            <a:endParaRPr lang="en-US"/>
          </a:p>
        </p:txBody>
      </p:sp>
      <p:sp>
        <p:nvSpPr>
          <p:cNvPr id="58" name="矩形 57">
            <a:extLst>
              <a:ext uri="{FF2B5EF4-FFF2-40B4-BE49-F238E27FC236}">
                <a16:creationId xmlns:a16="http://schemas.microsoft.com/office/drawing/2014/main" id="{1A65730B-9E57-4729-8CB7-6D48F3FAA209}"/>
              </a:ext>
            </a:extLst>
          </p:cNvPr>
          <p:cNvSpPr>
            <a:spLocks noGrp="1"/>
          </p:cNvSpPr>
          <p:nvPr/>
        </p:nvSpPr>
        <p:spPr>
          <a:xfrm>
            <a:off x="3067050" y="1865420"/>
            <a:ext cx="1524000" cy="228600"/>
          </a:xfrm>
          <a:prstGeom prst="rect">
            <a:avLst/>
          </a:prstGeom>
          <a:noFill/>
          <a:ln w="0">
            <a:noFill/>
            <a:prstDash val="solid"/>
          </a:ln>
        </p:spPr>
        <p:txBody>
          <a:bodyPr wrap="square" lIns="0" tIns="0" rIns="0" bIns="0" anchor="t"/>
          <a:lstStyle/>
          <a:p>
            <a:pPr algn="l">
              <a:lnSpc>
                <a:spcPct val="100000"/>
              </a:lnSpc>
              <a:buNone/>
              <a:defRPr sz="1275" b="1">
                <a:solidFill>
                  <a:srgbClr val="A40000"/>
                </a:solidFill>
                <a:latin typeface="Arial"/>
                <a:ea typeface="Arial"/>
                <a:cs typeface="Arial"/>
              </a:defRPr>
            </a:pPr>
            <a:r>
              <a:rPr sz="1600" b="1" dirty="0">
                <a:solidFill>
                  <a:srgbClr val="2E6CF7"/>
                </a:solidFill>
                <a:latin typeface="Arial"/>
                <a:ea typeface="Arial"/>
                <a:cs typeface="Arial"/>
              </a:rPr>
              <a:t>Kata-JANUS</a:t>
            </a:r>
          </a:p>
        </p:txBody>
      </p:sp>
      <p:sp>
        <p:nvSpPr>
          <p:cNvPr id="59" name="矩形 58">
            <a:extLst>
              <a:ext uri="{FF2B5EF4-FFF2-40B4-BE49-F238E27FC236}">
                <a16:creationId xmlns:a16="http://schemas.microsoft.com/office/drawing/2014/main" id="{581F1B8A-14CC-4CED-ADE7-D128C5DEAD93}"/>
              </a:ext>
            </a:extLst>
          </p:cNvPr>
          <p:cNvSpPr>
            <a:spLocks noGrp="1"/>
          </p:cNvSpPr>
          <p:nvPr/>
        </p:nvSpPr>
        <p:spPr>
          <a:xfrm>
            <a:off x="2724150" y="1951145"/>
            <a:ext cx="209550" cy="38100"/>
          </a:xfrm>
          <a:prstGeom prst="rect">
            <a:avLst/>
          </a:prstGeom>
          <a:solidFill>
            <a:srgbClr val="2E6CF7"/>
          </a:solidFill>
          <a:ln w="9525">
            <a:solidFill>
              <a:schemeClr val="bg1">
                <a:lumMod val="85000"/>
              </a:schemeClr>
            </a:solidFill>
            <a:prstDash val="solid"/>
          </a:ln>
        </p:spPr>
        <p:txBody>
          <a:bodyPr/>
          <a:lstStyle/>
          <a:p>
            <a:endParaRPr lang="en-US"/>
          </a:p>
        </p:txBody>
      </p:sp>
      <p:sp>
        <p:nvSpPr>
          <p:cNvPr id="60" name="矩形 59">
            <a:extLst>
              <a:ext uri="{FF2B5EF4-FFF2-40B4-BE49-F238E27FC236}">
                <a16:creationId xmlns:a16="http://schemas.microsoft.com/office/drawing/2014/main" id="{04BDE60C-1389-459C-89EE-15F570EE450B}"/>
              </a:ext>
            </a:extLst>
          </p:cNvPr>
          <p:cNvSpPr>
            <a:spLocks noGrp="1"/>
          </p:cNvSpPr>
          <p:nvPr/>
        </p:nvSpPr>
        <p:spPr>
          <a:xfrm>
            <a:off x="8839200" y="2057400"/>
            <a:ext cx="2381250" cy="3105150"/>
          </a:xfrm>
          <a:prstGeom prst="rect">
            <a:avLst/>
          </a:prstGeom>
          <a:solidFill>
            <a:srgbClr val="FFFFFF"/>
          </a:solidFill>
          <a:ln w="9525">
            <a:solidFill>
              <a:srgbClr val="D9D9D9"/>
            </a:solidFill>
            <a:prstDash val="solid"/>
          </a:ln>
        </p:spPr>
        <p:txBody>
          <a:bodyPr/>
          <a:lstStyle/>
          <a:p>
            <a:endParaRPr lang="en-US"/>
          </a:p>
        </p:txBody>
      </p:sp>
      <p:sp>
        <p:nvSpPr>
          <p:cNvPr id="61" name="矩形 60">
            <a:extLst>
              <a:ext uri="{FF2B5EF4-FFF2-40B4-BE49-F238E27FC236}">
                <a16:creationId xmlns:a16="http://schemas.microsoft.com/office/drawing/2014/main" id="{F37C6CD1-FB81-4FDA-8CF9-0B6D1BE1DC29}"/>
              </a:ext>
            </a:extLst>
          </p:cNvPr>
          <p:cNvSpPr>
            <a:spLocks noGrp="1"/>
          </p:cNvSpPr>
          <p:nvPr/>
        </p:nvSpPr>
        <p:spPr>
          <a:xfrm>
            <a:off x="9086848" y="2184939"/>
            <a:ext cx="2066924" cy="333370"/>
          </a:xfrm>
          <a:prstGeom prst="rect">
            <a:avLst/>
          </a:prstGeom>
          <a:noFill/>
          <a:ln w="0">
            <a:noFill/>
            <a:prstDash val="solid"/>
          </a:ln>
        </p:spPr>
        <p:txBody>
          <a:bodyPr wrap="square" lIns="0" tIns="0" rIns="0" bIns="0" anchor="t"/>
          <a:lstStyle/>
          <a:p>
            <a:pPr algn="ctr">
              <a:lnSpc>
                <a:spcPct val="100000"/>
              </a:lnSpc>
              <a:buNone/>
              <a:defRPr sz="1725" b="1">
                <a:solidFill>
                  <a:srgbClr val="111111"/>
                </a:solidFill>
                <a:latin typeface="Arial"/>
                <a:ea typeface="Arial"/>
                <a:cs typeface="Arial"/>
              </a:defRPr>
            </a:pPr>
            <a:r>
              <a:rPr sz="1725" b="1" dirty="0">
                <a:solidFill>
                  <a:srgbClr val="111111"/>
                </a:solidFill>
                <a:latin typeface="Arial"/>
                <a:ea typeface="Arial"/>
                <a:cs typeface="Arial"/>
              </a:rPr>
              <a:t>Workload-level gains</a:t>
            </a:r>
          </a:p>
        </p:txBody>
      </p:sp>
      <p:sp>
        <p:nvSpPr>
          <p:cNvPr id="62" name="矩形 61">
            <a:extLst>
              <a:ext uri="{FF2B5EF4-FFF2-40B4-BE49-F238E27FC236}">
                <a16:creationId xmlns:a16="http://schemas.microsoft.com/office/drawing/2014/main" id="{53E98C34-1CEE-4B7C-8441-660EFFFE30EC}"/>
              </a:ext>
            </a:extLst>
          </p:cNvPr>
          <p:cNvSpPr>
            <a:spLocks noGrp="1"/>
          </p:cNvSpPr>
          <p:nvPr/>
        </p:nvSpPr>
        <p:spPr>
          <a:xfrm>
            <a:off x="9144000" y="2781300"/>
            <a:ext cx="1047750" cy="285750"/>
          </a:xfrm>
          <a:prstGeom prst="rect">
            <a:avLst/>
          </a:prstGeom>
          <a:noFill/>
          <a:ln w="0">
            <a:noFill/>
            <a:prstDash val="solid"/>
          </a:ln>
        </p:spPr>
        <p:txBody>
          <a:bodyPr wrap="square" lIns="0" tIns="0" rIns="0" bIns="0" anchor="t"/>
          <a:lstStyle/>
          <a:p>
            <a:pPr algn="l">
              <a:lnSpc>
                <a:spcPct val="100000"/>
              </a:lnSpc>
              <a:buNone/>
              <a:defRPr sz="1950" b="1">
                <a:solidFill>
                  <a:srgbClr val="A40000"/>
                </a:solidFill>
                <a:latin typeface="Arial"/>
                <a:ea typeface="Arial"/>
                <a:cs typeface="Arial"/>
              </a:defRPr>
            </a:pPr>
            <a:r>
              <a:rPr sz="1950" b="1" dirty="0">
                <a:solidFill>
                  <a:srgbClr val="A40000"/>
                </a:solidFill>
                <a:latin typeface="Arial"/>
                <a:ea typeface="Arial"/>
                <a:cs typeface="Arial"/>
              </a:rPr>
              <a:t>+339.7%</a:t>
            </a:r>
          </a:p>
        </p:txBody>
      </p:sp>
      <p:sp>
        <p:nvSpPr>
          <p:cNvPr id="63" name="矩形 62">
            <a:extLst>
              <a:ext uri="{FF2B5EF4-FFF2-40B4-BE49-F238E27FC236}">
                <a16:creationId xmlns:a16="http://schemas.microsoft.com/office/drawing/2014/main" id="{914D53F8-8983-44F5-B1D3-7B24127EE5F6}"/>
              </a:ext>
            </a:extLst>
          </p:cNvPr>
          <p:cNvSpPr>
            <a:spLocks noGrp="1"/>
          </p:cNvSpPr>
          <p:nvPr/>
        </p:nvSpPr>
        <p:spPr>
          <a:xfrm>
            <a:off x="10267950" y="2756336"/>
            <a:ext cx="876300" cy="228600"/>
          </a:xfrm>
          <a:prstGeom prst="rect">
            <a:avLst/>
          </a:prstGeom>
          <a:noFill/>
          <a:ln w="0">
            <a:noFill/>
            <a:prstDash val="solid"/>
          </a:ln>
        </p:spPr>
        <p:txBody>
          <a:bodyPr wrap="square" lIns="0" tIns="0" rIns="0" bIns="0" anchor="t"/>
          <a:lstStyle/>
          <a:p>
            <a:pPr algn="l">
              <a:lnSpc>
                <a:spcPct val="100000"/>
              </a:lnSpc>
              <a:buNone/>
              <a:defRPr sz="1200" b="0">
                <a:solidFill>
                  <a:srgbClr val="5F6368"/>
                </a:solidFill>
                <a:latin typeface="Arial"/>
                <a:ea typeface="Arial"/>
                <a:cs typeface="Arial"/>
              </a:defRPr>
            </a:pPr>
            <a:r>
              <a:rPr sz="1600" b="0" dirty="0">
                <a:solidFill>
                  <a:srgbClr val="5F6368"/>
                </a:solidFill>
                <a:latin typeface="Arial"/>
                <a:ea typeface="Arial"/>
                <a:cs typeface="Arial"/>
              </a:rPr>
              <a:t>proc. vs PVM</a:t>
            </a:r>
          </a:p>
        </p:txBody>
      </p:sp>
      <p:sp>
        <p:nvSpPr>
          <p:cNvPr id="64" name="矩形 63">
            <a:extLst>
              <a:ext uri="{FF2B5EF4-FFF2-40B4-BE49-F238E27FC236}">
                <a16:creationId xmlns:a16="http://schemas.microsoft.com/office/drawing/2014/main" id="{71E31D20-CB41-4465-A69C-A0DADB89A051}"/>
              </a:ext>
            </a:extLst>
          </p:cNvPr>
          <p:cNvSpPr>
            <a:spLocks noGrp="1"/>
          </p:cNvSpPr>
          <p:nvPr/>
        </p:nvSpPr>
        <p:spPr>
          <a:xfrm>
            <a:off x="9144000" y="3333750"/>
            <a:ext cx="1047750" cy="285750"/>
          </a:xfrm>
          <a:prstGeom prst="rect">
            <a:avLst/>
          </a:prstGeom>
          <a:noFill/>
          <a:ln w="0">
            <a:noFill/>
            <a:prstDash val="solid"/>
          </a:ln>
        </p:spPr>
        <p:txBody>
          <a:bodyPr wrap="square" lIns="0" tIns="0" rIns="0" bIns="0" anchor="t"/>
          <a:lstStyle/>
          <a:p>
            <a:pPr algn="l">
              <a:lnSpc>
                <a:spcPct val="100000"/>
              </a:lnSpc>
              <a:buNone/>
              <a:defRPr sz="1950" b="1">
                <a:solidFill>
                  <a:srgbClr val="111111"/>
                </a:solidFill>
                <a:latin typeface="Arial"/>
                <a:ea typeface="Arial"/>
                <a:cs typeface="Arial"/>
              </a:defRPr>
            </a:pPr>
            <a:r>
              <a:rPr sz="1950" b="1">
                <a:solidFill>
                  <a:srgbClr val="111111"/>
                </a:solidFill>
                <a:latin typeface="Arial"/>
                <a:ea typeface="Arial"/>
                <a:cs typeface="Arial"/>
              </a:rPr>
              <a:t>+51.8%</a:t>
            </a:r>
          </a:p>
        </p:txBody>
      </p:sp>
      <p:sp>
        <p:nvSpPr>
          <p:cNvPr id="65" name="矩形 64">
            <a:extLst>
              <a:ext uri="{FF2B5EF4-FFF2-40B4-BE49-F238E27FC236}">
                <a16:creationId xmlns:a16="http://schemas.microsoft.com/office/drawing/2014/main" id="{35E70D6F-E84F-4626-8D59-0AB9EEF6DDDE}"/>
              </a:ext>
            </a:extLst>
          </p:cNvPr>
          <p:cNvSpPr>
            <a:spLocks noGrp="1"/>
          </p:cNvSpPr>
          <p:nvPr/>
        </p:nvSpPr>
        <p:spPr>
          <a:xfrm>
            <a:off x="10267950" y="3308786"/>
            <a:ext cx="876300" cy="228600"/>
          </a:xfrm>
          <a:prstGeom prst="rect">
            <a:avLst/>
          </a:prstGeom>
          <a:noFill/>
          <a:ln w="0">
            <a:noFill/>
            <a:prstDash val="solid"/>
          </a:ln>
        </p:spPr>
        <p:txBody>
          <a:bodyPr wrap="square" lIns="0" tIns="0" rIns="0" bIns="0" anchor="t"/>
          <a:lstStyle/>
          <a:p>
            <a:pPr algn="l">
              <a:lnSpc>
                <a:spcPct val="100000"/>
              </a:lnSpc>
              <a:buNone/>
              <a:defRPr sz="1200" b="0">
                <a:solidFill>
                  <a:srgbClr val="5F6368"/>
                </a:solidFill>
                <a:latin typeface="Arial"/>
                <a:ea typeface="Arial"/>
                <a:cs typeface="Arial"/>
              </a:defRPr>
            </a:pPr>
            <a:r>
              <a:rPr sz="1600" b="0">
                <a:solidFill>
                  <a:srgbClr val="5F6368"/>
                </a:solidFill>
                <a:latin typeface="Arial"/>
                <a:ea typeface="Arial"/>
                <a:cs typeface="Arial"/>
              </a:rPr>
              <a:t>proc. vs KVM</a:t>
            </a:r>
          </a:p>
        </p:txBody>
      </p:sp>
      <p:sp>
        <p:nvSpPr>
          <p:cNvPr id="66" name="矩形 65">
            <a:extLst>
              <a:ext uri="{FF2B5EF4-FFF2-40B4-BE49-F238E27FC236}">
                <a16:creationId xmlns:a16="http://schemas.microsoft.com/office/drawing/2014/main" id="{71B05990-4F64-4F9E-8FFC-B1BB474545E0}"/>
              </a:ext>
            </a:extLst>
          </p:cNvPr>
          <p:cNvSpPr>
            <a:spLocks noGrp="1"/>
          </p:cNvSpPr>
          <p:nvPr/>
        </p:nvSpPr>
        <p:spPr>
          <a:xfrm>
            <a:off x="9144000" y="3886200"/>
            <a:ext cx="1047750" cy="285750"/>
          </a:xfrm>
          <a:prstGeom prst="rect">
            <a:avLst/>
          </a:prstGeom>
          <a:noFill/>
          <a:ln w="0">
            <a:noFill/>
            <a:prstDash val="solid"/>
          </a:ln>
        </p:spPr>
        <p:txBody>
          <a:bodyPr wrap="square" lIns="0" tIns="0" rIns="0" bIns="0" anchor="t"/>
          <a:lstStyle/>
          <a:p>
            <a:pPr algn="l">
              <a:lnSpc>
                <a:spcPct val="100000"/>
              </a:lnSpc>
              <a:buNone/>
              <a:defRPr sz="1950" b="1">
                <a:solidFill>
                  <a:srgbClr val="A40000"/>
                </a:solidFill>
                <a:latin typeface="Arial"/>
                <a:ea typeface="Arial"/>
                <a:cs typeface="Arial"/>
              </a:defRPr>
            </a:pPr>
            <a:r>
              <a:rPr sz="1950" b="1">
                <a:solidFill>
                  <a:srgbClr val="A40000"/>
                </a:solidFill>
                <a:latin typeface="Arial"/>
                <a:ea typeface="Arial"/>
                <a:cs typeface="Arial"/>
              </a:rPr>
              <a:t>+37.0%</a:t>
            </a:r>
          </a:p>
        </p:txBody>
      </p:sp>
      <p:sp>
        <p:nvSpPr>
          <p:cNvPr id="67" name="矩形 66">
            <a:extLst>
              <a:ext uri="{FF2B5EF4-FFF2-40B4-BE49-F238E27FC236}">
                <a16:creationId xmlns:a16="http://schemas.microsoft.com/office/drawing/2014/main" id="{3A3D3AC8-E906-47F7-B82A-D9AE3BBE68DE}"/>
              </a:ext>
            </a:extLst>
          </p:cNvPr>
          <p:cNvSpPr>
            <a:spLocks noGrp="1"/>
          </p:cNvSpPr>
          <p:nvPr/>
        </p:nvSpPr>
        <p:spPr>
          <a:xfrm>
            <a:off x="10267950" y="3861236"/>
            <a:ext cx="876300" cy="228600"/>
          </a:xfrm>
          <a:prstGeom prst="rect">
            <a:avLst/>
          </a:prstGeom>
          <a:noFill/>
          <a:ln w="0">
            <a:noFill/>
            <a:prstDash val="solid"/>
          </a:ln>
        </p:spPr>
        <p:txBody>
          <a:bodyPr wrap="square" lIns="0" tIns="0" rIns="0" bIns="0" anchor="t"/>
          <a:lstStyle/>
          <a:p>
            <a:pPr algn="l">
              <a:lnSpc>
                <a:spcPct val="100000"/>
              </a:lnSpc>
              <a:buNone/>
              <a:defRPr sz="1200" b="0">
                <a:solidFill>
                  <a:srgbClr val="5F6368"/>
                </a:solidFill>
                <a:latin typeface="Arial"/>
                <a:ea typeface="Arial"/>
                <a:cs typeface="Arial"/>
              </a:defRPr>
            </a:pPr>
            <a:r>
              <a:rPr sz="1600" b="0">
                <a:solidFill>
                  <a:srgbClr val="5F6368"/>
                </a:solidFill>
                <a:latin typeface="Arial"/>
                <a:ea typeface="Arial"/>
                <a:cs typeface="Arial"/>
              </a:rPr>
              <a:t>threads vs PVM</a:t>
            </a:r>
          </a:p>
        </p:txBody>
      </p:sp>
      <p:sp>
        <p:nvSpPr>
          <p:cNvPr id="68" name="矩形 67">
            <a:extLst>
              <a:ext uri="{FF2B5EF4-FFF2-40B4-BE49-F238E27FC236}">
                <a16:creationId xmlns:a16="http://schemas.microsoft.com/office/drawing/2014/main" id="{ACC714F1-C4A5-4B95-9E48-3B9C2ABFE1B4}"/>
              </a:ext>
            </a:extLst>
          </p:cNvPr>
          <p:cNvSpPr>
            <a:spLocks noGrp="1"/>
          </p:cNvSpPr>
          <p:nvPr/>
        </p:nvSpPr>
        <p:spPr>
          <a:xfrm>
            <a:off x="9144000" y="4438650"/>
            <a:ext cx="1047750" cy="285750"/>
          </a:xfrm>
          <a:prstGeom prst="rect">
            <a:avLst/>
          </a:prstGeom>
          <a:noFill/>
          <a:ln w="0">
            <a:noFill/>
            <a:prstDash val="solid"/>
          </a:ln>
        </p:spPr>
        <p:txBody>
          <a:bodyPr wrap="square" lIns="0" tIns="0" rIns="0" bIns="0" anchor="t"/>
          <a:lstStyle/>
          <a:p>
            <a:pPr algn="l">
              <a:lnSpc>
                <a:spcPct val="100000"/>
              </a:lnSpc>
              <a:buNone/>
              <a:defRPr sz="1950" b="1">
                <a:solidFill>
                  <a:srgbClr val="111111"/>
                </a:solidFill>
                <a:latin typeface="Arial"/>
                <a:ea typeface="Arial"/>
                <a:cs typeface="Arial"/>
              </a:defRPr>
            </a:pPr>
            <a:r>
              <a:rPr sz="1950" b="1">
                <a:solidFill>
                  <a:srgbClr val="111111"/>
                </a:solidFill>
                <a:latin typeface="Arial"/>
                <a:ea typeface="Arial"/>
                <a:cs typeface="Arial"/>
              </a:rPr>
              <a:t>+13.3%</a:t>
            </a:r>
          </a:p>
        </p:txBody>
      </p:sp>
      <p:sp>
        <p:nvSpPr>
          <p:cNvPr id="69" name="矩形 68">
            <a:extLst>
              <a:ext uri="{FF2B5EF4-FFF2-40B4-BE49-F238E27FC236}">
                <a16:creationId xmlns:a16="http://schemas.microsoft.com/office/drawing/2014/main" id="{64D0C61C-0A8A-4719-8467-57A6C5483068}"/>
              </a:ext>
            </a:extLst>
          </p:cNvPr>
          <p:cNvSpPr>
            <a:spLocks noGrp="1"/>
          </p:cNvSpPr>
          <p:nvPr/>
        </p:nvSpPr>
        <p:spPr>
          <a:xfrm>
            <a:off x="10267950" y="4413686"/>
            <a:ext cx="876300" cy="228600"/>
          </a:xfrm>
          <a:prstGeom prst="rect">
            <a:avLst/>
          </a:prstGeom>
          <a:noFill/>
          <a:ln w="0">
            <a:noFill/>
            <a:prstDash val="solid"/>
          </a:ln>
        </p:spPr>
        <p:txBody>
          <a:bodyPr wrap="square" lIns="0" tIns="0" rIns="0" bIns="0" anchor="t"/>
          <a:lstStyle/>
          <a:p>
            <a:pPr algn="l">
              <a:lnSpc>
                <a:spcPct val="100000"/>
              </a:lnSpc>
              <a:buNone/>
              <a:defRPr sz="1200" b="0">
                <a:solidFill>
                  <a:srgbClr val="5F6368"/>
                </a:solidFill>
                <a:latin typeface="Arial"/>
                <a:ea typeface="Arial"/>
                <a:cs typeface="Arial"/>
              </a:defRPr>
            </a:pPr>
            <a:r>
              <a:rPr sz="1600" b="0">
                <a:solidFill>
                  <a:srgbClr val="5F6368"/>
                </a:solidFill>
                <a:latin typeface="Arial"/>
                <a:ea typeface="Arial"/>
                <a:cs typeface="Arial"/>
              </a:rPr>
              <a:t>threads vs KVM</a:t>
            </a:r>
          </a:p>
        </p:txBody>
      </p:sp>
      <p:sp>
        <p:nvSpPr>
          <p:cNvPr id="70" name="矩形 69">
            <a:extLst>
              <a:ext uri="{FF2B5EF4-FFF2-40B4-BE49-F238E27FC236}">
                <a16:creationId xmlns:a16="http://schemas.microsoft.com/office/drawing/2014/main" id="{735A3FF9-B75C-41E6-AA5B-F596AB834157}"/>
              </a:ext>
            </a:extLst>
          </p:cNvPr>
          <p:cNvSpPr>
            <a:spLocks noGrp="1"/>
          </p:cNvSpPr>
          <p:nvPr/>
        </p:nvSpPr>
        <p:spPr>
          <a:xfrm>
            <a:off x="914400" y="5541695"/>
            <a:ext cx="10210800" cy="400050"/>
          </a:xfrm>
          <a:prstGeom prst="rect">
            <a:avLst/>
          </a:prstGeom>
          <a:noFill/>
          <a:ln w="0">
            <a:noFill/>
            <a:prstDash val="solid"/>
          </a:ln>
        </p:spPr>
        <p:txBody>
          <a:bodyPr wrap="square" lIns="0" tIns="0" rIns="0" bIns="0" anchor="t"/>
          <a:lstStyle/>
          <a:p>
            <a:pPr algn="ctr">
              <a:lnSpc>
                <a:spcPct val="100000"/>
              </a:lnSpc>
              <a:buNone/>
              <a:defRPr sz="2250" b="1">
                <a:solidFill>
                  <a:srgbClr val="A40000"/>
                </a:solidFill>
                <a:latin typeface="Arial"/>
                <a:ea typeface="Arial"/>
                <a:cs typeface="Arial"/>
              </a:defRPr>
            </a:pPr>
            <a:r>
              <a:rPr sz="2250" b="1" dirty="0">
                <a:solidFill>
                  <a:srgbClr val="A40000"/>
                </a:solidFill>
                <a:latin typeface="Arial"/>
                <a:ea typeface="Arial"/>
                <a:cs typeface="Arial"/>
              </a:rPr>
              <a:t>Speedups are consistent across process-heavy and thread-heavy workloads</a:t>
            </a:r>
          </a:p>
        </p:txBody>
      </p:sp>
      <p:sp>
        <p:nvSpPr>
          <p:cNvPr id="71" name="矩形 70">
            <a:extLst>
              <a:ext uri="{FF2B5EF4-FFF2-40B4-BE49-F238E27FC236}">
                <a16:creationId xmlns:a16="http://schemas.microsoft.com/office/drawing/2014/main" id="{1BB42204-992A-4A55-9BC9-36C4694ECA24}"/>
              </a:ext>
            </a:extLst>
          </p:cNvPr>
          <p:cNvSpPr>
            <a:spLocks noGrp="1"/>
          </p:cNvSpPr>
          <p:nvPr/>
        </p:nvSpPr>
        <p:spPr>
          <a:xfrm>
            <a:off x="11334750" y="6343650"/>
            <a:ext cx="381000" cy="2667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22</a:t>
            </a:r>
          </a:p>
        </p:txBody>
      </p:sp>
    </p:spTree>
    <p:extLst>
      <p:ext uri="{BB962C8B-B14F-4D97-AF65-F5344CB8AC3E}">
        <p14:creationId xmlns:p14="http://schemas.microsoft.com/office/powerpoint/2010/main" val="256422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B584CD8-542F-4E8A-8094-0386053B938D}"/>
              </a:ext>
            </a:extLst>
          </p:cNvPr>
          <p:cNvSpPr>
            <a:spLocks noGrp="1"/>
          </p:cNvSpPr>
          <p:nvPr/>
        </p:nvSpPr>
        <p:spPr>
          <a:xfrm>
            <a:off x="11334750" y="6496050"/>
            <a:ext cx="381000" cy="266700"/>
          </a:xfrm>
          <a:prstGeom prst="rect">
            <a:avLst/>
          </a:prstGeom>
          <a:ln w="0">
            <a:prstDash val="solid"/>
          </a:ln>
        </p:spPr>
        <p:txBody>
          <a:bodyPr wrap="square" lIns="0" tIns="0" rIns="0" bIns="0" anchor="t"/>
          <a:lstStyle/>
          <a:p>
            <a:pPr algn="r">
              <a:defRPr sz="825">
                <a:solidFill>
                  <a:srgbClr val="6B7280"/>
                </a:solidFill>
              </a:defRPr>
            </a:pPr>
            <a:r>
              <a:rPr lang="en-US" altLang="zh-CN" sz="2000" dirty="0">
                <a:solidFill>
                  <a:srgbClr val="6B7280"/>
                </a:solidFill>
                <a:latin typeface="+mj-lt"/>
                <a:ea typeface="+mj-ea"/>
                <a:cs typeface="+mj-cs"/>
              </a:rPr>
              <a:t>20</a:t>
            </a:r>
            <a:endParaRPr sz="2000" b="0" dirty="0">
              <a:solidFill>
                <a:srgbClr val="6B7280"/>
              </a:solidFill>
              <a:latin typeface="+mj-lt"/>
              <a:ea typeface="+mj-ea"/>
              <a:cs typeface="+mj-cs"/>
            </a:endParaRPr>
          </a:p>
        </p:txBody>
      </p:sp>
      <p:sp>
        <p:nvSpPr>
          <p:cNvPr id="4" name="矩形 3">
            <a:extLst>
              <a:ext uri="{FF2B5EF4-FFF2-40B4-BE49-F238E27FC236}">
                <a16:creationId xmlns:a16="http://schemas.microsoft.com/office/drawing/2014/main" id="{523EFEAB-50B2-4682-8BC4-3AEF2EDC2CE2}"/>
              </a:ext>
            </a:extLst>
          </p:cNvPr>
          <p:cNvSpPr>
            <a:spLocks noGrp="1"/>
          </p:cNvSpPr>
          <p:nvPr/>
        </p:nvSpPr>
        <p:spPr>
          <a:xfrm>
            <a:off x="1238250" y="1991802"/>
            <a:ext cx="232265" cy="60698"/>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 name="矩形 4">
            <a:extLst>
              <a:ext uri="{FF2B5EF4-FFF2-40B4-BE49-F238E27FC236}">
                <a16:creationId xmlns:a16="http://schemas.microsoft.com/office/drawing/2014/main" id="{97F73E2E-96B7-4169-8965-FD88D7744E59}"/>
              </a:ext>
            </a:extLst>
          </p:cNvPr>
          <p:cNvSpPr>
            <a:spLocks noGrp="1"/>
          </p:cNvSpPr>
          <p:nvPr/>
        </p:nvSpPr>
        <p:spPr>
          <a:xfrm>
            <a:off x="1561130" y="1912895"/>
            <a:ext cx="1109709" cy="218513"/>
          </a:xfrm>
          <a:prstGeom prst="rect">
            <a:avLst/>
          </a:prstGeom>
          <a:ln w="0">
            <a:prstDash val="solid"/>
          </a:ln>
        </p:spPr>
        <p:txBody>
          <a:bodyPr wrap="square" lIns="0" tIns="0" rIns="0" bIns="0" anchor="t"/>
          <a:lstStyle/>
          <a:p>
            <a:pPr algn="l">
              <a:defRPr sz="1013">
                <a:solidFill>
                  <a:srgbClr val="6B7280"/>
                </a:solidFill>
              </a:defRPr>
            </a:pPr>
            <a:r>
              <a:rPr sz="1600" dirty="0">
                <a:latin typeface="Arial" panose="020B0604020202020204" pitchFamily="34" charset="0"/>
                <a:ea typeface="+mj-ea"/>
                <a:cs typeface="Arial" panose="020B0604020202020204" pitchFamily="34" charset="0"/>
              </a:rPr>
              <a:t>Kata-KVM</a:t>
            </a:r>
          </a:p>
        </p:txBody>
      </p:sp>
      <p:sp>
        <p:nvSpPr>
          <p:cNvPr id="6" name="矩形 5">
            <a:extLst>
              <a:ext uri="{FF2B5EF4-FFF2-40B4-BE49-F238E27FC236}">
                <a16:creationId xmlns:a16="http://schemas.microsoft.com/office/drawing/2014/main" id="{E72A2832-F32B-45DA-9CB2-E0F400340482}"/>
              </a:ext>
            </a:extLst>
          </p:cNvPr>
          <p:cNvSpPr>
            <a:spLocks noGrp="1"/>
          </p:cNvSpPr>
          <p:nvPr/>
        </p:nvSpPr>
        <p:spPr>
          <a:xfrm>
            <a:off x="2694761" y="1991802"/>
            <a:ext cx="232265" cy="60698"/>
          </a:xfrm>
          <a:prstGeom prst="rect">
            <a:avLst/>
          </a:prstGeom>
          <a:solidFill>
            <a:srgbClr val="F39C12"/>
          </a:solidFill>
          <a:ln w="0">
            <a:solidFill>
              <a:schemeClr val="bg1">
                <a:lumMod val="75000"/>
              </a:schemeClr>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65E38C82-1987-4F91-844F-FF7A2E379308}"/>
              </a:ext>
            </a:extLst>
          </p:cNvPr>
          <p:cNvSpPr>
            <a:spLocks noGrp="1"/>
          </p:cNvSpPr>
          <p:nvPr/>
        </p:nvSpPr>
        <p:spPr>
          <a:xfrm>
            <a:off x="2985659" y="1912895"/>
            <a:ext cx="1109709" cy="218513"/>
          </a:xfrm>
          <a:prstGeom prst="rect">
            <a:avLst/>
          </a:prstGeom>
          <a:ln w="0">
            <a:prstDash val="solid"/>
          </a:ln>
        </p:spPr>
        <p:txBody>
          <a:bodyPr wrap="square" lIns="0" tIns="0" rIns="0" bIns="0" anchor="t"/>
          <a:lstStyle/>
          <a:p>
            <a:pPr algn="l">
              <a:defRPr sz="1013">
                <a:solidFill>
                  <a:srgbClr val="6B7280"/>
                </a:solidFill>
              </a:defRPr>
            </a:pPr>
            <a:r>
              <a:rPr sz="1600" dirty="0">
                <a:latin typeface="Arial" panose="020B0604020202020204" pitchFamily="34" charset="0"/>
                <a:ea typeface="+mj-ea"/>
                <a:cs typeface="Arial" panose="020B0604020202020204" pitchFamily="34" charset="0"/>
              </a:rPr>
              <a:t>Kata-PVM</a:t>
            </a:r>
          </a:p>
        </p:txBody>
      </p:sp>
      <p:sp>
        <p:nvSpPr>
          <p:cNvPr id="8" name="矩形 7">
            <a:extLst>
              <a:ext uri="{FF2B5EF4-FFF2-40B4-BE49-F238E27FC236}">
                <a16:creationId xmlns:a16="http://schemas.microsoft.com/office/drawing/2014/main" id="{9DC9BA2F-7382-4A32-87D6-963256EA99FC}"/>
              </a:ext>
            </a:extLst>
          </p:cNvPr>
          <p:cNvSpPr>
            <a:spLocks noGrp="1"/>
          </p:cNvSpPr>
          <p:nvPr/>
        </p:nvSpPr>
        <p:spPr>
          <a:xfrm>
            <a:off x="4079684" y="1991802"/>
            <a:ext cx="232265" cy="60698"/>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9" name="矩形 8">
            <a:extLst>
              <a:ext uri="{FF2B5EF4-FFF2-40B4-BE49-F238E27FC236}">
                <a16:creationId xmlns:a16="http://schemas.microsoft.com/office/drawing/2014/main" id="{D7D3E28D-163A-46DC-B7C1-50F78E29C4B9}"/>
              </a:ext>
            </a:extLst>
          </p:cNvPr>
          <p:cNvSpPr>
            <a:spLocks noGrp="1"/>
          </p:cNvSpPr>
          <p:nvPr/>
        </p:nvSpPr>
        <p:spPr>
          <a:xfrm>
            <a:off x="4372749" y="1912895"/>
            <a:ext cx="1445202" cy="218513"/>
          </a:xfrm>
          <a:prstGeom prst="rect">
            <a:avLst/>
          </a:prstGeom>
          <a:ln w="0">
            <a:prstDash val="solid"/>
          </a:ln>
        </p:spPr>
        <p:txBody>
          <a:bodyPr wrap="square" lIns="0" tIns="0" rIns="0" bIns="0" anchor="t"/>
          <a:lstStyle/>
          <a:p>
            <a:pPr algn="l">
              <a:defRPr sz="1013">
                <a:solidFill>
                  <a:srgbClr val="6B7280"/>
                </a:solidFill>
              </a:defRPr>
            </a:pPr>
            <a:r>
              <a:rPr sz="1600" dirty="0">
                <a:latin typeface="Arial" panose="020B0604020202020204" pitchFamily="34" charset="0"/>
                <a:ea typeface="+mj-ea"/>
                <a:cs typeface="Arial" panose="020B0604020202020204" pitchFamily="34" charset="0"/>
              </a:rPr>
              <a:t>Kata-JANUS</a:t>
            </a:r>
          </a:p>
        </p:txBody>
      </p:sp>
      <p:sp>
        <p:nvSpPr>
          <p:cNvPr id="15" name="矩形 14">
            <a:extLst>
              <a:ext uri="{FF2B5EF4-FFF2-40B4-BE49-F238E27FC236}">
                <a16:creationId xmlns:a16="http://schemas.microsoft.com/office/drawing/2014/main" id="{E6788D3D-3D0C-4F23-BDC9-2C1F9B1BD4DB}"/>
              </a:ext>
            </a:extLst>
          </p:cNvPr>
          <p:cNvSpPr>
            <a:spLocks noGrp="1"/>
          </p:cNvSpPr>
          <p:nvPr/>
        </p:nvSpPr>
        <p:spPr>
          <a:xfrm>
            <a:off x="723900" y="2264036"/>
            <a:ext cx="5105400" cy="228600"/>
          </a:xfrm>
          <a:prstGeom prst="rect">
            <a:avLst/>
          </a:prstGeom>
          <a:ln w="0">
            <a:prstDash val="solid"/>
          </a:ln>
        </p:spPr>
        <p:txBody>
          <a:bodyPr wrap="square" lIns="0" tIns="0" rIns="0" bIns="0" anchor="t"/>
          <a:lstStyle/>
          <a:p>
            <a:pPr algn="ctr">
              <a:defRPr sz="1350">
                <a:solidFill>
                  <a:srgbClr val="17324D"/>
                </a:solidFill>
              </a:defRPr>
            </a:pPr>
            <a:r>
              <a:rPr sz="1600">
                <a:latin typeface="Arial" panose="020B0604020202020204" pitchFamily="34" charset="0"/>
                <a:ea typeface="+mj-ea"/>
                <a:cs typeface="Arial" panose="020B0604020202020204" pitchFamily="34" charset="0"/>
              </a:rPr>
              <a:t>Redis</a:t>
            </a:r>
          </a:p>
        </p:txBody>
      </p:sp>
      <p:sp>
        <p:nvSpPr>
          <p:cNvPr id="16" name="矩形 15">
            <a:extLst>
              <a:ext uri="{FF2B5EF4-FFF2-40B4-BE49-F238E27FC236}">
                <a16:creationId xmlns:a16="http://schemas.microsoft.com/office/drawing/2014/main" id="{42785AEB-0E30-4A98-A0C8-55EAB2392C5E}"/>
              </a:ext>
            </a:extLst>
          </p:cNvPr>
          <p:cNvSpPr>
            <a:spLocks noGrp="1"/>
          </p:cNvSpPr>
          <p:nvPr/>
        </p:nvSpPr>
        <p:spPr>
          <a:xfrm>
            <a:off x="1238250" y="4892936"/>
            <a:ext cx="4324350" cy="14288"/>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7" name="矩形 16">
            <a:extLst>
              <a:ext uri="{FF2B5EF4-FFF2-40B4-BE49-F238E27FC236}">
                <a16:creationId xmlns:a16="http://schemas.microsoft.com/office/drawing/2014/main" id="{5BACB0F5-F725-4FA9-88AB-E034FC96F7EF}"/>
              </a:ext>
            </a:extLst>
          </p:cNvPr>
          <p:cNvSpPr>
            <a:spLocks noGrp="1"/>
          </p:cNvSpPr>
          <p:nvPr/>
        </p:nvSpPr>
        <p:spPr>
          <a:xfrm>
            <a:off x="1238250" y="2778386"/>
            <a:ext cx="14288" cy="211455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8" name="矩形 17">
            <a:extLst>
              <a:ext uri="{FF2B5EF4-FFF2-40B4-BE49-F238E27FC236}">
                <a16:creationId xmlns:a16="http://schemas.microsoft.com/office/drawing/2014/main" id="{764574DF-E9DA-434A-8118-A64BBACA2523}"/>
              </a:ext>
            </a:extLst>
          </p:cNvPr>
          <p:cNvSpPr>
            <a:spLocks noGrp="1"/>
          </p:cNvSpPr>
          <p:nvPr/>
        </p:nvSpPr>
        <p:spPr>
          <a:xfrm>
            <a:off x="1238250" y="4892936"/>
            <a:ext cx="4324350" cy="8573"/>
          </a:xfrm>
          <a:prstGeom prst="rect">
            <a:avLst/>
          </a:prstGeom>
          <a:solidFill>
            <a:srgbClr val="E8EDF4"/>
          </a:solidFill>
          <a:ln w="0">
            <a:solidFill>
              <a:srgbClr val="E8EDF4"/>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9" name="矩形 18">
            <a:extLst>
              <a:ext uri="{FF2B5EF4-FFF2-40B4-BE49-F238E27FC236}">
                <a16:creationId xmlns:a16="http://schemas.microsoft.com/office/drawing/2014/main" id="{AB56426F-275C-4C8A-8899-3606156AA084}"/>
              </a:ext>
            </a:extLst>
          </p:cNvPr>
          <p:cNvSpPr>
            <a:spLocks noGrp="1"/>
          </p:cNvSpPr>
          <p:nvPr/>
        </p:nvSpPr>
        <p:spPr>
          <a:xfrm>
            <a:off x="781050" y="4807211"/>
            <a:ext cx="400050" cy="171450"/>
          </a:xfrm>
          <a:prstGeom prst="rect">
            <a:avLst/>
          </a:prstGeom>
          <a:ln w="0">
            <a:prstDash val="solid"/>
          </a:ln>
        </p:spPr>
        <p:txBody>
          <a:bodyPr wrap="square" lIns="0" tIns="0" rIns="0" bIns="0" anchor="t"/>
          <a:lstStyle/>
          <a:p>
            <a:pPr algn="r">
              <a:defRPr sz="863">
                <a:solidFill>
                  <a:srgbClr val="6B7280"/>
                </a:solidFill>
              </a:defRPr>
            </a:pPr>
            <a:r>
              <a:rPr sz="1600">
                <a:latin typeface="Arial" panose="020B0604020202020204" pitchFamily="34" charset="0"/>
                <a:ea typeface="+mj-ea"/>
                <a:cs typeface="Arial" panose="020B0604020202020204" pitchFamily="34" charset="0"/>
              </a:rPr>
              <a:t>0</a:t>
            </a:r>
          </a:p>
        </p:txBody>
      </p:sp>
      <p:sp>
        <p:nvSpPr>
          <p:cNvPr id="21" name="矩形 20">
            <a:extLst>
              <a:ext uri="{FF2B5EF4-FFF2-40B4-BE49-F238E27FC236}">
                <a16:creationId xmlns:a16="http://schemas.microsoft.com/office/drawing/2014/main" id="{37CC9602-AD5B-4150-8F2A-5F1ED217FAE5}"/>
              </a:ext>
            </a:extLst>
          </p:cNvPr>
          <p:cNvSpPr>
            <a:spLocks noGrp="1"/>
          </p:cNvSpPr>
          <p:nvPr/>
        </p:nvSpPr>
        <p:spPr>
          <a:xfrm>
            <a:off x="781050" y="3749936"/>
            <a:ext cx="400050" cy="171450"/>
          </a:xfrm>
          <a:prstGeom prst="rect">
            <a:avLst/>
          </a:prstGeom>
          <a:ln w="0">
            <a:prstDash val="solid"/>
          </a:ln>
        </p:spPr>
        <p:txBody>
          <a:bodyPr wrap="square" lIns="0" tIns="0" rIns="0" bIns="0" anchor="t"/>
          <a:lstStyle/>
          <a:p>
            <a:pPr algn="r">
              <a:defRPr sz="863">
                <a:solidFill>
                  <a:srgbClr val="6B7280"/>
                </a:solidFill>
              </a:defRPr>
            </a:pPr>
            <a:r>
              <a:rPr sz="1600">
                <a:latin typeface="Arial" panose="020B0604020202020204" pitchFamily="34" charset="0"/>
                <a:ea typeface="+mj-ea"/>
                <a:cs typeface="Arial" panose="020B0604020202020204" pitchFamily="34" charset="0"/>
              </a:rPr>
              <a:t>260</a:t>
            </a:r>
          </a:p>
        </p:txBody>
      </p:sp>
      <p:sp>
        <p:nvSpPr>
          <p:cNvPr id="23" name="矩形 22">
            <a:extLst>
              <a:ext uri="{FF2B5EF4-FFF2-40B4-BE49-F238E27FC236}">
                <a16:creationId xmlns:a16="http://schemas.microsoft.com/office/drawing/2014/main" id="{1BEC482A-B5AD-45BE-8345-55DB4FA5C503}"/>
              </a:ext>
            </a:extLst>
          </p:cNvPr>
          <p:cNvSpPr>
            <a:spLocks noGrp="1"/>
          </p:cNvSpPr>
          <p:nvPr/>
        </p:nvSpPr>
        <p:spPr>
          <a:xfrm>
            <a:off x="781050" y="2692661"/>
            <a:ext cx="400050" cy="171450"/>
          </a:xfrm>
          <a:prstGeom prst="rect">
            <a:avLst/>
          </a:prstGeom>
          <a:ln w="0">
            <a:prstDash val="solid"/>
          </a:ln>
        </p:spPr>
        <p:txBody>
          <a:bodyPr wrap="square" lIns="0" tIns="0" rIns="0" bIns="0" anchor="t"/>
          <a:lstStyle/>
          <a:p>
            <a:pPr algn="r">
              <a:defRPr sz="863">
                <a:solidFill>
                  <a:srgbClr val="6B7280"/>
                </a:solidFill>
              </a:defRPr>
            </a:pPr>
            <a:r>
              <a:rPr sz="1600">
                <a:latin typeface="Arial" panose="020B0604020202020204" pitchFamily="34" charset="0"/>
                <a:ea typeface="+mj-ea"/>
                <a:cs typeface="Arial" panose="020B0604020202020204" pitchFamily="34" charset="0"/>
              </a:rPr>
              <a:t>520</a:t>
            </a:r>
          </a:p>
        </p:txBody>
      </p:sp>
      <p:sp>
        <p:nvSpPr>
          <p:cNvPr id="24" name="矩形 23">
            <a:extLst>
              <a:ext uri="{FF2B5EF4-FFF2-40B4-BE49-F238E27FC236}">
                <a16:creationId xmlns:a16="http://schemas.microsoft.com/office/drawing/2014/main" id="{1948D1C4-D31A-4BF6-A0FC-4992DF19E1F3}"/>
              </a:ext>
            </a:extLst>
          </p:cNvPr>
          <p:cNvSpPr>
            <a:spLocks noGrp="1"/>
          </p:cNvSpPr>
          <p:nvPr/>
        </p:nvSpPr>
        <p:spPr>
          <a:xfrm>
            <a:off x="419477" y="2428493"/>
            <a:ext cx="2251362" cy="262879"/>
          </a:xfrm>
          <a:prstGeom prst="rect">
            <a:avLst/>
          </a:prstGeom>
          <a:ln w="0">
            <a:prstDash val="solid"/>
          </a:ln>
        </p:spPr>
        <p:txBody>
          <a:bodyPr wrap="square" lIns="0" tIns="0" rIns="0" bIns="0" anchor="t"/>
          <a:lstStyle/>
          <a:p>
            <a:pPr algn="l">
              <a:defRPr sz="863">
                <a:solidFill>
                  <a:srgbClr val="6B7280"/>
                </a:solidFill>
              </a:defRPr>
            </a:pPr>
            <a:r>
              <a:rPr sz="1600" dirty="0">
                <a:latin typeface="Arial" panose="020B0604020202020204" pitchFamily="34" charset="0"/>
                <a:ea typeface="+mj-ea"/>
                <a:cs typeface="Arial" panose="020B0604020202020204" pitchFamily="34" charset="0"/>
              </a:rPr>
              <a:t>Throughput (Kops/s)</a:t>
            </a:r>
          </a:p>
        </p:txBody>
      </p:sp>
      <p:sp>
        <p:nvSpPr>
          <p:cNvPr id="25" name="矩形 24">
            <a:extLst>
              <a:ext uri="{FF2B5EF4-FFF2-40B4-BE49-F238E27FC236}">
                <a16:creationId xmlns:a16="http://schemas.microsoft.com/office/drawing/2014/main" id="{A56DC891-0AF7-4026-B6C8-200C64CFFB71}"/>
              </a:ext>
            </a:extLst>
          </p:cNvPr>
          <p:cNvSpPr>
            <a:spLocks noGrp="1"/>
          </p:cNvSpPr>
          <p:nvPr/>
        </p:nvSpPr>
        <p:spPr>
          <a:xfrm>
            <a:off x="1123950"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1</a:t>
            </a:r>
          </a:p>
        </p:txBody>
      </p:sp>
      <p:sp>
        <p:nvSpPr>
          <p:cNvPr id="26" name="矩形 25">
            <a:extLst>
              <a:ext uri="{FF2B5EF4-FFF2-40B4-BE49-F238E27FC236}">
                <a16:creationId xmlns:a16="http://schemas.microsoft.com/office/drawing/2014/main" id="{28BCABFE-7244-49E6-BC5F-1F01F0708F7B}"/>
              </a:ext>
            </a:extLst>
          </p:cNvPr>
          <p:cNvSpPr>
            <a:spLocks noGrp="1"/>
          </p:cNvSpPr>
          <p:nvPr/>
        </p:nvSpPr>
        <p:spPr>
          <a:xfrm>
            <a:off x="1517073" y="4969136"/>
            <a:ext cx="228600" cy="171450"/>
          </a:xfrm>
          <a:prstGeom prst="rect">
            <a:avLst/>
          </a:prstGeom>
          <a:ln w="0">
            <a:prstDash val="solid"/>
          </a:ln>
        </p:spPr>
        <p:txBody>
          <a:bodyPr wrap="square" lIns="0" tIns="0" rIns="0" bIns="0" anchor="t"/>
          <a:lstStyle/>
          <a:p>
            <a:pPr algn="ctr">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2</a:t>
            </a:r>
          </a:p>
        </p:txBody>
      </p:sp>
      <p:sp>
        <p:nvSpPr>
          <p:cNvPr id="27" name="矩形 26">
            <a:extLst>
              <a:ext uri="{FF2B5EF4-FFF2-40B4-BE49-F238E27FC236}">
                <a16:creationId xmlns:a16="http://schemas.microsoft.com/office/drawing/2014/main" id="{40E3CE04-2F78-404A-BAF2-6718ADD5E615}"/>
              </a:ext>
            </a:extLst>
          </p:cNvPr>
          <p:cNvSpPr>
            <a:spLocks noGrp="1"/>
          </p:cNvSpPr>
          <p:nvPr/>
        </p:nvSpPr>
        <p:spPr>
          <a:xfrm>
            <a:off x="2303318"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4</a:t>
            </a:r>
          </a:p>
        </p:txBody>
      </p:sp>
      <p:sp>
        <p:nvSpPr>
          <p:cNvPr id="28" name="矩形 27">
            <a:extLst>
              <a:ext uri="{FF2B5EF4-FFF2-40B4-BE49-F238E27FC236}">
                <a16:creationId xmlns:a16="http://schemas.microsoft.com/office/drawing/2014/main" id="{7D6535E5-2032-4A51-8D1F-F044BFCEFFE6}"/>
              </a:ext>
            </a:extLst>
          </p:cNvPr>
          <p:cNvSpPr>
            <a:spLocks noGrp="1"/>
          </p:cNvSpPr>
          <p:nvPr/>
        </p:nvSpPr>
        <p:spPr>
          <a:xfrm>
            <a:off x="3089564"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6</a:t>
            </a:r>
          </a:p>
        </p:txBody>
      </p:sp>
      <p:sp>
        <p:nvSpPr>
          <p:cNvPr id="29" name="矩形 28">
            <a:extLst>
              <a:ext uri="{FF2B5EF4-FFF2-40B4-BE49-F238E27FC236}">
                <a16:creationId xmlns:a16="http://schemas.microsoft.com/office/drawing/2014/main" id="{292E7CB0-AF06-47D1-B9C5-78D239E62408}"/>
              </a:ext>
            </a:extLst>
          </p:cNvPr>
          <p:cNvSpPr>
            <a:spLocks noGrp="1"/>
          </p:cNvSpPr>
          <p:nvPr/>
        </p:nvSpPr>
        <p:spPr>
          <a:xfrm>
            <a:off x="3875809"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8</a:t>
            </a:r>
          </a:p>
        </p:txBody>
      </p:sp>
      <p:sp>
        <p:nvSpPr>
          <p:cNvPr id="30" name="矩形 29">
            <a:extLst>
              <a:ext uri="{FF2B5EF4-FFF2-40B4-BE49-F238E27FC236}">
                <a16:creationId xmlns:a16="http://schemas.microsoft.com/office/drawing/2014/main" id="{ED2F4CC8-1FA4-4A52-8117-A81D061761F9}"/>
              </a:ext>
            </a:extLst>
          </p:cNvPr>
          <p:cNvSpPr>
            <a:spLocks noGrp="1"/>
          </p:cNvSpPr>
          <p:nvPr/>
        </p:nvSpPr>
        <p:spPr>
          <a:xfrm>
            <a:off x="4662054" y="4969136"/>
            <a:ext cx="334015" cy="171450"/>
          </a:xfrm>
          <a:prstGeom prst="rect">
            <a:avLst/>
          </a:prstGeom>
          <a:ln w="0">
            <a:prstDash val="solid"/>
          </a:ln>
        </p:spPr>
        <p:txBody>
          <a:bodyPr wrap="square" lIns="0" tIns="0" rIns="0" bIns="0" anchor="t"/>
          <a:lstStyle/>
          <a:p>
            <a:pPr algn="ctr">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10</a:t>
            </a:r>
          </a:p>
        </p:txBody>
      </p:sp>
      <p:sp>
        <p:nvSpPr>
          <p:cNvPr id="31" name="矩形 30">
            <a:extLst>
              <a:ext uri="{FF2B5EF4-FFF2-40B4-BE49-F238E27FC236}">
                <a16:creationId xmlns:a16="http://schemas.microsoft.com/office/drawing/2014/main" id="{0CE2599F-9722-4D66-A08F-7FDEA0600009}"/>
              </a:ext>
            </a:extLst>
          </p:cNvPr>
          <p:cNvSpPr>
            <a:spLocks noGrp="1"/>
          </p:cNvSpPr>
          <p:nvPr/>
        </p:nvSpPr>
        <p:spPr>
          <a:xfrm>
            <a:off x="5448300" y="4969136"/>
            <a:ext cx="334014" cy="228600"/>
          </a:xfrm>
          <a:prstGeom prst="rect">
            <a:avLst/>
          </a:prstGeom>
          <a:ln w="0">
            <a:prstDash val="solid"/>
          </a:ln>
        </p:spPr>
        <p:txBody>
          <a:bodyPr wrap="square" lIns="0" tIns="0" rIns="0" bIns="0" anchor="t"/>
          <a:lstStyle/>
          <a:p>
            <a:pPr algn="ctr">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12</a:t>
            </a:r>
          </a:p>
        </p:txBody>
      </p:sp>
      <p:sp>
        <p:nvSpPr>
          <p:cNvPr id="32" name="矩形 31">
            <a:extLst>
              <a:ext uri="{FF2B5EF4-FFF2-40B4-BE49-F238E27FC236}">
                <a16:creationId xmlns:a16="http://schemas.microsoft.com/office/drawing/2014/main" id="{4B550CA4-ABA1-4E49-939F-7BBA7700DB21}"/>
              </a:ext>
            </a:extLst>
          </p:cNvPr>
          <p:cNvSpPr>
            <a:spLocks noGrp="1"/>
          </p:cNvSpPr>
          <p:nvPr/>
        </p:nvSpPr>
        <p:spPr>
          <a:xfrm rot="-3427189">
            <a:off x="1072743" y="4113457"/>
            <a:ext cx="724138"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33" name="矩形 32">
            <a:extLst>
              <a:ext uri="{FF2B5EF4-FFF2-40B4-BE49-F238E27FC236}">
                <a16:creationId xmlns:a16="http://schemas.microsoft.com/office/drawing/2014/main" id="{C329BE79-FA1D-4E7D-8CB7-F78AB52A6CF4}"/>
              </a:ext>
            </a:extLst>
          </p:cNvPr>
          <p:cNvSpPr>
            <a:spLocks noGrp="1"/>
          </p:cNvSpPr>
          <p:nvPr/>
        </p:nvSpPr>
        <p:spPr>
          <a:xfrm rot="-328283">
            <a:off x="1630473" y="3790561"/>
            <a:ext cx="394922"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34" name="矩形 33">
            <a:extLst>
              <a:ext uri="{FF2B5EF4-FFF2-40B4-BE49-F238E27FC236}">
                <a16:creationId xmlns:a16="http://schemas.microsoft.com/office/drawing/2014/main" id="{E000EE5E-E0D8-47B7-8943-3EBE41092B9A}"/>
              </a:ext>
            </a:extLst>
          </p:cNvPr>
          <p:cNvSpPr>
            <a:spLocks noGrp="1"/>
          </p:cNvSpPr>
          <p:nvPr/>
        </p:nvSpPr>
        <p:spPr>
          <a:xfrm rot="-135768">
            <a:off x="2024342" y="3763966"/>
            <a:ext cx="393430"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35" name="矩形 34">
            <a:extLst>
              <a:ext uri="{FF2B5EF4-FFF2-40B4-BE49-F238E27FC236}">
                <a16:creationId xmlns:a16="http://schemas.microsoft.com/office/drawing/2014/main" id="{9A8EA19E-5F53-48E4-8A01-131105E832AF}"/>
              </a:ext>
            </a:extLst>
          </p:cNvPr>
          <p:cNvSpPr>
            <a:spLocks noGrp="1"/>
          </p:cNvSpPr>
          <p:nvPr/>
        </p:nvSpPr>
        <p:spPr>
          <a:xfrm rot="-157775">
            <a:off x="2417411" y="3747172"/>
            <a:ext cx="393537"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36" name="矩形 35">
            <a:extLst>
              <a:ext uri="{FF2B5EF4-FFF2-40B4-BE49-F238E27FC236}">
                <a16:creationId xmlns:a16="http://schemas.microsoft.com/office/drawing/2014/main" id="{E1D058F8-C80F-48A0-9A3D-25007B374014}"/>
              </a:ext>
            </a:extLst>
          </p:cNvPr>
          <p:cNvSpPr>
            <a:spLocks noGrp="1"/>
          </p:cNvSpPr>
          <p:nvPr/>
        </p:nvSpPr>
        <p:spPr>
          <a:xfrm rot="-81772">
            <a:off x="2810685" y="3733468"/>
            <a:ext cx="393234"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37" name="矩形 36">
            <a:extLst>
              <a:ext uri="{FF2B5EF4-FFF2-40B4-BE49-F238E27FC236}">
                <a16:creationId xmlns:a16="http://schemas.microsoft.com/office/drawing/2014/main" id="{F6CAC6A7-6718-4899-8664-9A1B874A7049}"/>
              </a:ext>
            </a:extLst>
          </p:cNvPr>
          <p:cNvSpPr>
            <a:spLocks noGrp="1"/>
          </p:cNvSpPr>
          <p:nvPr/>
        </p:nvSpPr>
        <p:spPr>
          <a:xfrm rot="-76797">
            <a:off x="3203815" y="3724400"/>
            <a:ext cx="393221"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38" name="矩形 37">
            <a:extLst>
              <a:ext uri="{FF2B5EF4-FFF2-40B4-BE49-F238E27FC236}">
                <a16:creationId xmlns:a16="http://schemas.microsoft.com/office/drawing/2014/main" id="{C6216FFE-7BCB-45E0-816D-6945DFC8FB8A}"/>
              </a:ext>
            </a:extLst>
          </p:cNvPr>
          <p:cNvSpPr>
            <a:spLocks noGrp="1"/>
          </p:cNvSpPr>
          <p:nvPr/>
        </p:nvSpPr>
        <p:spPr>
          <a:xfrm rot="-563155">
            <a:off x="3594319" y="3687517"/>
            <a:ext cx="398457"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39" name="矩形 38">
            <a:extLst>
              <a:ext uri="{FF2B5EF4-FFF2-40B4-BE49-F238E27FC236}">
                <a16:creationId xmlns:a16="http://schemas.microsoft.com/office/drawing/2014/main" id="{FB7E126A-C480-4BD8-B443-E754A2182579}"/>
              </a:ext>
            </a:extLst>
          </p:cNvPr>
          <p:cNvSpPr>
            <a:spLocks noGrp="1"/>
          </p:cNvSpPr>
          <p:nvPr/>
        </p:nvSpPr>
        <p:spPr>
          <a:xfrm rot="591154">
            <a:off x="3987167" y="3689164"/>
            <a:ext cx="399008"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0" name="矩形 39">
            <a:extLst>
              <a:ext uri="{FF2B5EF4-FFF2-40B4-BE49-F238E27FC236}">
                <a16:creationId xmlns:a16="http://schemas.microsoft.com/office/drawing/2014/main" id="{2F1C3D69-CD17-4F31-928C-F04A8BD81B94}"/>
              </a:ext>
            </a:extLst>
          </p:cNvPr>
          <p:cNvSpPr>
            <a:spLocks noGrp="1"/>
          </p:cNvSpPr>
          <p:nvPr/>
        </p:nvSpPr>
        <p:spPr>
          <a:xfrm rot="-647255">
            <a:off x="4379696" y="3685850"/>
            <a:ext cx="400195"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1" name="矩形 40">
            <a:extLst>
              <a:ext uri="{FF2B5EF4-FFF2-40B4-BE49-F238E27FC236}">
                <a16:creationId xmlns:a16="http://schemas.microsoft.com/office/drawing/2014/main" id="{98273AFD-3528-4C1E-903B-F07178F1DA3A}"/>
              </a:ext>
            </a:extLst>
          </p:cNvPr>
          <p:cNvSpPr>
            <a:spLocks noGrp="1"/>
          </p:cNvSpPr>
          <p:nvPr/>
        </p:nvSpPr>
        <p:spPr>
          <a:xfrm rot="60801">
            <a:off x="4776324" y="3651875"/>
            <a:ext cx="393184"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725ADF9E-4615-4D30-A1FB-F740880D1B24}"/>
              </a:ext>
            </a:extLst>
          </p:cNvPr>
          <p:cNvSpPr>
            <a:spLocks noGrp="1"/>
          </p:cNvSpPr>
          <p:nvPr/>
        </p:nvSpPr>
        <p:spPr>
          <a:xfrm rot="-418242">
            <a:off x="5168014" y="3631319"/>
            <a:ext cx="396050"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3" name="椭圆 42">
            <a:extLst>
              <a:ext uri="{FF2B5EF4-FFF2-40B4-BE49-F238E27FC236}">
                <a16:creationId xmlns:a16="http://schemas.microsoft.com/office/drawing/2014/main" id="{A65432C2-DD26-49F4-A7D8-7F06FECD8E16}"/>
              </a:ext>
            </a:extLst>
          </p:cNvPr>
          <p:cNvSpPr>
            <a:spLocks noGrp="1"/>
          </p:cNvSpPr>
          <p:nvPr/>
        </p:nvSpPr>
        <p:spPr>
          <a:xfrm>
            <a:off x="1209675" y="4400380"/>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4" name="椭圆 43">
            <a:extLst>
              <a:ext uri="{FF2B5EF4-FFF2-40B4-BE49-F238E27FC236}">
                <a16:creationId xmlns:a16="http://schemas.microsoft.com/office/drawing/2014/main" id="{ACD579A9-5A44-4845-8410-24AA6E7BFC8C}"/>
              </a:ext>
            </a:extLst>
          </p:cNvPr>
          <p:cNvSpPr>
            <a:spLocks noGrp="1"/>
          </p:cNvSpPr>
          <p:nvPr/>
        </p:nvSpPr>
        <p:spPr>
          <a:xfrm>
            <a:off x="1995920" y="3754588"/>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5" name="椭圆 44">
            <a:extLst>
              <a:ext uri="{FF2B5EF4-FFF2-40B4-BE49-F238E27FC236}">
                <a16:creationId xmlns:a16="http://schemas.microsoft.com/office/drawing/2014/main" id="{74F9B63C-F222-4605-B0D2-564B43F319EE}"/>
              </a:ext>
            </a:extLst>
          </p:cNvPr>
          <p:cNvSpPr>
            <a:spLocks noGrp="1"/>
          </p:cNvSpPr>
          <p:nvPr/>
        </p:nvSpPr>
        <p:spPr>
          <a:xfrm>
            <a:off x="2782166" y="3720999"/>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6" name="椭圆 45">
            <a:extLst>
              <a:ext uri="{FF2B5EF4-FFF2-40B4-BE49-F238E27FC236}">
                <a16:creationId xmlns:a16="http://schemas.microsoft.com/office/drawing/2014/main" id="{E1A1AAD3-A4FE-4121-A8DF-517530934614}"/>
              </a:ext>
            </a:extLst>
          </p:cNvPr>
          <p:cNvSpPr>
            <a:spLocks noGrp="1"/>
          </p:cNvSpPr>
          <p:nvPr/>
        </p:nvSpPr>
        <p:spPr>
          <a:xfrm>
            <a:off x="3568411" y="3702863"/>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7" name="椭圆 46">
            <a:extLst>
              <a:ext uri="{FF2B5EF4-FFF2-40B4-BE49-F238E27FC236}">
                <a16:creationId xmlns:a16="http://schemas.microsoft.com/office/drawing/2014/main" id="{AF3A1286-B4C5-4651-8FD1-DD32B2DE8D9A}"/>
              </a:ext>
            </a:extLst>
          </p:cNvPr>
          <p:cNvSpPr>
            <a:spLocks noGrp="1"/>
          </p:cNvSpPr>
          <p:nvPr/>
        </p:nvSpPr>
        <p:spPr>
          <a:xfrm>
            <a:off x="4354657" y="3706157"/>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8" name="椭圆 47">
            <a:extLst>
              <a:ext uri="{FF2B5EF4-FFF2-40B4-BE49-F238E27FC236}">
                <a16:creationId xmlns:a16="http://schemas.microsoft.com/office/drawing/2014/main" id="{8722789A-26FF-491F-BDE6-18261F5ED083}"/>
              </a:ext>
            </a:extLst>
          </p:cNvPr>
          <p:cNvSpPr>
            <a:spLocks noGrp="1"/>
          </p:cNvSpPr>
          <p:nvPr/>
        </p:nvSpPr>
        <p:spPr>
          <a:xfrm>
            <a:off x="5140902" y="3638207"/>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9" name="椭圆 48">
            <a:extLst>
              <a:ext uri="{FF2B5EF4-FFF2-40B4-BE49-F238E27FC236}">
                <a16:creationId xmlns:a16="http://schemas.microsoft.com/office/drawing/2014/main" id="{C5597F2C-DCC0-4985-AC6A-9C4E58F1E1FC}"/>
              </a:ext>
            </a:extLst>
          </p:cNvPr>
          <p:cNvSpPr>
            <a:spLocks noGrp="1"/>
          </p:cNvSpPr>
          <p:nvPr/>
        </p:nvSpPr>
        <p:spPr>
          <a:xfrm>
            <a:off x="5534025" y="3590141"/>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0" name="矩形 49">
            <a:extLst>
              <a:ext uri="{FF2B5EF4-FFF2-40B4-BE49-F238E27FC236}">
                <a16:creationId xmlns:a16="http://schemas.microsoft.com/office/drawing/2014/main" id="{01D29B88-0B89-43F3-B73B-1E3852809FE1}"/>
              </a:ext>
            </a:extLst>
          </p:cNvPr>
          <p:cNvSpPr>
            <a:spLocks noGrp="1"/>
          </p:cNvSpPr>
          <p:nvPr/>
        </p:nvSpPr>
        <p:spPr>
          <a:xfrm>
            <a:off x="4852555" y="3707679"/>
            <a:ext cx="742950" cy="190500"/>
          </a:xfrm>
          <a:prstGeom prst="rect">
            <a:avLst/>
          </a:prstGeom>
          <a:ln w="0">
            <a:prstDash val="solid"/>
          </a:ln>
        </p:spPr>
        <p:txBody>
          <a:bodyPr wrap="square" lIns="0" tIns="0" rIns="0" bIns="0" anchor="t"/>
          <a:lstStyle/>
          <a:p>
            <a:pPr algn="l">
              <a:defRPr sz="863">
                <a:solidFill>
                  <a:srgbClr val="D8E0EA"/>
                </a:solidFill>
              </a:defRPr>
            </a:pPr>
            <a:r>
              <a:rPr sz="1600" dirty="0">
                <a:solidFill>
                  <a:srgbClr val="D8E0EA"/>
                </a:solidFill>
                <a:latin typeface="Arial" panose="020B0604020202020204" pitchFamily="34" charset="0"/>
                <a:ea typeface="+mj-ea"/>
                <a:cs typeface="Arial" panose="020B0604020202020204" pitchFamily="34" charset="0"/>
              </a:rPr>
              <a:t>KVM</a:t>
            </a:r>
          </a:p>
        </p:txBody>
      </p:sp>
      <p:sp>
        <p:nvSpPr>
          <p:cNvPr id="51" name="矩形 50">
            <a:extLst>
              <a:ext uri="{FF2B5EF4-FFF2-40B4-BE49-F238E27FC236}">
                <a16:creationId xmlns:a16="http://schemas.microsoft.com/office/drawing/2014/main" id="{C0CBC5D9-CB38-462B-B765-90D2A688647E}"/>
              </a:ext>
            </a:extLst>
          </p:cNvPr>
          <p:cNvSpPr>
            <a:spLocks noGrp="1"/>
          </p:cNvSpPr>
          <p:nvPr/>
        </p:nvSpPr>
        <p:spPr>
          <a:xfrm rot="-3525715">
            <a:off x="1055785" y="3959135"/>
            <a:ext cx="758053"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2" name="矩形 51">
            <a:extLst>
              <a:ext uri="{FF2B5EF4-FFF2-40B4-BE49-F238E27FC236}">
                <a16:creationId xmlns:a16="http://schemas.microsoft.com/office/drawing/2014/main" id="{328596D7-8AC8-490A-9827-96E579375019}"/>
              </a:ext>
            </a:extLst>
          </p:cNvPr>
          <p:cNvSpPr>
            <a:spLocks noGrp="1"/>
          </p:cNvSpPr>
          <p:nvPr/>
        </p:nvSpPr>
        <p:spPr>
          <a:xfrm rot="-1004810">
            <a:off x="1622667" y="3575914"/>
            <a:ext cx="410535"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3" name="矩形 52">
            <a:extLst>
              <a:ext uri="{FF2B5EF4-FFF2-40B4-BE49-F238E27FC236}">
                <a16:creationId xmlns:a16="http://schemas.microsoft.com/office/drawing/2014/main" id="{B535B364-5A17-4860-BF8B-87F0C1CBACD2}"/>
              </a:ext>
            </a:extLst>
          </p:cNvPr>
          <p:cNvSpPr>
            <a:spLocks noGrp="1"/>
          </p:cNvSpPr>
          <p:nvPr/>
        </p:nvSpPr>
        <p:spPr>
          <a:xfrm rot="-1228276">
            <a:off x="2011245" y="3443388"/>
            <a:ext cx="419623"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4" name="矩形 53">
            <a:extLst>
              <a:ext uri="{FF2B5EF4-FFF2-40B4-BE49-F238E27FC236}">
                <a16:creationId xmlns:a16="http://schemas.microsoft.com/office/drawing/2014/main" id="{99F570BF-A246-4757-A22D-2857682C29B3}"/>
              </a:ext>
            </a:extLst>
          </p:cNvPr>
          <p:cNvSpPr>
            <a:spLocks noGrp="1"/>
          </p:cNvSpPr>
          <p:nvPr/>
        </p:nvSpPr>
        <p:spPr>
          <a:xfrm rot="-257327">
            <a:off x="2417066" y="3355269"/>
            <a:ext cx="394227"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5" name="矩形 54">
            <a:extLst>
              <a:ext uri="{FF2B5EF4-FFF2-40B4-BE49-F238E27FC236}">
                <a16:creationId xmlns:a16="http://schemas.microsoft.com/office/drawing/2014/main" id="{9504C159-2DEA-4A6E-974A-29FDEF65E8AB}"/>
              </a:ext>
            </a:extLst>
          </p:cNvPr>
          <p:cNvSpPr>
            <a:spLocks noGrp="1"/>
          </p:cNvSpPr>
          <p:nvPr/>
        </p:nvSpPr>
        <p:spPr>
          <a:xfrm rot="-401765">
            <a:off x="2809391" y="3317451"/>
            <a:ext cx="395823"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6" name="矩形 55">
            <a:extLst>
              <a:ext uri="{FF2B5EF4-FFF2-40B4-BE49-F238E27FC236}">
                <a16:creationId xmlns:a16="http://schemas.microsoft.com/office/drawing/2014/main" id="{90D3570D-86EF-4E70-A55B-26F49B3DBF0E}"/>
              </a:ext>
            </a:extLst>
          </p:cNvPr>
          <p:cNvSpPr>
            <a:spLocks noGrp="1"/>
          </p:cNvSpPr>
          <p:nvPr/>
        </p:nvSpPr>
        <p:spPr>
          <a:xfrm rot="-93855">
            <a:off x="3203790" y="3289006"/>
            <a:ext cx="393269"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7" name="矩形 56">
            <a:extLst>
              <a:ext uri="{FF2B5EF4-FFF2-40B4-BE49-F238E27FC236}">
                <a16:creationId xmlns:a16="http://schemas.microsoft.com/office/drawing/2014/main" id="{C0A18D46-357A-4FCA-9C4C-59AC72AC72CF}"/>
              </a:ext>
            </a:extLst>
          </p:cNvPr>
          <p:cNvSpPr>
            <a:spLocks noGrp="1"/>
          </p:cNvSpPr>
          <p:nvPr/>
        </p:nvSpPr>
        <p:spPr>
          <a:xfrm rot="124760">
            <a:off x="3596857" y="3290775"/>
            <a:ext cx="393382"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8" name="矩形 57">
            <a:extLst>
              <a:ext uri="{FF2B5EF4-FFF2-40B4-BE49-F238E27FC236}">
                <a16:creationId xmlns:a16="http://schemas.microsoft.com/office/drawing/2014/main" id="{7AD98481-5F8B-43D1-8B40-C2B8DFF0BAF4}"/>
              </a:ext>
            </a:extLst>
          </p:cNvPr>
          <p:cNvSpPr>
            <a:spLocks noGrp="1"/>
          </p:cNvSpPr>
          <p:nvPr/>
        </p:nvSpPr>
        <p:spPr>
          <a:xfrm rot="-280654">
            <a:off x="3989452" y="3281829"/>
            <a:ext cx="394436"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9" name="矩形 58">
            <a:extLst>
              <a:ext uri="{FF2B5EF4-FFF2-40B4-BE49-F238E27FC236}">
                <a16:creationId xmlns:a16="http://schemas.microsoft.com/office/drawing/2014/main" id="{EF8C9184-5C5F-4AC6-9774-68D61FF6CB29}"/>
              </a:ext>
            </a:extLst>
          </p:cNvPr>
          <p:cNvSpPr>
            <a:spLocks noGrp="1"/>
          </p:cNvSpPr>
          <p:nvPr/>
        </p:nvSpPr>
        <p:spPr>
          <a:xfrm rot="-487433">
            <a:off x="4381239" y="3237687"/>
            <a:ext cx="397108"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0" name="矩形 59">
            <a:extLst>
              <a:ext uri="{FF2B5EF4-FFF2-40B4-BE49-F238E27FC236}">
                <a16:creationId xmlns:a16="http://schemas.microsoft.com/office/drawing/2014/main" id="{E9A40561-B028-4513-B77B-F755DE3B5AB1}"/>
              </a:ext>
            </a:extLst>
          </p:cNvPr>
          <p:cNvSpPr>
            <a:spLocks noGrp="1"/>
          </p:cNvSpPr>
          <p:nvPr/>
        </p:nvSpPr>
        <p:spPr>
          <a:xfrm rot="194305">
            <a:off x="4776040" y="3220751"/>
            <a:ext cx="393752"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1" name="矩形 60">
            <a:extLst>
              <a:ext uri="{FF2B5EF4-FFF2-40B4-BE49-F238E27FC236}">
                <a16:creationId xmlns:a16="http://schemas.microsoft.com/office/drawing/2014/main" id="{718A4FE9-EB51-4CBE-A59E-4E5C7D3954F2}"/>
              </a:ext>
            </a:extLst>
          </p:cNvPr>
          <p:cNvSpPr>
            <a:spLocks noGrp="1"/>
          </p:cNvSpPr>
          <p:nvPr/>
        </p:nvSpPr>
        <p:spPr>
          <a:xfrm rot="-406325">
            <a:off x="5168096" y="3208531"/>
            <a:ext cx="395885"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2" name="椭圆 61">
            <a:extLst>
              <a:ext uri="{FF2B5EF4-FFF2-40B4-BE49-F238E27FC236}">
                <a16:creationId xmlns:a16="http://schemas.microsoft.com/office/drawing/2014/main" id="{AAAC17E5-1F5A-4B0D-A2F9-927DB31EC2DE}"/>
              </a:ext>
            </a:extLst>
          </p:cNvPr>
          <p:cNvSpPr>
            <a:spLocks noGrp="1"/>
          </p:cNvSpPr>
          <p:nvPr/>
        </p:nvSpPr>
        <p:spPr>
          <a:xfrm>
            <a:off x="1209675" y="4266065"/>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3" name="椭圆 62">
            <a:extLst>
              <a:ext uri="{FF2B5EF4-FFF2-40B4-BE49-F238E27FC236}">
                <a16:creationId xmlns:a16="http://schemas.microsoft.com/office/drawing/2014/main" id="{4A98691B-F162-4109-8496-D1CE6AC3D602}"/>
              </a:ext>
            </a:extLst>
          </p:cNvPr>
          <p:cNvSpPr>
            <a:spLocks noGrp="1"/>
          </p:cNvSpPr>
          <p:nvPr/>
        </p:nvSpPr>
        <p:spPr>
          <a:xfrm>
            <a:off x="1995920" y="3499622"/>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4" name="椭圆 63">
            <a:extLst>
              <a:ext uri="{FF2B5EF4-FFF2-40B4-BE49-F238E27FC236}">
                <a16:creationId xmlns:a16="http://schemas.microsoft.com/office/drawing/2014/main" id="{7BF85E6F-5BE6-4316-A58C-0E6B7199E55B}"/>
              </a:ext>
            </a:extLst>
          </p:cNvPr>
          <p:cNvSpPr>
            <a:spLocks noGrp="1"/>
          </p:cNvSpPr>
          <p:nvPr/>
        </p:nvSpPr>
        <p:spPr>
          <a:xfrm>
            <a:off x="2782166" y="3323383"/>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5" name="椭圆 64">
            <a:extLst>
              <a:ext uri="{FF2B5EF4-FFF2-40B4-BE49-F238E27FC236}">
                <a16:creationId xmlns:a16="http://schemas.microsoft.com/office/drawing/2014/main" id="{471CD37F-39F7-40AD-859A-3642B4AA2AD3}"/>
              </a:ext>
            </a:extLst>
          </p:cNvPr>
          <p:cNvSpPr>
            <a:spLocks noGrp="1"/>
          </p:cNvSpPr>
          <p:nvPr/>
        </p:nvSpPr>
        <p:spPr>
          <a:xfrm>
            <a:off x="3568411" y="3266493"/>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6" name="椭圆 65">
            <a:extLst>
              <a:ext uri="{FF2B5EF4-FFF2-40B4-BE49-F238E27FC236}">
                <a16:creationId xmlns:a16="http://schemas.microsoft.com/office/drawing/2014/main" id="{7FA420AC-DF9A-49D9-A1FE-DDF47B3F86DC}"/>
              </a:ext>
            </a:extLst>
          </p:cNvPr>
          <p:cNvSpPr>
            <a:spLocks noGrp="1"/>
          </p:cNvSpPr>
          <p:nvPr/>
        </p:nvSpPr>
        <p:spPr>
          <a:xfrm>
            <a:off x="4354657" y="3248601"/>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7" name="椭圆 66">
            <a:extLst>
              <a:ext uri="{FF2B5EF4-FFF2-40B4-BE49-F238E27FC236}">
                <a16:creationId xmlns:a16="http://schemas.microsoft.com/office/drawing/2014/main" id="{57CB497C-5C92-40AA-9FDF-81C0725B8C62}"/>
              </a:ext>
            </a:extLst>
          </p:cNvPr>
          <p:cNvSpPr>
            <a:spLocks noGrp="1"/>
          </p:cNvSpPr>
          <p:nvPr/>
        </p:nvSpPr>
        <p:spPr>
          <a:xfrm>
            <a:off x="5140902" y="3214727"/>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8" name="椭圆 67">
            <a:extLst>
              <a:ext uri="{FF2B5EF4-FFF2-40B4-BE49-F238E27FC236}">
                <a16:creationId xmlns:a16="http://schemas.microsoft.com/office/drawing/2014/main" id="{1C41FB8C-A7ED-4570-AB7A-940ACFFCF97E}"/>
              </a:ext>
            </a:extLst>
          </p:cNvPr>
          <p:cNvSpPr>
            <a:spLocks noGrp="1"/>
          </p:cNvSpPr>
          <p:nvPr/>
        </p:nvSpPr>
        <p:spPr>
          <a:xfrm>
            <a:off x="5534025" y="3168045"/>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9" name="矩形 68">
            <a:extLst>
              <a:ext uri="{FF2B5EF4-FFF2-40B4-BE49-F238E27FC236}">
                <a16:creationId xmlns:a16="http://schemas.microsoft.com/office/drawing/2014/main" id="{A46193C4-4F98-4827-AF94-ADE19E0057E6}"/>
              </a:ext>
            </a:extLst>
          </p:cNvPr>
          <p:cNvSpPr>
            <a:spLocks noGrp="1"/>
          </p:cNvSpPr>
          <p:nvPr/>
        </p:nvSpPr>
        <p:spPr>
          <a:xfrm>
            <a:off x="3919105" y="3344133"/>
            <a:ext cx="742950" cy="190500"/>
          </a:xfrm>
          <a:prstGeom prst="rect">
            <a:avLst/>
          </a:prstGeom>
          <a:ln w="0">
            <a:prstDash val="solid"/>
          </a:ln>
        </p:spPr>
        <p:txBody>
          <a:bodyPr wrap="square" lIns="0" tIns="0" rIns="0" bIns="0" anchor="t"/>
          <a:lstStyle/>
          <a:p>
            <a:pPr algn="l">
              <a:defRPr sz="863">
                <a:solidFill>
                  <a:srgbClr val="F39C12"/>
                </a:solidFill>
              </a:defRPr>
            </a:pPr>
            <a:r>
              <a:rPr sz="1600">
                <a:solidFill>
                  <a:srgbClr val="F39C12"/>
                </a:solidFill>
                <a:latin typeface="Arial" panose="020B0604020202020204" pitchFamily="34" charset="0"/>
                <a:ea typeface="+mj-ea"/>
                <a:cs typeface="Arial" panose="020B0604020202020204" pitchFamily="34" charset="0"/>
              </a:rPr>
              <a:t>PVM</a:t>
            </a:r>
          </a:p>
        </p:txBody>
      </p:sp>
      <p:sp>
        <p:nvSpPr>
          <p:cNvPr id="70" name="矩形 69">
            <a:extLst>
              <a:ext uri="{FF2B5EF4-FFF2-40B4-BE49-F238E27FC236}">
                <a16:creationId xmlns:a16="http://schemas.microsoft.com/office/drawing/2014/main" id="{81CB0856-7155-4CA1-BF0F-B794A6446C07}"/>
              </a:ext>
            </a:extLst>
          </p:cNvPr>
          <p:cNvSpPr>
            <a:spLocks noGrp="1"/>
          </p:cNvSpPr>
          <p:nvPr/>
        </p:nvSpPr>
        <p:spPr>
          <a:xfrm rot="-3409122">
            <a:off x="1075657" y="3918161"/>
            <a:ext cx="718308"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1" name="矩形 70">
            <a:extLst>
              <a:ext uri="{FF2B5EF4-FFF2-40B4-BE49-F238E27FC236}">
                <a16:creationId xmlns:a16="http://schemas.microsoft.com/office/drawing/2014/main" id="{DD57DB63-86E6-4B89-BCD5-0E297E85E2B2}"/>
              </a:ext>
            </a:extLst>
          </p:cNvPr>
          <p:cNvSpPr>
            <a:spLocks noGrp="1"/>
          </p:cNvSpPr>
          <p:nvPr/>
        </p:nvSpPr>
        <p:spPr>
          <a:xfrm rot="-1540369">
            <a:off x="1609843" y="3523086"/>
            <a:ext cx="436181"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2" name="矩形 71">
            <a:extLst>
              <a:ext uri="{FF2B5EF4-FFF2-40B4-BE49-F238E27FC236}">
                <a16:creationId xmlns:a16="http://schemas.microsoft.com/office/drawing/2014/main" id="{D2F8425D-B5B4-4C71-8C35-B79CAA08B004}"/>
              </a:ext>
            </a:extLst>
          </p:cNvPr>
          <p:cNvSpPr>
            <a:spLocks noGrp="1"/>
          </p:cNvSpPr>
          <p:nvPr/>
        </p:nvSpPr>
        <p:spPr>
          <a:xfrm rot="-1183746">
            <a:off x="2012238" y="3358110"/>
            <a:ext cx="417638"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3" name="矩形 72">
            <a:extLst>
              <a:ext uri="{FF2B5EF4-FFF2-40B4-BE49-F238E27FC236}">
                <a16:creationId xmlns:a16="http://schemas.microsoft.com/office/drawing/2014/main" id="{24756789-E70E-4C21-B6E6-152252DCC6ED}"/>
              </a:ext>
            </a:extLst>
          </p:cNvPr>
          <p:cNvSpPr>
            <a:spLocks noGrp="1"/>
          </p:cNvSpPr>
          <p:nvPr/>
        </p:nvSpPr>
        <p:spPr>
          <a:xfrm rot="-493008">
            <a:off x="2415579" y="3259235"/>
            <a:ext cx="397200"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4" name="矩形 73">
            <a:extLst>
              <a:ext uri="{FF2B5EF4-FFF2-40B4-BE49-F238E27FC236}">
                <a16:creationId xmlns:a16="http://schemas.microsoft.com/office/drawing/2014/main" id="{6C05E70B-7EAD-49B8-999D-EA02CA1A15B6}"/>
              </a:ext>
            </a:extLst>
          </p:cNvPr>
          <p:cNvSpPr>
            <a:spLocks noGrp="1"/>
          </p:cNvSpPr>
          <p:nvPr/>
        </p:nvSpPr>
        <p:spPr>
          <a:xfrm rot="-636955">
            <a:off x="2807318" y="3194009"/>
            <a:ext cx="399968"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5" name="矩形 74">
            <a:extLst>
              <a:ext uri="{FF2B5EF4-FFF2-40B4-BE49-F238E27FC236}">
                <a16:creationId xmlns:a16="http://schemas.microsoft.com/office/drawing/2014/main" id="{C2DE266A-1E49-4F8E-85F6-C6530234C2EE}"/>
              </a:ext>
            </a:extLst>
          </p:cNvPr>
          <p:cNvSpPr>
            <a:spLocks noGrp="1"/>
          </p:cNvSpPr>
          <p:nvPr/>
        </p:nvSpPr>
        <p:spPr>
          <a:xfrm rot="132928">
            <a:off x="3203717" y="3164771"/>
            <a:ext cx="393417"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6" name="矩形 75">
            <a:extLst>
              <a:ext uri="{FF2B5EF4-FFF2-40B4-BE49-F238E27FC236}">
                <a16:creationId xmlns:a16="http://schemas.microsoft.com/office/drawing/2014/main" id="{A5DAC093-6DCC-4ABF-A08E-F0FAFFCB1BB2}"/>
              </a:ext>
            </a:extLst>
          </p:cNvPr>
          <p:cNvSpPr>
            <a:spLocks noGrp="1"/>
          </p:cNvSpPr>
          <p:nvPr/>
        </p:nvSpPr>
        <p:spPr>
          <a:xfrm rot="-469647">
            <a:off x="3595138" y="3145354"/>
            <a:ext cx="396820"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7" name="矩形 76">
            <a:extLst>
              <a:ext uri="{FF2B5EF4-FFF2-40B4-BE49-F238E27FC236}">
                <a16:creationId xmlns:a16="http://schemas.microsoft.com/office/drawing/2014/main" id="{8E0BEC7E-E5FF-48DF-8ACA-17C74A205A38}"/>
              </a:ext>
            </a:extLst>
          </p:cNvPr>
          <p:cNvSpPr>
            <a:spLocks noGrp="1"/>
          </p:cNvSpPr>
          <p:nvPr/>
        </p:nvSpPr>
        <p:spPr>
          <a:xfrm rot="-1080271">
            <a:off x="3979988" y="3054449"/>
            <a:ext cx="413364"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8" name="矩形 77">
            <a:extLst>
              <a:ext uri="{FF2B5EF4-FFF2-40B4-BE49-F238E27FC236}">
                <a16:creationId xmlns:a16="http://schemas.microsoft.com/office/drawing/2014/main" id="{AB32B424-6BC8-431C-8FD2-E1E7662FBD80}"/>
              </a:ext>
            </a:extLst>
          </p:cNvPr>
          <p:cNvSpPr>
            <a:spLocks noGrp="1"/>
          </p:cNvSpPr>
          <p:nvPr/>
        </p:nvSpPr>
        <p:spPr>
          <a:xfrm rot="-90301">
            <a:off x="4383164" y="2985401"/>
            <a:ext cx="393258"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9" name="矩形 78">
            <a:extLst>
              <a:ext uri="{FF2B5EF4-FFF2-40B4-BE49-F238E27FC236}">
                <a16:creationId xmlns:a16="http://schemas.microsoft.com/office/drawing/2014/main" id="{12EDFBE3-FD61-4B12-85DD-6AAE63884154}"/>
              </a:ext>
            </a:extLst>
          </p:cNvPr>
          <p:cNvSpPr>
            <a:spLocks noGrp="1"/>
          </p:cNvSpPr>
          <p:nvPr/>
        </p:nvSpPr>
        <p:spPr>
          <a:xfrm rot="-361022">
            <a:off x="4775266" y="2959518"/>
            <a:ext cx="395301"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0" name="矩形 79">
            <a:extLst>
              <a:ext uri="{FF2B5EF4-FFF2-40B4-BE49-F238E27FC236}">
                <a16:creationId xmlns:a16="http://schemas.microsoft.com/office/drawing/2014/main" id="{78379FDB-7A38-43D6-BDC5-DB09D8A116A1}"/>
              </a:ext>
            </a:extLst>
          </p:cNvPr>
          <p:cNvSpPr>
            <a:spLocks noGrp="1"/>
          </p:cNvSpPr>
          <p:nvPr/>
        </p:nvSpPr>
        <p:spPr>
          <a:xfrm rot="33070">
            <a:off x="5169468" y="2940690"/>
            <a:ext cx="393141"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1" name="椭圆 80">
            <a:extLst>
              <a:ext uri="{FF2B5EF4-FFF2-40B4-BE49-F238E27FC236}">
                <a16:creationId xmlns:a16="http://schemas.microsoft.com/office/drawing/2014/main" id="{95B1EC2A-FD59-4512-9C88-31E1F0875BEC}"/>
              </a:ext>
            </a:extLst>
          </p:cNvPr>
          <p:cNvSpPr>
            <a:spLocks noGrp="1"/>
          </p:cNvSpPr>
          <p:nvPr/>
        </p:nvSpPr>
        <p:spPr>
          <a:xfrm>
            <a:off x="1202531" y="4199226"/>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2" name="椭圆 81">
            <a:extLst>
              <a:ext uri="{FF2B5EF4-FFF2-40B4-BE49-F238E27FC236}">
                <a16:creationId xmlns:a16="http://schemas.microsoft.com/office/drawing/2014/main" id="{40289B05-7851-4C62-A0B2-12E89AAEA92C}"/>
              </a:ext>
            </a:extLst>
          </p:cNvPr>
          <p:cNvSpPr>
            <a:spLocks noGrp="1"/>
          </p:cNvSpPr>
          <p:nvPr/>
        </p:nvSpPr>
        <p:spPr>
          <a:xfrm>
            <a:off x="1988777" y="3409076"/>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3" name="椭圆 82">
            <a:extLst>
              <a:ext uri="{FF2B5EF4-FFF2-40B4-BE49-F238E27FC236}">
                <a16:creationId xmlns:a16="http://schemas.microsoft.com/office/drawing/2014/main" id="{97B7FB2A-A346-4D7A-B9EF-84EDD31EF6F9}"/>
              </a:ext>
            </a:extLst>
          </p:cNvPr>
          <p:cNvSpPr>
            <a:spLocks noGrp="1"/>
          </p:cNvSpPr>
          <p:nvPr/>
        </p:nvSpPr>
        <p:spPr>
          <a:xfrm>
            <a:off x="2775022" y="3211325"/>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4" name="椭圆 83">
            <a:extLst>
              <a:ext uri="{FF2B5EF4-FFF2-40B4-BE49-F238E27FC236}">
                <a16:creationId xmlns:a16="http://schemas.microsoft.com/office/drawing/2014/main" id="{A74BE888-EBC2-4006-B7E6-067F79508C91}"/>
              </a:ext>
            </a:extLst>
          </p:cNvPr>
          <p:cNvSpPr>
            <a:spLocks noGrp="1"/>
          </p:cNvSpPr>
          <p:nvPr/>
        </p:nvSpPr>
        <p:spPr>
          <a:xfrm>
            <a:off x="3561268" y="3152849"/>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5" name="椭圆 84">
            <a:extLst>
              <a:ext uri="{FF2B5EF4-FFF2-40B4-BE49-F238E27FC236}">
                <a16:creationId xmlns:a16="http://schemas.microsoft.com/office/drawing/2014/main" id="{BC008A81-EA7B-4350-BA48-064C499FC09A}"/>
              </a:ext>
            </a:extLst>
          </p:cNvPr>
          <p:cNvSpPr>
            <a:spLocks noGrp="1"/>
          </p:cNvSpPr>
          <p:nvPr/>
        </p:nvSpPr>
        <p:spPr>
          <a:xfrm>
            <a:off x="4347513" y="2971039"/>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6" name="椭圆 85">
            <a:extLst>
              <a:ext uri="{FF2B5EF4-FFF2-40B4-BE49-F238E27FC236}">
                <a16:creationId xmlns:a16="http://schemas.microsoft.com/office/drawing/2014/main" id="{F9E79B2C-EBCD-4A72-9F2B-8451F1531571}"/>
              </a:ext>
            </a:extLst>
          </p:cNvPr>
          <p:cNvSpPr>
            <a:spLocks noGrp="1"/>
          </p:cNvSpPr>
          <p:nvPr/>
        </p:nvSpPr>
        <p:spPr>
          <a:xfrm>
            <a:off x="5133759" y="2919273"/>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7" name="椭圆 86">
            <a:extLst>
              <a:ext uri="{FF2B5EF4-FFF2-40B4-BE49-F238E27FC236}">
                <a16:creationId xmlns:a16="http://schemas.microsoft.com/office/drawing/2014/main" id="{97B89ABB-C6AF-438F-AEE4-2E662FFE32B2}"/>
              </a:ext>
            </a:extLst>
          </p:cNvPr>
          <p:cNvSpPr>
            <a:spLocks noGrp="1"/>
          </p:cNvSpPr>
          <p:nvPr/>
        </p:nvSpPr>
        <p:spPr>
          <a:xfrm>
            <a:off x="5526881" y="2923055"/>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88" name="矩形 87">
            <a:extLst>
              <a:ext uri="{FF2B5EF4-FFF2-40B4-BE49-F238E27FC236}">
                <a16:creationId xmlns:a16="http://schemas.microsoft.com/office/drawing/2014/main" id="{E1A45B4E-7770-4B95-A27A-65ED478B45E7}"/>
              </a:ext>
            </a:extLst>
          </p:cNvPr>
          <p:cNvSpPr>
            <a:spLocks noGrp="1"/>
          </p:cNvSpPr>
          <p:nvPr/>
        </p:nvSpPr>
        <p:spPr>
          <a:xfrm>
            <a:off x="3504334" y="2798075"/>
            <a:ext cx="742950" cy="190500"/>
          </a:xfrm>
          <a:prstGeom prst="rect">
            <a:avLst/>
          </a:prstGeom>
          <a:ln w="0">
            <a:prstDash val="solid"/>
          </a:ln>
        </p:spPr>
        <p:txBody>
          <a:bodyPr wrap="square" lIns="0" tIns="0" rIns="0" bIns="0" anchor="t"/>
          <a:lstStyle/>
          <a:p>
            <a:pPr algn="l">
              <a:defRPr sz="863">
                <a:solidFill>
                  <a:srgbClr val="2F6DF6"/>
                </a:solidFill>
              </a:defRPr>
            </a:pPr>
            <a:r>
              <a:rPr sz="1600">
                <a:solidFill>
                  <a:srgbClr val="2F6DF6"/>
                </a:solidFill>
                <a:latin typeface="Arial" panose="020B0604020202020204" pitchFamily="34" charset="0"/>
                <a:ea typeface="+mj-ea"/>
                <a:cs typeface="Arial" panose="020B0604020202020204" pitchFamily="34" charset="0"/>
              </a:rPr>
              <a:t>JANUS</a:t>
            </a:r>
          </a:p>
        </p:txBody>
      </p:sp>
      <p:sp>
        <p:nvSpPr>
          <p:cNvPr id="89" name="矩形 88">
            <a:extLst>
              <a:ext uri="{FF2B5EF4-FFF2-40B4-BE49-F238E27FC236}">
                <a16:creationId xmlns:a16="http://schemas.microsoft.com/office/drawing/2014/main" id="{8E06FB1F-9C5E-4D62-AA8D-507391684E9C}"/>
              </a:ext>
            </a:extLst>
          </p:cNvPr>
          <p:cNvSpPr>
            <a:spLocks noGrp="1"/>
          </p:cNvSpPr>
          <p:nvPr/>
        </p:nvSpPr>
        <p:spPr>
          <a:xfrm>
            <a:off x="6362700" y="2264036"/>
            <a:ext cx="5105400" cy="228600"/>
          </a:xfrm>
          <a:prstGeom prst="rect">
            <a:avLst/>
          </a:prstGeom>
          <a:ln w="0">
            <a:prstDash val="solid"/>
          </a:ln>
        </p:spPr>
        <p:txBody>
          <a:bodyPr wrap="square" lIns="0" tIns="0" rIns="0" bIns="0" anchor="t"/>
          <a:lstStyle/>
          <a:p>
            <a:pPr algn="ctr">
              <a:defRPr sz="1350">
                <a:solidFill>
                  <a:srgbClr val="17324D"/>
                </a:solidFill>
              </a:defRPr>
            </a:pPr>
            <a:r>
              <a:rPr sz="1600" dirty="0">
                <a:latin typeface="Arial" panose="020B0604020202020204" pitchFamily="34" charset="0"/>
                <a:ea typeface="+mj-ea"/>
                <a:cs typeface="Arial" panose="020B0604020202020204" pitchFamily="34" charset="0"/>
              </a:rPr>
              <a:t>Memcached</a:t>
            </a:r>
          </a:p>
        </p:txBody>
      </p:sp>
      <p:sp>
        <p:nvSpPr>
          <p:cNvPr id="90" name="矩形 89">
            <a:extLst>
              <a:ext uri="{FF2B5EF4-FFF2-40B4-BE49-F238E27FC236}">
                <a16:creationId xmlns:a16="http://schemas.microsoft.com/office/drawing/2014/main" id="{6A8C47A2-3724-4EE1-B2ED-70129DB6889E}"/>
              </a:ext>
            </a:extLst>
          </p:cNvPr>
          <p:cNvSpPr>
            <a:spLocks noGrp="1"/>
          </p:cNvSpPr>
          <p:nvPr/>
        </p:nvSpPr>
        <p:spPr>
          <a:xfrm>
            <a:off x="6877050" y="4892936"/>
            <a:ext cx="4324350" cy="14288"/>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98E608A5-4CB4-4AE3-8678-D2C91E95AF2A}"/>
              </a:ext>
            </a:extLst>
          </p:cNvPr>
          <p:cNvSpPr>
            <a:spLocks noGrp="1"/>
          </p:cNvSpPr>
          <p:nvPr/>
        </p:nvSpPr>
        <p:spPr>
          <a:xfrm>
            <a:off x="6877050" y="2778386"/>
            <a:ext cx="14288" cy="211455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04A85DE0-4D5C-4137-98D7-960048889876}"/>
              </a:ext>
            </a:extLst>
          </p:cNvPr>
          <p:cNvSpPr>
            <a:spLocks noGrp="1"/>
          </p:cNvSpPr>
          <p:nvPr/>
        </p:nvSpPr>
        <p:spPr>
          <a:xfrm>
            <a:off x="6877050" y="4892936"/>
            <a:ext cx="4324350" cy="8573"/>
          </a:xfrm>
          <a:prstGeom prst="rect">
            <a:avLst/>
          </a:prstGeom>
          <a:solidFill>
            <a:srgbClr val="E8EDF4"/>
          </a:solidFill>
          <a:ln w="0">
            <a:solidFill>
              <a:srgbClr val="E8EDF4"/>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93" name="矩形 92">
            <a:extLst>
              <a:ext uri="{FF2B5EF4-FFF2-40B4-BE49-F238E27FC236}">
                <a16:creationId xmlns:a16="http://schemas.microsoft.com/office/drawing/2014/main" id="{73C591E2-A394-417A-BE4F-66E5B1F2ADB9}"/>
              </a:ext>
            </a:extLst>
          </p:cNvPr>
          <p:cNvSpPr>
            <a:spLocks noGrp="1"/>
          </p:cNvSpPr>
          <p:nvPr/>
        </p:nvSpPr>
        <p:spPr>
          <a:xfrm>
            <a:off x="6419850" y="4807211"/>
            <a:ext cx="400050" cy="171450"/>
          </a:xfrm>
          <a:prstGeom prst="rect">
            <a:avLst/>
          </a:prstGeom>
          <a:ln w="0">
            <a:prstDash val="solid"/>
          </a:ln>
        </p:spPr>
        <p:txBody>
          <a:bodyPr wrap="square" lIns="0" tIns="0" rIns="0" bIns="0" anchor="t"/>
          <a:lstStyle/>
          <a:p>
            <a:pPr algn="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0</a:t>
            </a:r>
          </a:p>
        </p:txBody>
      </p:sp>
      <p:sp>
        <p:nvSpPr>
          <p:cNvPr id="95" name="矩形 94">
            <a:extLst>
              <a:ext uri="{FF2B5EF4-FFF2-40B4-BE49-F238E27FC236}">
                <a16:creationId xmlns:a16="http://schemas.microsoft.com/office/drawing/2014/main" id="{E0D9EFC0-6849-44DA-96B6-5BC5262E2E01}"/>
              </a:ext>
            </a:extLst>
          </p:cNvPr>
          <p:cNvSpPr>
            <a:spLocks noGrp="1"/>
          </p:cNvSpPr>
          <p:nvPr/>
        </p:nvSpPr>
        <p:spPr>
          <a:xfrm>
            <a:off x="6419850" y="3749936"/>
            <a:ext cx="400050" cy="171450"/>
          </a:xfrm>
          <a:prstGeom prst="rect">
            <a:avLst/>
          </a:prstGeom>
          <a:ln w="0">
            <a:prstDash val="solid"/>
          </a:ln>
        </p:spPr>
        <p:txBody>
          <a:bodyPr wrap="square" lIns="0" tIns="0" rIns="0" bIns="0" anchor="t"/>
          <a:lstStyle/>
          <a:p>
            <a:pPr algn="r">
              <a:defRPr sz="863">
                <a:solidFill>
                  <a:srgbClr val="6B7280"/>
                </a:solidFill>
              </a:defRPr>
            </a:pPr>
            <a:r>
              <a:rPr sz="1600">
                <a:latin typeface="Arial" panose="020B0604020202020204" pitchFamily="34" charset="0"/>
                <a:ea typeface="+mj-ea"/>
                <a:cs typeface="Arial" panose="020B0604020202020204" pitchFamily="34" charset="0"/>
              </a:rPr>
              <a:t>350</a:t>
            </a:r>
          </a:p>
        </p:txBody>
      </p:sp>
      <p:sp>
        <p:nvSpPr>
          <p:cNvPr id="97" name="矩形 96">
            <a:extLst>
              <a:ext uri="{FF2B5EF4-FFF2-40B4-BE49-F238E27FC236}">
                <a16:creationId xmlns:a16="http://schemas.microsoft.com/office/drawing/2014/main" id="{938FD052-0C5E-4A2C-A7B9-AC88CA117781}"/>
              </a:ext>
            </a:extLst>
          </p:cNvPr>
          <p:cNvSpPr>
            <a:spLocks noGrp="1"/>
          </p:cNvSpPr>
          <p:nvPr/>
        </p:nvSpPr>
        <p:spPr>
          <a:xfrm>
            <a:off x="6419850" y="2692661"/>
            <a:ext cx="400050" cy="171450"/>
          </a:xfrm>
          <a:prstGeom prst="rect">
            <a:avLst/>
          </a:prstGeom>
          <a:ln w="0">
            <a:prstDash val="solid"/>
          </a:ln>
        </p:spPr>
        <p:txBody>
          <a:bodyPr wrap="square" lIns="0" tIns="0" rIns="0" bIns="0" anchor="t"/>
          <a:lstStyle/>
          <a:p>
            <a:pPr algn="r">
              <a:defRPr sz="863">
                <a:solidFill>
                  <a:srgbClr val="6B7280"/>
                </a:solidFill>
              </a:defRPr>
            </a:pPr>
            <a:r>
              <a:rPr sz="1600">
                <a:latin typeface="Arial" panose="020B0604020202020204" pitchFamily="34" charset="0"/>
                <a:ea typeface="+mj-ea"/>
                <a:cs typeface="Arial" panose="020B0604020202020204" pitchFamily="34" charset="0"/>
              </a:rPr>
              <a:t>700</a:t>
            </a:r>
          </a:p>
        </p:txBody>
      </p:sp>
      <p:sp>
        <p:nvSpPr>
          <p:cNvPr id="98" name="矩形 97">
            <a:extLst>
              <a:ext uri="{FF2B5EF4-FFF2-40B4-BE49-F238E27FC236}">
                <a16:creationId xmlns:a16="http://schemas.microsoft.com/office/drawing/2014/main" id="{2CABD6F4-22AA-455F-B149-11DF155923FC}"/>
              </a:ext>
            </a:extLst>
          </p:cNvPr>
          <p:cNvSpPr>
            <a:spLocks noGrp="1"/>
          </p:cNvSpPr>
          <p:nvPr/>
        </p:nvSpPr>
        <p:spPr>
          <a:xfrm>
            <a:off x="6031792" y="2428493"/>
            <a:ext cx="2251362" cy="262879"/>
          </a:xfrm>
          <a:prstGeom prst="rect">
            <a:avLst/>
          </a:prstGeom>
          <a:ln w="0">
            <a:prstDash val="solid"/>
          </a:ln>
        </p:spPr>
        <p:txBody>
          <a:bodyPr wrap="square" lIns="0" tIns="0" rIns="0" bIns="0" anchor="t"/>
          <a:lstStyle/>
          <a:p>
            <a:pPr algn="l">
              <a:defRPr sz="863">
                <a:solidFill>
                  <a:srgbClr val="6B7280"/>
                </a:solidFill>
              </a:defRPr>
            </a:pPr>
            <a:r>
              <a:rPr sz="1600" dirty="0">
                <a:latin typeface="Arial" panose="020B0604020202020204" pitchFamily="34" charset="0"/>
                <a:ea typeface="+mj-ea"/>
                <a:cs typeface="Arial" panose="020B0604020202020204" pitchFamily="34" charset="0"/>
              </a:rPr>
              <a:t>Throughput (Kops/s)</a:t>
            </a:r>
          </a:p>
        </p:txBody>
      </p:sp>
      <p:sp>
        <p:nvSpPr>
          <p:cNvPr id="99" name="矩形 98">
            <a:extLst>
              <a:ext uri="{FF2B5EF4-FFF2-40B4-BE49-F238E27FC236}">
                <a16:creationId xmlns:a16="http://schemas.microsoft.com/office/drawing/2014/main" id="{87548D02-B01B-472A-95FC-D13CDE08BDAF}"/>
              </a:ext>
            </a:extLst>
          </p:cNvPr>
          <p:cNvSpPr>
            <a:spLocks noGrp="1"/>
          </p:cNvSpPr>
          <p:nvPr/>
        </p:nvSpPr>
        <p:spPr>
          <a:xfrm>
            <a:off x="6762750"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1</a:t>
            </a:r>
          </a:p>
        </p:txBody>
      </p:sp>
      <p:sp>
        <p:nvSpPr>
          <p:cNvPr id="100" name="矩形 99">
            <a:extLst>
              <a:ext uri="{FF2B5EF4-FFF2-40B4-BE49-F238E27FC236}">
                <a16:creationId xmlns:a16="http://schemas.microsoft.com/office/drawing/2014/main" id="{03A4EF14-4B7E-4410-9FE2-62B1DD952D0C}"/>
              </a:ext>
            </a:extLst>
          </p:cNvPr>
          <p:cNvSpPr>
            <a:spLocks noGrp="1"/>
          </p:cNvSpPr>
          <p:nvPr/>
        </p:nvSpPr>
        <p:spPr>
          <a:xfrm>
            <a:off x="7155873"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2</a:t>
            </a:r>
          </a:p>
        </p:txBody>
      </p:sp>
      <p:sp>
        <p:nvSpPr>
          <p:cNvPr id="101" name="矩形 100">
            <a:extLst>
              <a:ext uri="{FF2B5EF4-FFF2-40B4-BE49-F238E27FC236}">
                <a16:creationId xmlns:a16="http://schemas.microsoft.com/office/drawing/2014/main" id="{545065FB-6116-4A1D-8FDC-DA4BAB226EE5}"/>
              </a:ext>
            </a:extLst>
          </p:cNvPr>
          <p:cNvSpPr>
            <a:spLocks noGrp="1"/>
          </p:cNvSpPr>
          <p:nvPr/>
        </p:nvSpPr>
        <p:spPr>
          <a:xfrm>
            <a:off x="7942118"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4</a:t>
            </a:r>
          </a:p>
        </p:txBody>
      </p:sp>
      <p:sp>
        <p:nvSpPr>
          <p:cNvPr id="102" name="矩形 101">
            <a:extLst>
              <a:ext uri="{FF2B5EF4-FFF2-40B4-BE49-F238E27FC236}">
                <a16:creationId xmlns:a16="http://schemas.microsoft.com/office/drawing/2014/main" id="{9D29E333-4279-4CB5-8FD3-9C2DEC8CD44D}"/>
              </a:ext>
            </a:extLst>
          </p:cNvPr>
          <p:cNvSpPr>
            <a:spLocks noGrp="1"/>
          </p:cNvSpPr>
          <p:nvPr/>
        </p:nvSpPr>
        <p:spPr>
          <a:xfrm>
            <a:off x="8728364"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6</a:t>
            </a:r>
          </a:p>
        </p:txBody>
      </p:sp>
      <p:sp>
        <p:nvSpPr>
          <p:cNvPr id="103" name="矩形 102">
            <a:extLst>
              <a:ext uri="{FF2B5EF4-FFF2-40B4-BE49-F238E27FC236}">
                <a16:creationId xmlns:a16="http://schemas.microsoft.com/office/drawing/2014/main" id="{50CEEEBE-9CD8-4EF5-987D-840F667EA0E3}"/>
              </a:ext>
            </a:extLst>
          </p:cNvPr>
          <p:cNvSpPr>
            <a:spLocks noGrp="1"/>
          </p:cNvSpPr>
          <p:nvPr/>
        </p:nvSpPr>
        <p:spPr>
          <a:xfrm>
            <a:off x="9514609" y="4969136"/>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8</a:t>
            </a:r>
          </a:p>
        </p:txBody>
      </p:sp>
      <p:sp>
        <p:nvSpPr>
          <p:cNvPr id="104" name="矩形 103">
            <a:extLst>
              <a:ext uri="{FF2B5EF4-FFF2-40B4-BE49-F238E27FC236}">
                <a16:creationId xmlns:a16="http://schemas.microsoft.com/office/drawing/2014/main" id="{7A9183DC-0192-4D93-BB7D-C1577BC638F5}"/>
              </a:ext>
            </a:extLst>
          </p:cNvPr>
          <p:cNvSpPr>
            <a:spLocks noGrp="1"/>
          </p:cNvSpPr>
          <p:nvPr/>
        </p:nvSpPr>
        <p:spPr>
          <a:xfrm>
            <a:off x="10300855" y="4969136"/>
            <a:ext cx="334014" cy="171450"/>
          </a:xfrm>
          <a:prstGeom prst="rect">
            <a:avLst/>
          </a:prstGeom>
          <a:ln w="0">
            <a:prstDash val="solid"/>
          </a:ln>
        </p:spPr>
        <p:txBody>
          <a:bodyPr wrap="square" lIns="0" tIns="0" rIns="0" bIns="0" anchor="t"/>
          <a:lstStyle/>
          <a:p>
            <a:pPr algn="ctr">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10</a:t>
            </a:r>
          </a:p>
        </p:txBody>
      </p:sp>
      <p:sp>
        <p:nvSpPr>
          <p:cNvPr id="105" name="矩形 104">
            <a:extLst>
              <a:ext uri="{FF2B5EF4-FFF2-40B4-BE49-F238E27FC236}">
                <a16:creationId xmlns:a16="http://schemas.microsoft.com/office/drawing/2014/main" id="{36FC3E65-DDE7-42DF-AF02-DF36A658B711}"/>
              </a:ext>
            </a:extLst>
          </p:cNvPr>
          <p:cNvSpPr>
            <a:spLocks noGrp="1"/>
          </p:cNvSpPr>
          <p:nvPr/>
        </p:nvSpPr>
        <p:spPr>
          <a:xfrm>
            <a:off x="11087100" y="4969136"/>
            <a:ext cx="334014"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12</a:t>
            </a:r>
          </a:p>
        </p:txBody>
      </p:sp>
      <p:sp>
        <p:nvSpPr>
          <p:cNvPr id="106" name="矩形 105">
            <a:extLst>
              <a:ext uri="{FF2B5EF4-FFF2-40B4-BE49-F238E27FC236}">
                <a16:creationId xmlns:a16="http://schemas.microsoft.com/office/drawing/2014/main" id="{4FFEB7F2-3C67-43BF-A5E2-2FDFC02A60B5}"/>
              </a:ext>
            </a:extLst>
          </p:cNvPr>
          <p:cNvSpPr>
            <a:spLocks noGrp="1"/>
          </p:cNvSpPr>
          <p:nvPr/>
        </p:nvSpPr>
        <p:spPr>
          <a:xfrm rot="-1945716">
            <a:off x="6840735" y="4427935"/>
            <a:ext cx="465752"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07" name="矩形 106">
            <a:extLst>
              <a:ext uri="{FF2B5EF4-FFF2-40B4-BE49-F238E27FC236}">
                <a16:creationId xmlns:a16="http://schemas.microsoft.com/office/drawing/2014/main" id="{C3A4E5C3-F067-4BC1-BD2E-AFDCE66ED705}"/>
              </a:ext>
            </a:extLst>
          </p:cNvPr>
          <p:cNvSpPr>
            <a:spLocks noGrp="1"/>
          </p:cNvSpPr>
          <p:nvPr/>
        </p:nvSpPr>
        <p:spPr>
          <a:xfrm rot="-1547534">
            <a:off x="7248424" y="4208067"/>
            <a:ext cx="436620"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08" name="矩形 107">
            <a:extLst>
              <a:ext uri="{FF2B5EF4-FFF2-40B4-BE49-F238E27FC236}">
                <a16:creationId xmlns:a16="http://schemas.microsoft.com/office/drawing/2014/main" id="{C2818F3F-83E9-4D6A-A74F-22711D19C2B1}"/>
              </a:ext>
            </a:extLst>
          </p:cNvPr>
          <p:cNvSpPr>
            <a:spLocks noGrp="1"/>
          </p:cNvSpPr>
          <p:nvPr/>
        </p:nvSpPr>
        <p:spPr>
          <a:xfrm rot="-1681724">
            <a:off x="7637178" y="4008439"/>
            <a:ext cx="445358"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09" name="矩形 108">
            <a:extLst>
              <a:ext uri="{FF2B5EF4-FFF2-40B4-BE49-F238E27FC236}">
                <a16:creationId xmlns:a16="http://schemas.microsoft.com/office/drawing/2014/main" id="{2642E944-8A8A-4DE4-864B-6C2B89B71FFB}"/>
              </a:ext>
            </a:extLst>
          </p:cNvPr>
          <p:cNvSpPr>
            <a:spLocks noGrp="1"/>
          </p:cNvSpPr>
          <p:nvPr/>
        </p:nvSpPr>
        <p:spPr>
          <a:xfrm rot="-220008">
            <a:off x="8056015" y="3891202"/>
            <a:ext cx="393929"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0" name="矩形 109">
            <a:extLst>
              <a:ext uri="{FF2B5EF4-FFF2-40B4-BE49-F238E27FC236}">
                <a16:creationId xmlns:a16="http://schemas.microsoft.com/office/drawing/2014/main" id="{C4680E91-F221-4585-AC59-85601D8D63D3}"/>
              </a:ext>
            </a:extLst>
          </p:cNvPr>
          <p:cNvSpPr>
            <a:spLocks noGrp="1"/>
          </p:cNvSpPr>
          <p:nvPr/>
        </p:nvSpPr>
        <p:spPr>
          <a:xfrm rot="-952262">
            <a:off x="8441751" y="3822721"/>
            <a:ext cx="408703"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1" name="矩形 110">
            <a:extLst>
              <a:ext uri="{FF2B5EF4-FFF2-40B4-BE49-F238E27FC236}">
                <a16:creationId xmlns:a16="http://schemas.microsoft.com/office/drawing/2014/main" id="{B9F3DE0A-453A-43A4-B515-725473BE60C8}"/>
              </a:ext>
            </a:extLst>
          </p:cNvPr>
          <p:cNvSpPr>
            <a:spLocks noGrp="1"/>
          </p:cNvSpPr>
          <p:nvPr/>
        </p:nvSpPr>
        <p:spPr>
          <a:xfrm rot="-1557585">
            <a:off x="8820605" y="3671138"/>
            <a:ext cx="437239"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2" name="矩形 111">
            <a:extLst>
              <a:ext uri="{FF2B5EF4-FFF2-40B4-BE49-F238E27FC236}">
                <a16:creationId xmlns:a16="http://schemas.microsoft.com/office/drawing/2014/main" id="{2CFEA1C0-01C6-42CF-A6D6-A42CEEB8CA33}"/>
              </a:ext>
            </a:extLst>
          </p:cNvPr>
          <p:cNvSpPr>
            <a:spLocks noGrp="1"/>
          </p:cNvSpPr>
          <p:nvPr/>
        </p:nvSpPr>
        <p:spPr>
          <a:xfrm rot="-578275">
            <a:off x="9232972" y="3542059"/>
            <a:ext cx="398751"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3" name="矩形 112">
            <a:extLst>
              <a:ext uri="{FF2B5EF4-FFF2-40B4-BE49-F238E27FC236}">
                <a16:creationId xmlns:a16="http://schemas.microsoft.com/office/drawing/2014/main" id="{4E2A2F05-6E4A-4B07-AF6B-53E23642CE0B}"/>
              </a:ext>
            </a:extLst>
          </p:cNvPr>
          <p:cNvSpPr>
            <a:spLocks noGrp="1"/>
          </p:cNvSpPr>
          <p:nvPr/>
        </p:nvSpPr>
        <p:spPr>
          <a:xfrm rot="-217640">
            <a:off x="9628515" y="3496219"/>
            <a:ext cx="393912"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4" name="矩形 113">
            <a:extLst>
              <a:ext uri="{FF2B5EF4-FFF2-40B4-BE49-F238E27FC236}">
                <a16:creationId xmlns:a16="http://schemas.microsoft.com/office/drawing/2014/main" id="{49DD5F82-0FD5-41A4-9FC9-01701FFCF53E}"/>
              </a:ext>
            </a:extLst>
          </p:cNvPr>
          <p:cNvSpPr>
            <a:spLocks noGrp="1"/>
          </p:cNvSpPr>
          <p:nvPr/>
        </p:nvSpPr>
        <p:spPr>
          <a:xfrm rot="-418722">
            <a:off x="10020565" y="3459698"/>
            <a:ext cx="396057"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5" name="矩形 114">
            <a:extLst>
              <a:ext uri="{FF2B5EF4-FFF2-40B4-BE49-F238E27FC236}">
                <a16:creationId xmlns:a16="http://schemas.microsoft.com/office/drawing/2014/main" id="{2E6C5500-D00D-4E27-8AC7-FD75A791EA09}"/>
              </a:ext>
            </a:extLst>
          </p:cNvPr>
          <p:cNvSpPr>
            <a:spLocks noGrp="1"/>
          </p:cNvSpPr>
          <p:nvPr/>
        </p:nvSpPr>
        <p:spPr>
          <a:xfrm rot="-332591">
            <a:off x="10414231" y="3416561"/>
            <a:ext cx="394970"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6" name="矩形 115">
            <a:extLst>
              <a:ext uri="{FF2B5EF4-FFF2-40B4-BE49-F238E27FC236}">
                <a16:creationId xmlns:a16="http://schemas.microsoft.com/office/drawing/2014/main" id="{3E19E390-CFC8-4DFE-A53F-F4B774B0D2B3}"/>
              </a:ext>
            </a:extLst>
          </p:cNvPr>
          <p:cNvSpPr>
            <a:spLocks noGrp="1"/>
          </p:cNvSpPr>
          <p:nvPr/>
        </p:nvSpPr>
        <p:spPr>
          <a:xfrm rot="-499933">
            <a:off x="10806180" y="3368697"/>
            <a:ext cx="397317" cy="2286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7" name="椭圆 116">
            <a:extLst>
              <a:ext uri="{FF2B5EF4-FFF2-40B4-BE49-F238E27FC236}">
                <a16:creationId xmlns:a16="http://schemas.microsoft.com/office/drawing/2014/main" id="{D4515819-7501-4AB4-AEC3-CEE92236F15D}"/>
              </a:ext>
            </a:extLst>
          </p:cNvPr>
          <p:cNvSpPr>
            <a:spLocks noGrp="1"/>
          </p:cNvSpPr>
          <p:nvPr/>
        </p:nvSpPr>
        <p:spPr>
          <a:xfrm>
            <a:off x="6848475" y="4535669"/>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8" name="椭圆 117">
            <a:extLst>
              <a:ext uri="{FF2B5EF4-FFF2-40B4-BE49-F238E27FC236}">
                <a16:creationId xmlns:a16="http://schemas.microsoft.com/office/drawing/2014/main" id="{9C8B7D20-58C9-4840-A688-ABC785990712}"/>
              </a:ext>
            </a:extLst>
          </p:cNvPr>
          <p:cNvSpPr>
            <a:spLocks noGrp="1"/>
          </p:cNvSpPr>
          <p:nvPr/>
        </p:nvSpPr>
        <p:spPr>
          <a:xfrm>
            <a:off x="7634720" y="4095934"/>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19" name="椭圆 118">
            <a:extLst>
              <a:ext uri="{FF2B5EF4-FFF2-40B4-BE49-F238E27FC236}">
                <a16:creationId xmlns:a16="http://schemas.microsoft.com/office/drawing/2014/main" id="{26A09322-ED94-4524-832D-D99A4A7F7CDA}"/>
              </a:ext>
            </a:extLst>
          </p:cNvPr>
          <p:cNvSpPr>
            <a:spLocks noGrp="1"/>
          </p:cNvSpPr>
          <p:nvPr/>
        </p:nvSpPr>
        <p:spPr>
          <a:xfrm>
            <a:off x="8420966" y="3861460"/>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0" name="椭圆 119">
            <a:extLst>
              <a:ext uri="{FF2B5EF4-FFF2-40B4-BE49-F238E27FC236}">
                <a16:creationId xmlns:a16="http://schemas.microsoft.com/office/drawing/2014/main" id="{B61ED546-2B17-4073-9E79-02BD77C6BC55}"/>
              </a:ext>
            </a:extLst>
          </p:cNvPr>
          <p:cNvSpPr>
            <a:spLocks noGrp="1"/>
          </p:cNvSpPr>
          <p:nvPr/>
        </p:nvSpPr>
        <p:spPr>
          <a:xfrm>
            <a:off x="9207211" y="3558294"/>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1" name="椭圆 120">
            <a:extLst>
              <a:ext uri="{FF2B5EF4-FFF2-40B4-BE49-F238E27FC236}">
                <a16:creationId xmlns:a16="http://schemas.microsoft.com/office/drawing/2014/main" id="{F8387483-0088-4D17-B0FC-C5380D06DD29}"/>
              </a:ext>
            </a:extLst>
          </p:cNvPr>
          <p:cNvSpPr>
            <a:spLocks noGrp="1"/>
          </p:cNvSpPr>
          <p:nvPr/>
        </p:nvSpPr>
        <p:spPr>
          <a:xfrm>
            <a:off x="9993457" y="3466613"/>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2" name="椭圆 121">
            <a:extLst>
              <a:ext uri="{FF2B5EF4-FFF2-40B4-BE49-F238E27FC236}">
                <a16:creationId xmlns:a16="http://schemas.microsoft.com/office/drawing/2014/main" id="{5AADF5E6-7A6D-4984-A49B-27FC2FC9F6D0}"/>
              </a:ext>
            </a:extLst>
          </p:cNvPr>
          <p:cNvSpPr>
            <a:spLocks noGrp="1"/>
          </p:cNvSpPr>
          <p:nvPr/>
        </p:nvSpPr>
        <p:spPr>
          <a:xfrm>
            <a:off x="10779702" y="3380340"/>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3" name="椭圆 122">
            <a:extLst>
              <a:ext uri="{FF2B5EF4-FFF2-40B4-BE49-F238E27FC236}">
                <a16:creationId xmlns:a16="http://schemas.microsoft.com/office/drawing/2014/main" id="{5F7B80E5-4524-47E1-8DE3-4AF7805D6900}"/>
              </a:ext>
            </a:extLst>
          </p:cNvPr>
          <p:cNvSpPr>
            <a:spLocks noGrp="1"/>
          </p:cNvSpPr>
          <p:nvPr/>
        </p:nvSpPr>
        <p:spPr>
          <a:xfrm>
            <a:off x="11172825" y="3322763"/>
            <a:ext cx="57150" cy="57150"/>
          </a:xfrm>
          <a:prstGeom prst="ellipse">
            <a:avLst/>
          </a:prstGeom>
          <a:solidFill>
            <a:srgbClr val="D8E0EA"/>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4" name="矩形 123">
            <a:extLst>
              <a:ext uri="{FF2B5EF4-FFF2-40B4-BE49-F238E27FC236}">
                <a16:creationId xmlns:a16="http://schemas.microsoft.com/office/drawing/2014/main" id="{7B19FB14-D496-4226-851F-41F885330074}"/>
              </a:ext>
            </a:extLst>
          </p:cNvPr>
          <p:cNvSpPr>
            <a:spLocks noGrp="1"/>
          </p:cNvSpPr>
          <p:nvPr/>
        </p:nvSpPr>
        <p:spPr>
          <a:xfrm>
            <a:off x="10563921" y="3499622"/>
            <a:ext cx="742950" cy="190500"/>
          </a:xfrm>
          <a:prstGeom prst="rect">
            <a:avLst/>
          </a:prstGeom>
          <a:ln w="0">
            <a:prstDash val="solid"/>
          </a:ln>
        </p:spPr>
        <p:txBody>
          <a:bodyPr wrap="square" lIns="0" tIns="0" rIns="0" bIns="0" anchor="t"/>
          <a:lstStyle/>
          <a:p>
            <a:pPr algn="l">
              <a:defRPr sz="863">
                <a:solidFill>
                  <a:srgbClr val="D8E0EA"/>
                </a:solidFill>
              </a:defRPr>
            </a:pPr>
            <a:r>
              <a:rPr sz="1600">
                <a:solidFill>
                  <a:srgbClr val="D8E0EA"/>
                </a:solidFill>
                <a:latin typeface="Arial" panose="020B0604020202020204" pitchFamily="34" charset="0"/>
                <a:ea typeface="+mj-ea"/>
                <a:cs typeface="Arial" panose="020B0604020202020204" pitchFamily="34" charset="0"/>
              </a:rPr>
              <a:t>KVM</a:t>
            </a:r>
          </a:p>
        </p:txBody>
      </p:sp>
      <p:sp>
        <p:nvSpPr>
          <p:cNvPr id="125" name="矩形 124">
            <a:extLst>
              <a:ext uri="{FF2B5EF4-FFF2-40B4-BE49-F238E27FC236}">
                <a16:creationId xmlns:a16="http://schemas.microsoft.com/office/drawing/2014/main" id="{72B8DAA0-084A-4250-BD59-FF97976B55DF}"/>
              </a:ext>
            </a:extLst>
          </p:cNvPr>
          <p:cNvSpPr>
            <a:spLocks noGrp="1"/>
          </p:cNvSpPr>
          <p:nvPr/>
        </p:nvSpPr>
        <p:spPr>
          <a:xfrm rot="-2601955">
            <a:off x="6803232" y="4055623"/>
            <a:ext cx="540759"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6" name="矩形 125">
            <a:extLst>
              <a:ext uri="{FF2B5EF4-FFF2-40B4-BE49-F238E27FC236}">
                <a16:creationId xmlns:a16="http://schemas.microsoft.com/office/drawing/2014/main" id="{5560B03C-A138-4B37-9A41-6C0DA153ABD0}"/>
              </a:ext>
            </a:extLst>
          </p:cNvPr>
          <p:cNvSpPr>
            <a:spLocks noGrp="1"/>
          </p:cNvSpPr>
          <p:nvPr/>
        </p:nvSpPr>
        <p:spPr>
          <a:xfrm rot="-1536381">
            <a:off x="7248765" y="3775762"/>
            <a:ext cx="435939"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7" name="矩形 126">
            <a:extLst>
              <a:ext uri="{FF2B5EF4-FFF2-40B4-BE49-F238E27FC236}">
                <a16:creationId xmlns:a16="http://schemas.microsoft.com/office/drawing/2014/main" id="{A75AB5E1-C8A4-4779-856F-778E9B094868}"/>
              </a:ext>
            </a:extLst>
          </p:cNvPr>
          <p:cNvSpPr>
            <a:spLocks noGrp="1"/>
          </p:cNvSpPr>
          <p:nvPr/>
        </p:nvSpPr>
        <p:spPr>
          <a:xfrm rot="-1426712">
            <a:off x="7645062" y="3594953"/>
            <a:ext cx="429590"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8" name="矩形 127">
            <a:extLst>
              <a:ext uri="{FF2B5EF4-FFF2-40B4-BE49-F238E27FC236}">
                <a16:creationId xmlns:a16="http://schemas.microsoft.com/office/drawing/2014/main" id="{F545D672-BA57-4768-830C-90DDE817B0E3}"/>
              </a:ext>
            </a:extLst>
          </p:cNvPr>
          <p:cNvSpPr>
            <a:spLocks noGrp="1"/>
          </p:cNvSpPr>
          <p:nvPr/>
        </p:nvSpPr>
        <p:spPr>
          <a:xfrm rot="-673569">
            <a:off x="8052584" y="3469334"/>
            <a:ext cx="400791"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29" name="矩形 128">
            <a:extLst>
              <a:ext uri="{FF2B5EF4-FFF2-40B4-BE49-F238E27FC236}">
                <a16:creationId xmlns:a16="http://schemas.microsoft.com/office/drawing/2014/main" id="{DB2584DA-6B0A-4B12-884F-A419218D4404}"/>
              </a:ext>
            </a:extLst>
          </p:cNvPr>
          <p:cNvSpPr>
            <a:spLocks noGrp="1"/>
          </p:cNvSpPr>
          <p:nvPr/>
        </p:nvSpPr>
        <p:spPr>
          <a:xfrm rot="-1280999">
            <a:off x="8435058" y="3353487"/>
            <a:ext cx="422089"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0" name="矩形 129">
            <a:extLst>
              <a:ext uri="{FF2B5EF4-FFF2-40B4-BE49-F238E27FC236}">
                <a16:creationId xmlns:a16="http://schemas.microsoft.com/office/drawing/2014/main" id="{5ADC3C11-B828-4589-82EF-408319EB33EC}"/>
              </a:ext>
            </a:extLst>
          </p:cNvPr>
          <p:cNvSpPr>
            <a:spLocks noGrp="1"/>
          </p:cNvSpPr>
          <p:nvPr/>
        </p:nvSpPr>
        <p:spPr>
          <a:xfrm rot="-757269">
            <a:off x="8837796" y="3232640"/>
            <a:ext cx="402857"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1" name="矩形 130">
            <a:extLst>
              <a:ext uri="{FF2B5EF4-FFF2-40B4-BE49-F238E27FC236}">
                <a16:creationId xmlns:a16="http://schemas.microsoft.com/office/drawing/2014/main" id="{17402B77-B680-4140-AB8A-287EEE715736}"/>
              </a:ext>
            </a:extLst>
          </p:cNvPr>
          <p:cNvSpPr>
            <a:spLocks noGrp="1"/>
          </p:cNvSpPr>
          <p:nvPr/>
        </p:nvSpPr>
        <p:spPr>
          <a:xfrm rot="-608270">
            <a:off x="9232669" y="3153481"/>
            <a:ext cx="399358"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2" name="矩形 131">
            <a:extLst>
              <a:ext uri="{FF2B5EF4-FFF2-40B4-BE49-F238E27FC236}">
                <a16:creationId xmlns:a16="http://schemas.microsoft.com/office/drawing/2014/main" id="{43A8892B-2936-41B0-8849-C1FB36866010}"/>
              </a:ext>
            </a:extLst>
          </p:cNvPr>
          <p:cNvSpPr>
            <a:spLocks noGrp="1"/>
          </p:cNvSpPr>
          <p:nvPr/>
        </p:nvSpPr>
        <p:spPr>
          <a:xfrm rot="227636">
            <a:off x="9628477" y="3131368"/>
            <a:ext cx="393986"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3" name="矩形 132">
            <a:extLst>
              <a:ext uri="{FF2B5EF4-FFF2-40B4-BE49-F238E27FC236}">
                <a16:creationId xmlns:a16="http://schemas.microsoft.com/office/drawing/2014/main" id="{10771132-D39E-4065-8A37-CA84E75BD41A}"/>
              </a:ext>
            </a:extLst>
          </p:cNvPr>
          <p:cNvSpPr>
            <a:spLocks noGrp="1"/>
          </p:cNvSpPr>
          <p:nvPr/>
        </p:nvSpPr>
        <p:spPr>
          <a:xfrm rot="-512598">
            <a:off x="10019826" y="3114875"/>
            <a:ext cx="397534"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4" name="矩形 133">
            <a:extLst>
              <a:ext uri="{FF2B5EF4-FFF2-40B4-BE49-F238E27FC236}">
                <a16:creationId xmlns:a16="http://schemas.microsoft.com/office/drawing/2014/main" id="{CF230C90-F244-4586-9892-1B1FC4382294}"/>
              </a:ext>
            </a:extLst>
          </p:cNvPr>
          <p:cNvSpPr>
            <a:spLocks noGrp="1"/>
          </p:cNvSpPr>
          <p:nvPr/>
        </p:nvSpPr>
        <p:spPr>
          <a:xfrm rot="-123046">
            <a:off x="10415029" y="3078308"/>
            <a:ext cx="393375"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5" name="矩形 134">
            <a:extLst>
              <a:ext uri="{FF2B5EF4-FFF2-40B4-BE49-F238E27FC236}">
                <a16:creationId xmlns:a16="http://schemas.microsoft.com/office/drawing/2014/main" id="{AAE36724-9E57-442D-ADC9-ACD89E563967}"/>
              </a:ext>
            </a:extLst>
          </p:cNvPr>
          <p:cNvSpPr>
            <a:spLocks noGrp="1"/>
          </p:cNvSpPr>
          <p:nvPr/>
        </p:nvSpPr>
        <p:spPr>
          <a:xfrm rot="-454851">
            <a:off x="10806544" y="3045110"/>
            <a:ext cx="396589" cy="22860"/>
          </a:xfrm>
          <a:prstGeom prst="rect">
            <a:avLst/>
          </a:prstGeom>
          <a:solidFill>
            <a:srgbClr val="F39C12"/>
          </a:solidFill>
          <a:ln w="0">
            <a:solidFill>
              <a:srgbClr val="F39C12"/>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6" name="椭圆 135">
            <a:extLst>
              <a:ext uri="{FF2B5EF4-FFF2-40B4-BE49-F238E27FC236}">
                <a16:creationId xmlns:a16="http://schemas.microsoft.com/office/drawing/2014/main" id="{64E80C6F-29AE-4914-83F6-F1B10ED7D987}"/>
              </a:ext>
            </a:extLst>
          </p:cNvPr>
          <p:cNvSpPr>
            <a:spLocks noGrp="1"/>
          </p:cNvSpPr>
          <p:nvPr/>
        </p:nvSpPr>
        <p:spPr>
          <a:xfrm>
            <a:off x="6848475" y="4224136"/>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7" name="椭圆 136">
            <a:extLst>
              <a:ext uri="{FF2B5EF4-FFF2-40B4-BE49-F238E27FC236}">
                <a16:creationId xmlns:a16="http://schemas.microsoft.com/office/drawing/2014/main" id="{8ABB397D-EB21-411C-BEDE-17E487198ACB}"/>
              </a:ext>
            </a:extLst>
          </p:cNvPr>
          <p:cNvSpPr>
            <a:spLocks noGrp="1"/>
          </p:cNvSpPr>
          <p:nvPr/>
        </p:nvSpPr>
        <p:spPr>
          <a:xfrm>
            <a:off x="7634720" y="3664414"/>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8" name="椭圆 137">
            <a:extLst>
              <a:ext uri="{FF2B5EF4-FFF2-40B4-BE49-F238E27FC236}">
                <a16:creationId xmlns:a16="http://schemas.microsoft.com/office/drawing/2014/main" id="{0D268CB6-0170-40F6-96FE-874361C6E554}"/>
              </a:ext>
            </a:extLst>
          </p:cNvPr>
          <p:cNvSpPr>
            <a:spLocks noGrp="1"/>
          </p:cNvSpPr>
          <p:nvPr/>
        </p:nvSpPr>
        <p:spPr>
          <a:xfrm>
            <a:off x="8420966" y="3413176"/>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39" name="椭圆 138">
            <a:extLst>
              <a:ext uri="{FF2B5EF4-FFF2-40B4-BE49-F238E27FC236}">
                <a16:creationId xmlns:a16="http://schemas.microsoft.com/office/drawing/2014/main" id="{4E392988-8C57-477C-B432-1D64A18F22A9}"/>
              </a:ext>
            </a:extLst>
          </p:cNvPr>
          <p:cNvSpPr>
            <a:spLocks noGrp="1"/>
          </p:cNvSpPr>
          <p:nvPr/>
        </p:nvSpPr>
        <p:spPr>
          <a:xfrm>
            <a:off x="9207211" y="3171482"/>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0" name="椭圆 139">
            <a:extLst>
              <a:ext uri="{FF2B5EF4-FFF2-40B4-BE49-F238E27FC236}">
                <a16:creationId xmlns:a16="http://schemas.microsoft.com/office/drawing/2014/main" id="{5A5FA0FC-9E16-4C91-AE9F-F4F8910E8578}"/>
              </a:ext>
            </a:extLst>
          </p:cNvPr>
          <p:cNvSpPr>
            <a:spLocks noGrp="1"/>
          </p:cNvSpPr>
          <p:nvPr/>
        </p:nvSpPr>
        <p:spPr>
          <a:xfrm>
            <a:off x="9993457" y="3127258"/>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1" name="椭圆 140">
            <a:extLst>
              <a:ext uri="{FF2B5EF4-FFF2-40B4-BE49-F238E27FC236}">
                <a16:creationId xmlns:a16="http://schemas.microsoft.com/office/drawing/2014/main" id="{557A7640-410B-4894-BF99-FE62B8987F13}"/>
              </a:ext>
            </a:extLst>
          </p:cNvPr>
          <p:cNvSpPr>
            <a:spLocks noGrp="1"/>
          </p:cNvSpPr>
          <p:nvPr/>
        </p:nvSpPr>
        <p:spPr>
          <a:xfrm>
            <a:off x="10779702" y="3054125"/>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2" name="椭圆 141">
            <a:extLst>
              <a:ext uri="{FF2B5EF4-FFF2-40B4-BE49-F238E27FC236}">
                <a16:creationId xmlns:a16="http://schemas.microsoft.com/office/drawing/2014/main" id="{F81967EF-00A9-4124-990C-A7AEE55B3451}"/>
              </a:ext>
            </a:extLst>
          </p:cNvPr>
          <p:cNvSpPr>
            <a:spLocks noGrp="1"/>
          </p:cNvSpPr>
          <p:nvPr/>
        </p:nvSpPr>
        <p:spPr>
          <a:xfrm>
            <a:off x="11172825" y="3001805"/>
            <a:ext cx="57150" cy="57150"/>
          </a:xfrm>
          <a:prstGeom prst="ellipse">
            <a:avLst/>
          </a:prstGeom>
          <a:solidFill>
            <a:srgbClr val="F39C12"/>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3" name="矩形 142">
            <a:extLst>
              <a:ext uri="{FF2B5EF4-FFF2-40B4-BE49-F238E27FC236}">
                <a16:creationId xmlns:a16="http://schemas.microsoft.com/office/drawing/2014/main" id="{0B6446D6-88A0-47D8-A05A-93F62054E99A}"/>
              </a:ext>
            </a:extLst>
          </p:cNvPr>
          <p:cNvSpPr>
            <a:spLocks noGrp="1"/>
          </p:cNvSpPr>
          <p:nvPr/>
        </p:nvSpPr>
        <p:spPr>
          <a:xfrm>
            <a:off x="9583601" y="3196620"/>
            <a:ext cx="742950" cy="190500"/>
          </a:xfrm>
          <a:prstGeom prst="rect">
            <a:avLst/>
          </a:prstGeom>
          <a:ln w="0">
            <a:prstDash val="solid"/>
          </a:ln>
        </p:spPr>
        <p:txBody>
          <a:bodyPr wrap="square" lIns="0" tIns="0" rIns="0" bIns="0" anchor="t"/>
          <a:lstStyle/>
          <a:p>
            <a:pPr algn="l">
              <a:defRPr sz="863">
                <a:solidFill>
                  <a:srgbClr val="F39C12"/>
                </a:solidFill>
              </a:defRPr>
            </a:pPr>
            <a:r>
              <a:rPr sz="1600">
                <a:solidFill>
                  <a:srgbClr val="F39C12"/>
                </a:solidFill>
                <a:latin typeface="Arial" panose="020B0604020202020204" pitchFamily="34" charset="0"/>
                <a:ea typeface="+mj-ea"/>
                <a:cs typeface="Arial" panose="020B0604020202020204" pitchFamily="34" charset="0"/>
              </a:rPr>
              <a:t>PVM</a:t>
            </a:r>
          </a:p>
        </p:txBody>
      </p:sp>
      <p:sp>
        <p:nvSpPr>
          <p:cNvPr id="144" name="矩形 143">
            <a:extLst>
              <a:ext uri="{FF2B5EF4-FFF2-40B4-BE49-F238E27FC236}">
                <a16:creationId xmlns:a16="http://schemas.microsoft.com/office/drawing/2014/main" id="{6ACA6677-0712-4F13-8B67-B3499C17E892}"/>
              </a:ext>
            </a:extLst>
          </p:cNvPr>
          <p:cNvSpPr>
            <a:spLocks noGrp="1"/>
          </p:cNvSpPr>
          <p:nvPr/>
        </p:nvSpPr>
        <p:spPr>
          <a:xfrm rot="-2646903">
            <a:off x="6799827" y="4017300"/>
            <a:ext cx="547568"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5" name="矩形 144">
            <a:extLst>
              <a:ext uri="{FF2B5EF4-FFF2-40B4-BE49-F238E27FC236}">
                <a16:creationId xmlns:a16="http://schemas.microsoft.com/office/drawing/2014/main" id="{767CB2CA-D541-4805-872E-C1E50B746C42}"/>
              </a:ext>
            </a:extLst>
          </p:cNvPr>
          <p:cNvSpPr>
            <a:spLocks noGrp="1"/>
          </p:cNvSpPr>
          <p:nvPr/>
        </p:nvSpPr>
        <p:spPr>
          <a:xfrm rot="-1608041">
            <a:off x="7246517" y="3727425"/>
            <a:ext cx="440434"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6" name="矩形 145">
            <a:extLst>
              <a:ext uri="{FF2B5EF4-FFF2-40B4-BE49-F238E27FC236}">
                <a16:creationId xmlns:a16="http://schemas.microsoft.com/office/drawing/2014/main" id="{EAC8D1F3-B870-4743-A4C9-769D51F98690}"/>
              </a:ext>
            </a:extLst>
          </p:cNvPr>
          <p:cNvSpPr>
            <a:spLocks noGrp="1"/>
          </p:cNvSpPr>
          <p:nvPr/>
        </p:nvSpPr>
        <p:spPr>
          <a:xfrm rot="-1204504">
            <a:off x="7650581" y="3556298"/>
            <a:ext cx="418552"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7" name="矩形 146">
            <a:extLst>
              <a:ext uri="{FF2B5EF4-FFF2-40B4-BE49-F238E27FC236}">
                <a16:creationId xmlns:a16="http://schemas.microsoft.com/office/drawing/2014/main" id="{EF05A8AA-8CAC-4E4C-A96D-C529E47957D6}"/>
              </a:ext>
            </a:extLst>
          </p:cNvPr>
          <p:cNvSpPr>
            <a:spLocks noGrp="1"/>
          </p:cNvSpPr>
          <p:nvPr/>
        </p:nvSpPr>
        <p:spPr>
          <a:xfrm rot="-1036462">
            <a:off x="8047133" y="3423338"/>
            <a:ext cx="411693"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8" name="矩形 147">
            <a:extLst>
              <a:ext uri="{FF2B5EF4-FFF2-40B4-BE49-F238E27FC236}">
                <a16:creationId xmlns:a16="http://schemas.microsoft.com/office/drawing/2014/main" id="{7A4C5796-1ED8-468D-9196-4E624561290A}"/>
              </a:ext>
            </a:extLst>
          </p:cNvPr>
          <p:cNvSpPr>
            <a:spLocks noGrp="1"/>
          </p:cNvSpPr>
          <p:nvPr/>
        </p:nvSpPr>
        <p:spPr>
          <a:xfrm rot="-1062894">
            <a:off x="8439756" y="3299425"/>
            <a:ext cx="412692"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49" name="矩形 148">
            <a:extLst>
              <a:ext uri="{FF2B5EF4-FFF2-40B4-BE49-F238E27FC236}">
                <a16:creationId xmlns:a16="http://schemas.microsoft.com/office/drawing/2014/main" id="{6688B6A4-3463-4F52-B25B-739826531EE5}"/>
              </a:ext>
            </a:extLst>
          </p:cNvPr>
          <p:cNvSpPr>
            <a:spLocks noGrp="1"/>
          </p:cNvSpPr>
          <p:nvPr/>
        </p:nvSpPr>
        <p:spPr>
          <a:xfrm rot="-1377295">
            <a:off x="8825760" y="3153385"/>
            <a:ext cx="426930"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0" name="矩形 149">
            <a:extLst>
              <a:ext uri="{FF2B5EF4-FFF2-40B4-BE49-F238E27FC236}">
                <a16:creationId xmlns:a16="http://schemas.microsoft.com/office/drawing/2014/main" id="{49AC7027-FA8B-47CD-A06D-986CCEA0BFF6}"/>
              </a:ext>
            </a:extLst>
          </p:cNvPr>
          <p:cNvSpPr>
            <a:spLocks noGrp="1"/>
          </p:cNvSpPr>
          <p:nvPr/>
        </p:nvSpPr>
        <p:spPr>
          <a:xfrm rot="-397365">
            <a:off x="9234466" y="3047310"/>
            <a:ext cx="395764"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1" name="矩形 150">
            <a:extLst>
              <a:ext uri="{FF2B5EF4-FFF2-40B4-BE49-F238E27FC236}">
                <a16:creationId xmlns:a16="http://schemas.microsoft.com/office/drawing/2014/main" id="{73B45682-191E-4AA4-989A-1CCF6EC3313D}"/>
              </a:ext>
            </a:extLst>
          </p:cNvPr>
          <p:cNvSpPr>
            <a:spLocks noGrp="1"/>
          </p:cNvSpPr>
          <p:nvPr/>
        </p:nvSpPr>
        <p:spPr>
          <a:xfrm rot="-240783">
            <a:off x="9628426" y="3010698"/>
            <a:ext cx="394089"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2" name="矩形 151">
            <a:extLst>
              <a:ext uri="{FF2B5EF4-FFF2-40B4-BE49-F238E27FC236}">
                <a16:creationId xmlns:a16="http://schemas.microsoft.com/office/drawing/2014/main" id="{B7144FC9-3757-4F0C-93C2-7B57A5822809}"/>
              </a:ext>
            </a:extLst>
          </p:cNvPr>
          <p:cNvSpPr>
            <a:spLocks noGrp="1"/>
          </p:cNvSpPr>
          <p:nvPr/>
        </p:nvSpPr>
        <p:spPr>
          <a:xfrm rot="183943">
            <a:off x="10021750" y="3007436"/>
            <a:ext cx="393686"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3" name="矩形 152">
            <a:extLst>
              <a:ext uri="{FF2B5EF4-FFF2-40B4-BE49-F238E27FC236}">
                <a16:creationId xmlns:a16="http://schemas.microsoft.com/office/drawing/2014/main" id="{E7AD3CC8-3536-47FD-9572-17616289624E}"/>
              </a:ext>
            </a:extLst>
          </p:cNvPr>
          <p:cNvSpPr>
            <a:spLocks noGrp="1"/>
          </p:cNvSpPr>
          <p:nvPr/>
        </p:nvSpPr>
        <p:spPr>
          <a:xfrm rot="-422886">
            <a:off x="10413658" y="2993661"/>
            <a:ext cx="396116"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4" name="矩形 153">
            <a:extLst>
              <a:ext uri="{FF2B5EF4-FFF2-40B4-BE49-F238E27FC236}">
                <a16:creationId xmlns:a16="http://schemas.microsoft.com/office/drawing/2014/main" id="{52E64265-BFE0-4FDC-AA10-C15780484C9C}"/>
              </a:ext>
            </a:extLst>
          </p:cNvPr>
          <p:cNvSpPr>
            <a:spLocks noGrp="1"/>
          </p:cNvSpPr>
          <p:nvPr/>
        </p:nvSpPr>
        <p:spPr>
          <a:xfrm rot="-295393">
            <a:off x="10807549" y="2952427"/>
            <a:ext cx="394578"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5" name="椭圆 154">
            <a:extLst>
              <a:ext uri="{FF2B5EF4-FFF2-40B4-BE49-F238E27FC236}">
                <a16:creationId xmlns:a16="http://schemas.microsoft.com/office/drawing/2014/main" id="{111776F6-8DF5-40A2-AE92-D7A6EE394A91}"/>
              </a:ext>
            </a:extLst>
          </p:cNvPr>
          <p:cNvSpPr>
            <a:spLocks noGrp="1"/>
          </p:cNvSpPr>
          <p:nvPr/>
        </p:nvSpPr>
        <p:spPr>
          <a:xfrm>
            <a:off x="6841331" y="4188355"/>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6" name="椭圆 155">
            <a:extLst>
              <a:ext uri="{FF2B5EF4-FFF2-40B4-BE49-F238E27FC236}">
                <a16:creationId xmlns:a16="http://schemas.microsoft.com/office/drawing/2014/main" id="{06E827EF-1DB9-48A8-90FC-317F2AC3F9D2}"/>
              </a:ext>
            </a:extLst>
          </p:cNvPr>
          <p:cNvSpPr>
            <a:spLocks noGrp="1"/>
          </p:cNvSpPr>
          <p:nvPr/>
        </p:nvSpPr>
        <p:spPr>
          <a:xfrm>
            <a:off x="7627577" y="3608606"/>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7" name="椭圆 156">
            <a:extLst>
              <a:ext uri="{FF2B5EF4-FFF2-40B4-BE49-F238E27FC236}">
                <a16:creationId xmlns:a16="http://schemas.microsoft.com/office/drawing/2014/main" id="{EF080112-C2C0-40FE-B9FF-D5EE15155400}"/>
              </a:ext>
            </a:extLst>
          </p:cNvPr>
          <p:cNvSpPr>
            <a:spLocks noGrp="1"/>
          </p:cNvSpPr>
          <p:nvPr/>
        </p:nvSpPr>
        <p:spPr>
          <a:xfrm>
            <a:off x="8413822" y="3342686"/>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8" name="椭圆 157">
            <a:extLst>
              <a:ext uri="{FF2B5EF4-FFF2-40B4-BE49-F238E27FC236}">
                <a16:creationId xmlns:a16="http://schemas.microsoft.com/office/drawing/2014/main" id="{E2D8FE38-8995-4A1D-91CB-961FAD49CBFB}"/>
              </a:ext>
            </a:extLst>
          </p:cNvPr>
          <p:cNvSpPr>
            <a:spLocks noGrp="1"/>
          </p:cNvSpPr>
          <p:nvPr/>
        </p:nvSpPr>
        <p:spPr>
          <a:xfrm>
            <a:off x="9200068" y="3050606"/>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59" name="椭圆 158">
            <a:extLst>
              <a:ext uri="{FF2B5EF4-FFF2-40B4-BE49-F238E27FC236}">
                <a16:creationId xmlns:a16="http://schemas.microsoft.com/office/drawing/2014/main" id="{AF9026BE-933C-483A-BAAA-2DF699C3E4BA}"/>
              </a:ext>
            </a:extLst>
          </p:cNvPr>
          <p:cNvSpPr>
            <a:spLocks noGrp="1"/>
          </p:cNvSpPr>
          <p:nvPr/>
        </p:nvSpPr>
        <p:spPr>
          <a:xfrm>
            <a:off x="9986313" y="2977382"/>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60" name="椭圆 159">
            <a:extLst>
              <a:ext uri="{FF2B5EF4-FFF2-40B4-BE49-F238E27FC236}">
                <a16:creationId xmlns:a16="http://schemas.microsoft.com/office/drawing/2014/main" id="{7E942687-4CDE-4D35-A0DF-5237444D03FD}"/>
              </a:ext>
            </a:extLst>
          </p:cNvPr>
          <p:cNvSpPr>
            <a:spLocks noGrp="1"/>
          </p:cNvSpPr>
          <p:nvPr/>
        </p:nvSpPr>
        <p:spPr>
          <a:xfrm>
            <a:off x="10772559" y="2949833"/>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61" name="椭圆 160">
            <a:extLst>
              <a:ext uri="{FF2B5EF4-FFF2-40B4-BE49-F238E27FC236}">
                <a16:creationId xmlns:a16="http://schemas.microsoft.com/office/drawing/2014/main" id="{CD727986-0B8C-4197-9750-312CD5DC32B4}"/>
              </a:ext>
            </a:extLst>
          </p:cNvPr>
          <p:cNvSpPr>
            <a:spLocks noGrp="1"/>
          </p:cNvSpPr>
          <p:nvPr/>
        </p:nvSpPr>
        <p:spPr>
          <a:xfrm>
            <a:off x="11165681" y="2915970"/>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162" name="矩形 161">
            <a:extLst>
              <a:ext uri="{FF2B5EF4-FFF2-40B4-BE49-F238E27FC236}">
                <a16:creationId xmlns:a16="http://schemas.microsoft.com/office/drawing/2014/main" id="{480153B5-52F9-4409-B4BF-35643CFEBFAD}"/>
              </a:ext>
            </a:extLst>
          </p:cNvPr>
          <p:cNvSpPr>
            <a:spLocks noGrp="1"/>
          </p:cNvSpPr>
          <p:nvPr/>
        </p:nvSpPr>
        <p:spPr>
          <a:xfrm>
            <a:off x="9271722" y="2765124"/>
            <a:ext cx="742950" cy="190500"/>
          </a:xfrm>
          <a:prstGeom prst="rect">
            <a:avLst/>
          </a:prstGeom>
          <a:ln w="0">
            <a:prstDash val="solid"/>
          </a:ln>
        </p:spPr>
        <p:txBody>
          <a:bodyPr wrap="square" lIns="0" tIns="0" rIns="0" bIns="0" anchor="t"/>
          <a:lstStyle/>
          <a:p>
            <a:pPr algn="l">
              <a:defRPr sz="863">
                <a:solidFill>
                  <a:srgbClr val="2F6DF6"/>
                </a:solidFill>
              </a:defRPr>
            </a:pPr>
            <a:r>
              <a:rPr sz="1600" dirty="0">
                <a:solidFill>
                  <a:srgbClr val="2F6DF6"/>
                </a:solidFill>
                <a:latin typeface="Arial" panose="020B0604020202020204" pitchFamily="34" charset="0"/>
                <a:ea typeface="+mj-ea"/>
                <a:cs typeface="Arial" panose="020B0604020202020204" pitchFamily="34" charset="0"/>
              </a:rPr>
              <a:t>JANUS</a:t>
            </a:r>
          </a:p>
        </p:txBody>
      </p:sp>
      <p:sp>
        <p:nvSpPr>
          <p:cNvPr id="163" name="矩形 162">
            <a:extLst>
              <a:ext uri="{FF2B5EF4-FFF2-40B4-BE49-F238E27FC236}">
                <a16:creationId xmlns:a16="http://schemas.microsoft.com/office/drawing/2014/main" id="{BCCED0F9-2209-4D06-B313-C32966BB40DB}"/>
              </a:ext>
            </a:extLst>
          </p:cNvPr>
          <p:cNvSpPr>
            <a:spLocks noGrp="1"/>
          </p:cNvSpPr>
          <p:nvPr/>
        </p:nvSpPr>
        <p:spPr>
          <a:xfrm>
            <a:off x="1467680" y="5546434"/>
            <a:ext cx="2400300" cy="666750"/>
          </a:xfrm>
          <a:prstGeom prst="rect">
            <a:avLst/>
          </a:prstGeom>
          <a:ln w="9525">
            <a:prstDash val="solid"/>
          </a:ln>
        </p:spPr>
        <p:txBody>
          <a:bodyPr wrap="square" lIns="95250" tIns="95250" rIns="95250" bIns="95250" anchor="t"/>
          <a:lstStyle/>
          <a:p>
            <a:endParaRPr sz="1950">
              <a:latin typeface="Arial" panose="020B0604020202020204" pitchFamily="34" charset="0"/>
              <a:cs typeface="Arial" panose="020B0604020202020204" pitchFamily="34" charset="0"/>
            </a:endParaRPr>
          </a:p>
        </p:txBody>
      </p:sp>
      <p:sp>
        <p:nvSpPr>
          <p:cNvPr id="164" name="矩形 163">
            <a:extLst>
              <a:ext uri="{FF2B5EF4-FFF2-40B4-BE49-F238E27FC236}">
                <a16:creationId xmlns:a16="http://schemas.microsoft.com/office/drawing/2014/main" id="{D3024807-48B8-4BFD-B0D5-3ED8AE8EE6B2}"/>
              </a:ext>
            </a:extLst>
          </p:cNvPr>
          <p:cNvSpPr>
            <a:spLocks noGrp="1"/>
          </p:cNvSpPr>
          <p:nvPr/>
        </p:nvSpPr>
        <p:spPr>
          <a:xfrm>
            <a:off x="1491961" y="5660998"/>
            <a:ext cx="2133600" cy="266700"/>
          </a:xfrm>
          <a:prstGeom prst="rect">
            <a:avLst/>
          </a:prstGeom>
          <a:ln w="0">
            <a:prstDash val="solid"/>
          </a:ln>
        </p:spPr>
        <p:txBody>
          <a:bodyPr wrap="square" lIns="0" tIns="0" rIns="0" bIns="0" anchor="t"/>
          <a:lstStyle/>
          <a:p>
            <a:pPr algn="l">
              <a:defRPr sz="2025">
                <a:solidFill>
                  <a:srgbClr val="2F6DF6"/>
                </a:solidFill>
              </a:defRPr>
            </a:pPr>
            <a:r>
              <a:rPr sz="1950" dirty="0">
                <a:solidFill>
                  <a:srgbClr val="2E6CF7"/>
                </a:solidFill>
                <a:latin typeface="Arial" panose="020B0604020202020204" pitchFamily="34" charset="0"/>
                <a:ea typeface="+mj-ea"/>
                <a:cs typeface="Arial" panose="020B0604020202020204" pitchFamily="34" charset="0"/>
              </a:rPr>
              <a:t>+45.1%</a:t>
            </a:r>
          </a:p>
        </p:txBody>
      </p:sp>
      <p:sp>
        <p:nvSpPr>
          <p:cNvPr id="165" name="矩形 164">
            <a:extLst>
              <a:ext uri="{FF2B5EF4-FFF2-40B4-BE49-F238E27FC236}">
                <a16:creationId xmlns:a16="http://schemas.microsoft.com/office/drawing/2014/main" id="{15E793EB-4404-48FE-8701-6B4BA5EF3AF3}"/>
              </a:ext>
            </a:extLst>
          </p:cNvPr>
          <p:cNvSpPr>
            <a:spLocks noGrp="1"/>
          </p:cNvSpPr>
          <p:nvPr/>
        </p:nvSpPr>
        <p:spPr>
          <a:xfrm>
            <a:off x="1138236" y="5951138"/>
            <a:ext cx="2133600" cy="209550"/>
          </a:xfrm>
          <a:prstGeom prst="rect">
            <a:avLst/>
          </a:prstGeom>
          <a:ln w="0">
            <a:prstDash val="solid"/>
          </a:ln>
        </p:spPr>
        <p:txBody>
          <a:bodyPr wrap="square" lIns="0" tIns="0" rIns="0" bIns="0" anchor="t"/>
          <a:lstStyle/>
          <a:p>
            <a:pPr algn="l">
              <a:defRPr sz="900">
                <a:solidFill>
                  <a:srgbClr val="6B7280"/>
                </a:solidFill>
              </a:defRPr>
            </a:pPr>
            <a:r>
              <a:rPr sz="1950" dirty="0">
                <a:latin typeface="Arial" panose="020B0604020202020204" pitchFamily="34" charset="0"/>
                <a:ea typeface="+mj-ea"/>
                <a:cs typeface="Arial" panose="020B0604020202020204" pitchFamily="34" charset="0"/>
              </a:rPr>
              <a:t>Redis  vs KVM</a:t>
            </a:r>
          </a:p>
        </p:txBody>
      </p:sp>
      <p:sp>
        <p:nvSpPr>
          <p:cNvPr id="166" name="矩形 165">
            <a:extLst>
              <a:ext uri="{FF2B5EF4-FFF2-40B4-BE49-F238E27FC236}">
                <a16:creationId xmlns:a16="http://schemas.microsoft.com/office/drawing/2014/main" id="{BD9F2AB9-8A80-4EF3-B753-D7C8BED10895}"/>
              </a:ext>
            </a:extLst>
          </p:cNvPr>
          <p:cNvSpPr>
            <a:spLocks noGrp="1"/>
          </p:cNvSpPr>
          <p:nvPr/>
        </p:nvSpPr>
        <p:spPr>
          <a:xfrm>
            <a:off x="4153730" y="5546434"/>
            <a:ext cx="2400300" cy="666750"/>
          </a:xfrm>
          <a:prstGeom prst="rect">
            <a:avLst/>
          </a:prstGeom>
          <a:ln w="9525">
            <a:prstDash val="solid"/>
          </a:ln>
        </p:spPr>
        <p:txBody>
          <a:bodyPr wrap="square" lIns="95250" tIns="95250" rIns="95250" bIns="95250" anchor="t"/>
          <a:lstStyle/>
          <a:p>
            <a:endParaRPr sz="1950">
              <a:latin typeface="Arial" panose="020B0604020202020204" pitchFamily="34" charset="0"/>
              <a:cs typeface="Arial" panose="020B0604020202020204" pitchFamily="34" charset="0"/>
            </a:endParaRPr>
          </a:p>
        </p:txBody>
      </p:sp>
      <p:sp>
        <p:nvSpPr>
          <p:cNvPr id="167" name="矩形 166">
            <a:extLst>
              <a:ext uri="{FF2B5EF4-FFF2-40B4-BE49-F238E27FC236}">
                <a16:creationId xmlns:a16="http://schemas.microsoft.com/office/drawing/2014/main" id="{42AB7187-35AC-406B-8D2E-2A8EB056492A}"/>
              </a:ext>
            </a:extLst>
          </p:cNvPr>
          <p:cNvSpPr>
            <a:spLocks noGrp="1"/>
          </p:cNvSpPr>
          <p:nvPr/>
        </p:nvSpPr>
        <p:spPr>
          <a:xfrm>
            <a:off x="4178011" y="5660998"/>
            <a:ext cx="2133600" cy="266700"/>
          </a:xfrm>
          <a:prstGeom prst="rect">
            <a:avLst/>
          </a:prstGeom>
          <a:ln w="0">
            <a:prstDash val="solid"/>
          </a:ln>
        </p:spPr>
        <p:txBody>
          <a:bodyPr wrap="square" lIns="0" tIns="0" rIns="0" bIns="0" anchor="t"/>
          <a:lstStyle/>
          <a:p>
            <a:pPr algn="l">
              <a:defRPr sz="2025">
                <a:solidFill>
                  <a:srgbClr val="F39C12"/>
                </a:solidFill>
              </a:defRPr>
            </a:pPr>
            <a:r>
              <a:rPr sz="1950" dirty="0">
                <a:solidFill>
                  <a:srgbClr val="2E6CF7"/>
                </a:solidFill>
                <a:latin typeface="Arial" panose="020B0604020202020204" pitchFamily="34" charset="0"/>
                <a:ea typeface="+mj-ea"/>
                <a:cs typeface="Arial" panose="020B0604020202020204" pitchFamily="34" charset="0"/>
              </a:rPr>
              <a:t>+9.7%</a:t>
            </a:r>
          </a:p>
        </p:txBody>
      </p:sp>
      <p:sp>
        <p:nvSpPr>
          <p:cNvPr id="168" name="矩形 167">
            <a:extLst>
              <a:ext uri="{FF2B5EF4-FFF2-40B4-BE49-F238E27FC236}">
                <a16:creationId xmlns:a16="http://schemas.microsoft.com/office/drawing/2014/main" id="{6BD65812-12E0-4F1F-879C-3AFE5C77C917}"/>
              </a:ext>
            </a:extLst>
          </p:cNvPr>
          <p:cNvSpPr>
            <a:spLocks noGrp="1"/>
          </p:cNvSpPr>
          <p:nvPr/>
        </p:nvSpPr>
        <p:spPr>
          <a:xfrm>
            <a:off x="3842678" y="5972466"/>
            <a:ext cx="2133600" cy="209550"/>
          </a:xfrm>
          <a:prstGeom prst="rect">
            <a:avLst/>
          </a:prstGeom>
          <a:ln w="0">
            <a:prstDash val="solid"/>
          </a:ln>
        </p:spPr>
        <p:txBody>
          <a:bodyPr wrap="square" lIns="0" tIns="0" rIns="0" bIns="0" anchor="t"/>
          <a:lstStyle/>
          <a:p>
            <a:pPr algn="l">
              <a:defRPr sz="900">
                <a:solidFill>
                  <a:srgbClr val="6B7280"/>
                </a:solidFill>
              </a:defRPr>
            </a:pPr>
            <a:r>
              <a:rPr sz="1950" dirty="0">
                <a:latin typeface="Arial" panose="020B0604020202020204" pitchFamily="34" charset="0"/>
                <a:ea typeface="+mj-ea"/>
                <a:cs typeface="Arial" panose="020B0604020202020204" pitchFamily="34" charset="0"/>
              </a:rPr>
              <a:t>Redis vs PVM</a:t>
            </a:r>
          </a:p>
        </p:txBody>
      </p:sp>
      <p:sp>
        <p:nvSpPr>
          <p:cNvPr id="169" name="矩形 168">
            <a:extLst>
              <a:ext uri="{FF2B5EF4-FFF2-40B4-BE49-F238E27FC236}">
                <a16:creationId xmlns:a16="http://schemas.microsoft.com/office/drawing/2014/main" id="{6A56C08D-6967-454B-8702-EB56629A68C2}"/>
              </a:ext>
            </a:extLst>
          </p:cNvPr>
          <p:cNvSpPr>
            <a:spLocks noGrp="1"/>
          </p:cNvSpPr>
          <p:nvPr/>
        </p:nvSpPr>
        <p:spPr>
          <a:xfrm>
            <a:off x="6839780" y="5546434"/>
            <a:ext cx="2400300" cy="666750"/>
          </a:xfrm>
          <a:prstGeom prst="rect">
            <a:avLst/>
          </a:prstGeom>
          <a:ln w="9525">
            <a:prstDash val="solid"/>
          </a:ln>
        </p:spPr>
        <p:txBody>
          <a:bodyPr wrap="square" lIns="95250" tIns="95250" rIns="95250" bIns="95250" anchor="t"/>
          <a:lstStyle/>
          <a:p>
            <a:endParaRPr sz="1950">
              <a:latin typeface="Arial" panose="020B0604020202020204" pitchFamily="34" charset="0"/>
              <a:cs typeface="Arial" panose="020B0604020202020204" pitchFamily="34" charset="0"/>
            </a:endParaRPr>
          </a:p>
        </p:txBody>
      </p:sp>
      <p:sp>
        <p:nvSpPr>
          <p:cNvPr id="170" name="矩形 169">
            <a:extLst>
              <a:ext uri="{FF2B5EF4-FFF2-40B4-BE49-F238E27FC236}">
                <a16:creationId xmlns:a16="http://schemas.microsoft.com/office/drawing/2014/main" id="{B6757EB9-0F77-45B2-AF0D-36D981F3A0E0}"/>
              </a:ext>
            </a:extLst>
          </p:cNvPr>
          <p:cNvSpPr>
            <a:spLocks noGrp="1"/>
          </p:cNvSpPr>
          <p:nvPr/>
        </p:nvSpPr>
        <p:spPr>
          <a:xfrm>
            <a:off x="6507600" y="5660998"/>
            <a:ext cx="2133600" cy="266700"/>
          </a:xfrm>
          <a:prstGeom prst="rect">
            <a:avLst/>
          </a:prstGeom>
          <a:ln w="0">
            <a:prstDash val="solid"/>
          </a:ln>
        </p:spPr>
        <p:txBody>
          <a:bodyPr wrap="square" lIns="0" tIns="0" rIns="0" bIns="0" anchor="t"/>
          <a:lstStyle/>
          <a:p>
            <a:pPr algn="l">
              <a:defRPr sz="2025">
                <a:solidFill>
                  <a:srgbClr val="2F6DF6"/>
                </a:solidFill>
              </a:defRPr>
            </a:pPr>
            <a:r>
              <a:rPr sz="1950">
                <a:solidFill>
                  <a:srgbClr val="2F6DF6"/>
                </a:solidFill>
                <a:latin typeface="Arial" panose="020B0604020202020204" pitchFamily="34" charset="0"/>
                <a:ea typeface="+mj-ea"/>
                <a:cs typeface="Arial" panose="020B0604020202020204" pitchFamily="34" charset="0"/>
              </a:rPr>
              <a:t>+48.2%</a:t>
            </a:r>
          </a:p>
        </p:txBody>
      </p:sp>
      <p:sp>
        <p:nvSpPr>
          <p:cNvPr id="171" name="矩形 170">
            <a:extLst>
              <a:ext uri="{FF2B5EF4-FFF2-40B4-BE49-F238E27FC236}">
                <a16:creationId xmlns:a16="http://schemas.microsoft.com/office/drawing/2014/main" id="{F75F624F-A12E-4F9C-9523-65832D36BFF2}"/>
              </a:ext>
            </a:extLst>
          </p:cNvPr>
          <p:cNvSpPr>
            <a:spLocks noGrp="1"/>
          </p:cNvSpPr>
          <p:nvPr/>
        </p:nvSpPr>
        <p:spPr>
          <a:xfrm>
            <a:off x="6096000" y="5970561"/>
            <a:ext cx="2642784" cy="323849"/>
          </a:xfrm>
          <a:prstGeom prst="rect">
            <a:avLst/>
          </a:prstGeom>
          <a:ln w="0">
            <a:prstDash val="solid"/>
          </a:ln>
        </p:spPr>
        <p:txBody>
          <a:bodyPr wrap="square" lIns="0" tIns="0" rIns="0" bIns="0" anchor="t"/>
          <a:lstStyle/>
          <a:p>
            <a:pPr algn="l">
              <a:defRPr sz="900">
                <a:solidFill>
                  <a:srgbClr val="6B7280"/>
                </a:solidFill>
              </a:defRPr>
            </a:pPr>
            <a:r>
              <a:rPr sz="1950" dirty="0">
                <a:latin typeface="Arial" panose="020B0604020202020204" pitchFamily="34" charset="0"/>
                <a:ea typeface="+mj-ea"/>
                <a:cs typeface="Arial" panose="020B0604020202020204" pitchFamily="34" charset="0"/>
              </a:rPr>
              <a:t>Memcached vs KVM</a:t>
            </a:r>
          </a:p>
        </p:txBody>
      </p:sp>
      <p:sp>
        <p:nvSpPr>
          <p:cNvPr id="172" name="矩形 171">
            <a:extLst>
              <a:ext uri="{FF2B5EF4-FFF2-40B4-BE49-F238E27FC236}">
                <a16:creationId xmlns:a16="http://schemas.microsoft.com/office/drawing/2014/main" id="{676C3ACC-2D0E-4395-A14C-4609FD2EFB76}"/>
              </a:ext>
            </a:extLst>
          </p:cNvPr>
          <p:cNvSpPr>
            <a:spLocks noGrp="1"/>
          </p:cNvSpPr>
          <p:nvPr/>
        </p:nvSpPr>
        <p:spPr>
          <a:xfrm>
            <a:off x="9525830" y="5546434"/>
            <a:ext cx="1447800" cy="666750"/>
          </a:xfrm>
          <a:prstGeom prst="rect">
            <a:avLst/>
          </a:prstGeom>
          <a:ln w="9525">
            <a:prstDash val="solid"/>
          </a:ln>
        </p:spPr>
        <p:txBody>
          <a:bodyPr wrap="square" lIns="95250" tIns="95250" rIns="95250" bIns="95250" anchor="t"/>
          <a:lstStyle/>
          <a:p>
            <a:endParaRPr sz="1950">
              <a:latin typeface="Arial" panose="020B0604020202020204" pitchFamily="34" charset="0"/>
              <a:cs typeface="Arial" panose="020B0604020202020204" pitchFamily="34" charset="0"/>
            </a:endParaRPr>
          </a:p>
        </p:txBody>
      </p:sp>
      <p:sp>
        <p:nvSpPr>
          <p:cNvPr id="173" name="矩形 172">
            <a:extLst>
              <a:ext uri="{FF2B5EF4-FFF2-40B4-BE49-F238E27FC236}">
                <a16:creationId xmlns:a16="http://schemas.microsoft.com/office/drawing/2014/main" id="{5F78CA34-F7FE-4449-81C3-B203BB345C68}"/>
              </a:ext>
            </a:extLst>
          </p:cNvPr>
          <p:cNvSpPr>
            <a:spLocks noGrp="1"/>
          </p:cNvSpPr>
          <p:nvPr/>
        </p:nvSpPr>
        <p:spPr>
          <a:xfrm>
            <a:off x="9550111" y="5660998"/>
            <a:ext cx="1181100" cy="266700"/>
          </a:xfrm>
          <a:prstGeom prst="rect">
            <a:avLst/>
          </a:prstGeom>
          <a:ln w="0">
            <a:prstDash val="solid"/>
          </a:ln>
        </p:spPr>
        <p:txBody>
          <a:bodyPr wrap="square" lIns="0" tIns="0" rIns="0" bIns="0" anchor="t"/>
          <a:lstStyle/>
          <a:p>
            <a:pPr algn="l">
              <a:defRPr sz="2025">
                <a:solidFill>
                  <a:srgbClr val="F39C12"/>
                </a:solidFill>
              </a:defRPr>
            </a:pPr>
            <a:r>
              <a:rPr sz="1950" dirty="0">
                <a:solidFill>
                  <a:srgbClr val="2E6CF7"/>
                </a:solidFill>
                <a:latin typeface="Arial" panose="020B0604020202020204" pitchFamily="34" charset="0"/>
                <a:ea typeface="+mj-ea"/>
                <a:cs typeface="Arial" panose="020B0604020202020204" pitchFamily="34" charset="0"/>
              </a:rPr>
              <a:t>+4.4%</a:t>
            </a:r>
          </a:p>
        </p:txBody>
      </p:sp>
      <p:sp>
        <p:nvSpPr>
          <p:cNvPr id="174" name="矩形 173">
            <a:extLst>
              <a:ext uri="{FF2B5EF4-FFF2-40B4-BE49-F238E27FC236}">
                <a16:creationId xmlns:a16="http://schemas.microsoft.com/office/drawing/2014/main" id="{EE383A13-CFC0-4917-BD36-0D55F23DD476}"/>
              </a:ext>
            </a:extLst>
          </p:cNvPr>
          <p:cNvSpPr>
            <a:spLocks noGrp="1"/>
          </p:cNvSpPr>
          <p:nvPr/>
        </p:nvSpPr>
        <p:spPr>
          <a:xfrm>
            <a:off x="9169111" y="5965798"/>
            <a:ext cx="2403764" cy="266700"/>
          </a:xfrm>
          <a:prstGeom prst="rect">
            <a:avLst/>
          </a:prstGeom>
          <a:ln w="0">
            <a:prstDash val="solid"/>
          </a:ln>
        </p:spPr>
        <p:txBody>
          <a:bodyPr wrap="square" lIns="0" tIns="0" rIns="0" bIns="0" anchor="t"/>
          <a:lstStyle/>
          <a:p>
            <a:pPr>
              <a:defRPr sz="900">
                <a:solidFill>
                  <a:srgbClr val="6B7280"/>
                </a:solidFill>
              </a:defRPr>
            </a:pPr>
            <a:r>
              <a:rPr lang="en" sz="1950" dirty="0">
                <a:latin typeface="Arial" panose="020B0604020202020204" pitchFamily="34" charset="0"/>
                <a:ea typeface="+mj-ea"/>
                <a:cs typeface="Arial" panose="020B0604020202020204" pitchFamily="34" charset="0"/>
              </a:rPr>
              <a:t>Memcached </a:t>
            </a:r>
            <a:r>
              <a:rPr sz="1950" dirty="0">
                <a:latin typeface="Arial" panose="020B0604020202020204" pitchFamily="34" charset="0"/>
                <a:ea typeface="+mj-ea"/>
                <a:cs typeface="Arial" panose="020B0604020202020204" pitchFamily="34" charset="0"/>
              </a:rPr>
              <a:t>vs PVM</a:t>
            </a:r>
          </a:p>
        </p:txBody>
      </p:sp>
      <p:sp>
        <p:nvSpPr>
          <p:cNvPr id="179" name="矩形 178">
            <a:extLst>
              <a:ext uri="{FF2B5EF4-FFF2-40B4-BE49-F238E27FC236}">
                <a16:creationId xmlns:a16="http://schemas.microsoft.com/office/drawing/2014/main" id="{D524C9E5-E4A9-DE71-C635-9C77CC0F5A16}"/>
              </a:ext>
            </a:extLst>
          </p:cNvPr>
          <p:cNvSpPr>
            <a:spLocks noGrp="1"/>
          </p:cNvSpPr>
          <p:nvPr/>
        </p:nvSpPr>
        <p:spPr>
          <a:xfrm>
            <a:off x="2409525" y="5230998"/>
            <a:ext cx="2251362" cy="262879"/>
          </a:xfrm>
          <a:prstGeom prst="rect">
            <a:avLst/>
          </a:prstGeom>
          <a:ln w="0">
            <a:prstDash val="solid"/>
          </a:ln>
        </p:spPr>
        <p:txBody>
          <a:bodyPr wrap="square" lIns="0" tIns="0" rIns="0" bIns="0" anchor="t"/>
          <a:lstStyle/>
          <a:p>
            <a:pPr algn="ctr">
              <a:defRPr sz="863">
                <a:solidFill>
                  <a:srgbClr val="6B7280"/>
                </a:solidFill>
              </a:defRPr>
            </a:pPr>
            <a:r>
              <a:rPr lang="en-US" altLang="zh-CN" sz="1600" dirty="0">
                <a:solidFill>
                  <a:srgbClr val="6B7280"/>
                </a:solidFill>
                <a:latin typeface="Arial" panose="020B0604020202020204" pitchFamily="34" charset="0"/>
                <a:ea typeface="+mj-ea"/>
                <a:cs typeface="Arial" panose="020B0604020202020204" pitchFamily="34" charset="0"/>
              </a:rPr>
              <a:t>Clients</a:t>
            </a:r>
            <a:endParaRPr sz="1600" dirty="0">
              <a:solidFill>
                <a:srgbClr val="6B7280"/>
              </a:solidFill>
              <a:latin typeface="Arial" panose="020B0604020202020204" pitchFamily="34" charset="0"/>
              <a:ea typeface="+mj-ea"/>
              <a:cs typeface="Arial" panose="020B0604020202020204" pitchFamily="34" charset="0"/>
            </a:endParaRPr>
          </a:p>
        </p:txBody>
      </p:sp>
      <p:sp>
        <p:nvSpPr>
          <p:cNvPr id="180" name="矩形 179">
            <a:extLst>
              <a:ext uri="{FF2B5EF4-FFF2-40B4-BE49-F238E27FC236}">
                <a16:creationId xmlns:a16="http://schemas.microsoft.com/office/drawing/2014/main" id="{F0DB29E2-5B8E-BDD8-92A3-3745263F1A96}"/>
              </a:ext>
            </a:extLst>
          </p:cNvPr>
          <p:cNvSpPr>
            <a:spLocks noGrp="1"/>
          </p:cNvSpPr>
          <p:nvPr/>
        </p:nvSpPr>
        <p:spPr>
          <a:xfrm>
            <a:off x="8359260" y="5197736"/>
            <a:ext cx="2251362" cy="262879"/>
          </a:xfrm>
          <a:prstGeom prst="rect">
            <a:avLst/>
          </a:prstGeom>
          <a:ln w="0">
            <a:prstDash val="solid"/>
          </a:ln>
        </p:spPr>
        <p:txBody>
          <a:bodyPr wrap="square" lIns="0" tIns="0" rIns="0" bIns="0" anchor="t"/>
          <a:lstStyle/>
          <a:p>
            <a:pPr algn="ctr">
              <a:defRPr sz="863">
                <a:solidFill>
                  <a:srgbClr val="6B7280"/>
                </a:solidFill>
              </a:defRPr>
            </a:pPr>
            <a:r>
              <a:rPr lang="en-US" altLang="zh-CN" sz="1600" dirty="0">
                <a:solidFill>
                  <a:srgbClr val="6B7280"/>
                </a:solidFill>
                <a:latin typeface="Arial" panose="020B0604020202020204" pitchFamily="34" charset="0"/>
                <a:ea typeface="+mj-ea"/>
                <a:cs typeface="Arial" panose="020B0604020202020204" pitchFamily="34" charset="0"/>
              </a:rPr>
              <a:t>Clients</a:t>
            </a:r>
            <a:endParaRPr sz="1600" dirty="0">
              <a:solidFill>
                <a:srgbClr val="6B7280"/>
              </a:solidFill>
              <a:latin typeface="Arial" panose="020B0604020202020204" pitchFamily="34" charset="0"/>
              <a:ea typeface="+mj-ea"/>
              <a:cs typeface="Arial" panose="020B0604020202020204" pitchFamily="34" charset="0"/>
            </a:endParaRPr>
          </a:p>
        </p:txBody>
      </p:sp>
      <p:sp>
        <p:nvSpPr>
          <p:cNvPr id="2" name="矩形 1">
            <a:extLst>
              <a:ext uri="{FF2B5EF4-FFF2-40B4-BE49-F238E27FC236}">
                <a16:creationId xmlns:a16="http://schemas.microsoft.com/office/drawing/2014/main" id="{9CFB440E-FA80-030A-5CE4-8FA4833AEC6B}"/>
              </a:ext>
            </a:extLst>
          </p:cNvPr>
          <p:cNvSpPr>
            <a:spLocks noGrp="1"/>
          </p:cNvSpPr>
          <p:nvPr/>
        </p:nvSpPr>
        <p:spPr>
          <a:xfrm>
            <a:off x="514350" y="628650"/>
            <a:ext cx="11144250" cy="59055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sz="3600" b="1" dirty="0">
                <a:solidFill>
                  <a:srgbClr val="A40000"/>
                </a:solidFill>
                <a:latin typeface="+mn-lt"/>
                <a:ea typeface="Arial"/>
                <a:cs typeface="Arial"/>
              </a:rPr>
              <a:t>JANUS </a:t>
            </a:r>
            <a:r>
              <a:rPr lang="en-US" altLang="zh-CN" sz="3600" b="1" dirty="0">
                <a:solidFill>
                  <a:srgbClr val="A40000"/>
                </a:solidFill>
                <a:latin typeface="+mn-lt"/>
                <a:ea typeface="Arial"/>
                <a:cs typeface="Arial"/>
              </a:rPr>
              <a:t>improves</a:t>
            </a:r>
            <a:r>
              <a:rPr sz="3600" b="1" dirty="0">
                <a:solidFill>
                  <a:srgbClr val="A40000"/>
                </a:solidFill>
                <a:latin typeface="+mn-lt"/>
                <a:ea typeface="Arial"/>
                <a:cs typeface="Arial"/>
              </a:rPr>
              <a:t> L2 KV-store throughput</a:t>
            </a:r>
          </a:p>
        </p:txBody>
      </p:sp>
      <p:sp>
        <p:nvSpPr>
          <p:cNvPr id="175" name="矩形 174">
            <a:extLst>
              <a:ext uri="{FF2B5EF4-FFF2-40B4-BE49-F238E27FC236}">
                <a16:creationId xmlns:a16="http://schemas.microsoft.com/office/drawing/2014/main" id="{4446E98F-1F72-68BD-76B6-EA47A7FB8471}"/>
              </a:ext>
            </a:extLst>
          </p:cNvPr>
          <p:cNvSpPr>
            <a:spLocks noGrp="1"/>
          </p:cNvSpPr>
          <p:nvPr/>
        </p:nvSpPr>
        <p:spPr>
          <a:xfrm>
            <a:off x="800100" y="1390650"/>
            <a:ext cx="10572750" cy="400050"/>
          </a:xfrm>
          <a:prstGeom prst="rect">
            <a:avLst/>
          </a:prstGeom>
          <a:noFill/>
          <a:ln w="0">
            <a:noFill/>
            <a:prstDash val="solid"/>
          </a:ln>
        </p:spPr>
        <p:txBody>
          <a:bodyPr wrap="square" lIns="0" tIns="0" rIns="0" bIns="0" anchor="t"/>
          <a:lstStyle/>
          <a:p>
            <a:pPr algn="l">
              <a:lnSpc>
                <a:spcPct val="100000"/>
              </a:lnSpc>
              <a:buNone/>
              <a:defRPr sz="1875" b="0">
                <a:solidFill>
                  <a:srgbClr val="111111"/>
                </a:solidFill>
                <a:latin typeface="Arial"/>
                <a:ea typeface="Arial"/>
                <a:cs typeface="Arial"/>
              </a:defRPr>
            </a:pPr>
            <a:r>
              <a:rPr sz="1875" b="0" dirty="0">
                <a:solidFill>
                  <a:srgbClr val="111111"/>
                </a:solidFill>
                <a:latin typeface="Arial"/>
                <a:ea typeface="Arial"/>
                <a:cs typeface="Arial"/>
              </a:rPr>
              <a:t>Redis and Memcached run in L2 while L1 clients issue requests</a:t>
            </a:r>
          </a:p>
        </p:txBody>
      </p:sp>
    </p:spTree>
    <p:extLst>
      <p:ext uri="{BB962C8B-B14F-4D97-AF65-F5344CB8AC3E}">
        <p14:creationId xmlns:p14="http://schemas.microsoft.com/office/powerpoint/2010/main" val="196641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25361A9-8F70-4D35-9183-89DA5EB7B8CD}"/>
              </a:ext>
            </a:extLst>
          </p:cNvPr>
          <p:cNvSpPr>
            <a:spLocks noGrp="1"/>
          </p:cNvSpPr>
          <p:nvPr/>
        </p:nvSpPr>
        <p:spPr>
          <a:xfrm>
            <a:off x="11334750" y="6496050"/>
            <a:ext cx="381000" cy="266700"/>
          </a:xfrm>
          <a:prstGeom prst="rect">
            <a:avLst/>
          </a:prstGeom>
          <a:ln w="0">
            <a:prstDash val="solid"/>
          </a:ln>
        </p:spPr>
        <p:txBody>
          <a:bodyPr wrap="square" lIns="0" tIns="0" rIns="0" bIns="0" anchor="t"/>
          <a:lstStyle/>
          <a:p>
            <a:pPr algn="r">
              <a:defRPr sz="825">
                <a:solidFill>
                  <a:srgbClr val="6B7280"/>
                </a:solidFill>
              </a:defRPr>
            </a:pPr>
            <a:r>
              <a:rPr lang="en-US" altLang="zh-CN" sz="2000" b="0" dirty="0">
                <a:solidFill>
                  <a:srgbClr val="6B7280"/>
                </a:solidFill>
                <a:latin typeface="+mj-lt"/>
                <a:ea typeface="+mj-ea"/>
                <a:cs typeface="+mj-cs"/>
              </a:rPr>
              <a:t>21</a:t>
            </a:r>
            <a:endParaRPr sz="2000" b="0" dirty="0">
              <a:solidFill>
                <a:srgbClr val="6B7280"/>
              </a:solidFill>
              <a:latin typeface="+mj-lt"/>
              <a:ea typeface="+mj-ea"/>
              <a:cs typeface="+mj-cs"/>
            </a:endParaRPr>
          </a:p>
        </p:txBody>
      </p:sp>
      <p:sp>
        <p:nvSpPr>
          <p:cNvPr id="40" name="矩形 39">
            <a:extLst>
              <a:ext uri="{FF2B5EF4-FFF2-40B4-BE49-F238E27FC236}">
                <a16:creationId xmlns:a16="http://schemas.microsoft.com/office/drawing/2014/main" id="{75BDBB8C-494B-44A8-95BC-286C3BEF5D3D}"/>
              </a:ext>
            </a:extLst>
          </p:cNvPr>
          <p:cNvSpPr>
            <a:spLocks noGrp="1"/>
          </p:cNvSpPr>
          <p:nvPr/>
        </p:nvSpPr>
        <p:spPr>
          <a:xfrm>
            <a:off x="8315325" y="1799636"/>
            <a:ext cx="3143250" cy="228600"/>
          </a:xfrm>
          <a:prstGeom prst="rect">
            <a:avLst/>
          </a:prstGeom>
          <a:ln w="0">
            <a:prstDash val="solid"/>
          </a:ln>
        </p:spPr>
        <p:txBody>
          <a:bodyPr wrap="square" lIns="0" tIns="0" rIns="0" bIns="0" anchor="t"/>
          <a:lstStyle/>
          <a:p>
            <a:pPr algn="ctr">
              <a:defRPr sz="1350">
                <a:solidFill>
                  <a:srgbClr val="17324D"/>
                </a:solidFill>
              </a:defRPr>
            </a:pPr>
            <a:r>
              <a:rPr sz="1880" b="1" dirty="0">
                <a:solidFill>
                  <a:srgbClr val="17324D"/>
                </a:solidFill>
                <a:latin typeface="Arial" panose="020B0604020202020204" pitchFamily="34" charset="0"/>
                <a:ea typeface="+mj-ea"/>
                <a:cs typeface="Arial" panose="020B0604020202020204" pitchFamily="34" charset="0"/>
              </a:rPr>
              <a:t>Dirty tracking</a:t>
            </a:r>
          </a:p>
        </p:txBody>
      </p:sp>
      <p:sp>
        <p:nvSpPr>
          <p:cNvPr id="41" name="矩形 40">
            <a:extLst>
              <a:ext uri="{FF2B5EF4-FFF2-40B4-BE49-F238E27FC236}">
                <a16:creationId xmlns:a16="http://schemas.microsoft.com/office/drawing/2014/main" id="{CE5244F9-A352-4432-9B28-48AAC9D0A1FE}"/>
              </a:ext>
            </a:extLst>
          </p:cNvPr>
          <p:cNvSpPr>
            <a:spLocks noGrp="1"/>
          </p:cNvSpPr>
          <p:nvPr/>
        </p:nvSpPr>
        <p:spPr>
          <a:xfrm>
            <a:off x="8858250" y="3919515"/>
            <a:ext cx="2362200" cy="14288"/>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2" name="矩形 41">
            <a:extLst>
              <a:ext uri="{FF2B5EF4-FFF2-40B4-BE49-F238E27FC236}">
                <a16:creationId xmlns:a16="http://schemas.microsoft.com/office/drawing/2014/main" id="{60C9157C-82A5-4743-BCAB-B377798CD40D}"/>
              </a:ext>
            </a:extLst>
          </p:cNvPr>
          <p:cNvSpPr>
            <a:spLocks noGrp="1"/>
          </p:cNvSpPr>
          <p:nvPr/>
        </p:nvSpPr>
        <p:spPr>
          <a:xfrm>
            <a:off x="8858250" y="2471715"/>
            <a:ext cx="14288" cy="1447800"/>
          </a:xfrm>
          <a:prstGeom prst="rect">
            <a:avLst/>
          </a:prstGeom>
          <a:solidFill>
            <a:srgbClr val="D8E0EA"/>
          </a:solidFill>
          <a:ln w="0">
            <a:solidFill>
              <a:srgbClr val="D8E0EA"/>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3" name="矩形 42">
            <a:extLst>
              <a:ext uri="{FF2B5EF4-FFF2-40B4-BE49-F238E27FC236}">
                <a16:creationId xmlns:a16="http://schemas.microsoft.com/office/drawing/2014/main" id="{A8D0B703-A33B-4A53-BC13-E3EAD04732FA}"/>
              </a:ext>
            </a:extLst>
          </p:cNvPr>
          <p:cNvSpPr>
            <a:spLocks noGrp="1"/>
          </p:cNvSpPr>
          <p:nvPr/>
        </p:nvSpPr>
        <p:spPr>
          <a:xfrm>
            <a:off x="8858250" y="3919515"/>
            <a:ext cx="2362200" cy="8573"/>
          </a:xfrm>
          <a:prstGeom prst="rect">
            <a:avLst/>
          </a:prstGeom>
          <a:solidFill>
            <a:srgbClr val="E8EDF4"/>
          </a:solidFill>
          <a:ln w="0">
            <a:solidFill>
              <a:srgbClr val="E8EDF4"/>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4" name="矩形 43">
            <a:extLst>
              <a:ext uri="{FF2B5EF4-FFF2-40B4-BE49-F238E27FC236}">
                <a16:creationId xmlns:a16="http://schemas.microsoft.com/office/drawing/2014/main" id="{50B598F2-912A-43F1-AE5A-580BA681789E}"/>
              </a:ext>
            </a:extLst>
          </p:cNvPr>
          <p:cNvSpPr>
            <a:spLocks noGrp="1"/>
          </p:cNvSpPr>
          <p:nvPr/>
        </p:nvSpPr>
        <p:spPr>
          <a:xfrm>
            <a:off x="8401050" y="3833790"/>
            <a:ext cx="400050" cy="171450"/>
          </a:xfrm>
          <a:prstGeom prst="rect">
            <a:avLst/>
          </a:prstGeom>
          <a:ln w="0">
            <a:prstDash val="solid"/>
          </a:ln>
        </p:spPr>
        <p:txBody>
          <a:bodyPr wrap="square" lIns="0" tIns="0" rIns="0" bIns="0" anchor="t"/>
          <a:lstStyle/>
          <a:p>
            <a:pPr algn="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0</a:t>
            </a:r>
          </a:p>
        </p:txBody>
      </p:sp>
      <p:sp>
        <p:nvSpPr>
          <p:cNvPr id="45" name="矩形 44">
            <a:extLst>
              <a:ext uri="{FF2B5EF4-FFF2-40B4-BE49-F238E27FC236}">
                <a16:creationId xmlns:a16="http://schemas.microsoft.com/office/drawing/2014/main" id="{BFFE4DB8-B8FD-4273-9720-1B76B712E378}"/>
              </a:ext>
            </a:extLst>
          </p:cNvPr>
          <p:cNvSpPr>
            <a:spLocks noGrp="1"/>
          </p:cNvSpPr>
          <p:nvPr/>
        </p:nvSpPr>
        <p:spPr>
          <a:xfrm>
            <a:off x="8858250" y="3195615"/>
            <a:ext cx="2362200" cy="8573"/>
          </a:xfrm>
          <a:prstGeom prst="rect">
            <a:avLst/>
          </a:prstGeom>
          <a:solidFill>
            <a:srgbClr val="E8EDF4"/>
          </a:solidFill>
          <a:ln w="0">
            <a:solidFill>
              <a:srgbClr val="E8EDF4"/>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6" name="矩形 45">
            <a:extLst>
              <a:ext uri="{FF2B5EF4-FFF2-40B4-BE49-F238E27FC236}">
                <a16:creationId xmlns:a16="http://schemas.microsoft.com/office/drawing/2014/main" id="{8E9CFDA5-A60A-403E-816F-E34AC8116CCD}"/>
              </a:ext>
            </a:extLst>
          </p:cNvPr>
          <p:cNvSpPr>
            <a:spLocks noGrp="1"/>
          </p:cNvSpPr>
          <p:nvPr/>
        </p:nvSpPr>
        <p:spPr>
          <a:xfrm>
            <a:off x="8401050" y="3109890"/>
            <a:ext cx="400050" cy="171450"/>
          </a:xfrm>
          <a:prstGeom prst="rect">
            <a:avLst/>
          </a:prstGeom>
          <a:ln w="0">
            <a:prstDash val="solid"/>
          </a:ln>
        </p:spPr>
        <p:txBody>
          <a:bodyPr wrap="square" lIns="0" tIns="0" rIns="0" bIns="0" anchor="t"/>
          <a:lstStyle/>
          <a:p>
            <a:pPr algn="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4</a:t>
            </a:r>
          </a:p>
        </p:txBody>
      </p:sp>
      <p:sp>
        <p:nvSpPr>
          <p:cNvPr id="47" name="矩形 46">
            <a:extLst>
              <a:ext uri="{FF2B5EF4-FFF2-40B4-BE49-F238E27FC236}">
                <a16:creationId xmlns:a16="http://schemas.microsoft.com/office/drawing/2014/main" id="{F6D0CA1D-9930-4E5A-BDEA-2279D1E8598F}"/>
              </a:ext>
            </a:extLst>
          </p:cNvPr>
          <p:cNvSpPr>
            <a:spLocks noGrp="1"/>
          </p:cNvSpPr>
          <p:nvPr/>
        </p:nvSpPr>
        <p:spPr>
          <a:xfrm>
            <a:off x="8858250" y="2471715"/>
            <a:ext cx="2362200" cy="8573"/>
          </a:xfrm>
          <a:prstGeom prst="rect">
            <a:avLst/>
          </a:prstGeom>
          <a:solidFill>
            <a:srgbClr val="E8EDF4"/>
          </a:solidFill>
          <a:ln w="0">
            <a:solidFill>
              <a:srgbClr val="E8EDF4"/>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13BFAC8B-4449-4804-9F99-A13025475A33}"/>
              </a:ext>
            </a:extLst>
          </p:cNvPr>
          <p:cNvSpPr>
            <a:spLocks noGrp="1"/>
          </p:cNvSpPr>
          <p:nvPr/>
        </p:nvSpPr>
        <p:spPr>
          <a:xfrm>
            <a:off x="8401050" y="2385990"/>
            <a:ext cx="400050" cy="171450"/>
          </a:xfrm>
          <a:prstGeom prst="rect">
            <a:avLst/>
          </a:prstGeom>
          <a:ln w="0">
            <a:prstDash val="solid"/>
          </a:ln>
        </p:spPr>
        <p:txBody>
          <a:bodyPr wrap="square" lIns="0" tIns="0" rIns="0" bIns="0" anchor="t"/>
          <a:lstStyle/>
          <a:p>
            <a:pPr algn="r">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7</a:t>
            </a:r>
          </a:p>
        </p:txBody>
      </p:sp>
      <p:sp>
        <p:nvSpPr>
          <p:cNvPr id="49" name="矩形 48">
            <a:extLst>
              <a:ext uri="{FF2B5EF4-FFF2-40B4-BE49-F238E27FC236}">
                <a16:creationId xmlns:a16="http://schemas.microsoft.com/office/drawing/2014/main" id="{06C78F5F-5E07-4C03-92FF-744B56FE77DE}"/>
              </a:ext>
            </a:extLst>
          </p:cNvPr>
          <p:cNvSpPr>
            <a:spLocks noGrp="1"/>
          </p:cNvSpPr>
          <p:nvPr/>
        </p:nvSpPr>
        <p:spPr>
          <a:xfrm>
            <a:off x="8401050" y="2177672"/>
            <a:ext cx="1739900" cy="190282"/>
          </a:xfrm>
          <a:prstGeom prst="rect">
            <a:avLst/>
          </a:prstGeom>
          <a:ln w="0">
            <a:prstDash val="solid"/>
          </a:ln>
        </p:spPr>
        <p:txBody>
          <a:bodyPr wrap="square" lIns="0" tIns="0" rIns="0" bIns="0" anchor="t"/>
          <a:lstStyle/>
          <a:p>
            <a:pPr algn="l">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After tracking (s)</a:t>
            </a:r>
          </a:p>
        </p:txBody>
      </p:sp>
      <p:sp>
        <p:nvSpPr>
          <p:cNvPr id="50" name="矩形 49">
            <a:extLst>
              <a:ext uri="{FF2B5EF4-FFF2-40B4-BE49-F238E27FC236}">
                <a16:creationId xmlns:a16="http://schemas.microsoft.com/office/drawing/2014/main" id="{1454D520-B76A-4B77-A4FB-F9B6F78A399C}"/>
              </a:ext>
            </a:extLst>
          </p:cNvPr>
          <p:cNvSpPr>
            <a:spLocks noGrp="1"/>
          </p:cNvSpPr>
          <p:nvPr/>
        </p:nvSpPr>
        <p:spPr>
          <a:xfrm>
            <a:off x="8743950" y="3995715"/>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1</a:t>
            </a:r>
          </a:p>
        </p:txBody>
      </p:sp>
      <p:sp>
        <p:nvSpPr>
          <p:cNvPr id="51" name="矩形 50">
            <a:extLst>
              <a:ext uri="{FF2B5EF4-FFF2-40B4-BE49-F238E27FC236}">
                <a16:creationId xmlns:a16="http://schemas.microsoft.com/office/drawing/2014/main" id="{77E387C9-F65B-4C22-A6EE-662F4457E59B}"/>
              </a:ext>
            </a:extLst>
          </p:cNvPr>
          <p:cNvSpPr>
            <a:spLocks noGrp="1"/>
          </p:cNvSpPr>
          <p:nvPr/>
        </p:nvSpPr>
        <p:spPr>
          <a:xfrm>
            <a:off x="9531350" y="3995715"/>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2</a:t>
            </a:r>
          </a:p>
        </p:txBody>
      </p:sp>
      <p:sp>
        <p:nvSpPr>
          <p:cNvPr id="52" name="矩形 51">
            <a:extLst>
              <a:ext uri="{FF2B5EF4-FFF2-40B4-BE49-F238E27FC236}">
                <a16:creationId xmlns:a16="http://schemas.microsoft.com/office/drawing/2014/main" id="{D9811577-BEE5-4836-A127-2601CBB029D5}"/>
              </a:ext>
            </a:extLst>
          </p:cNvPr>
          <p:cNvSpPr>
            <a:spLocks noGrp="1"/>
          </p:cNvSpPr>
          <p:nvPr/>
        </p:nvSpPr>
        <p:spPr>
          <a:xfrm>
            <a:off x="10318750" y="3995715"/>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4</a:t>
            </a:r>
          </a:p>
        </p:txBody>
      </p:sp>
      <p:sp>
        <p:nvSpPr>
          <p:cNvPr id="53" name="矩形 52">
            <a:extLst>
              <a:ext uri="{FF2B5EF4-FFF2-40B4-BE49-F238E27FC236}">
                <a16:creationId xmlns:a16="http://schemas.microsoft.com/office/drawing/2014/main" id="{62E0AA30-4E17-4F40-A0BF-2FDCB284BB34}"/>
              </a:ext>
            </a:extLst>
          </p:cNvPr>
          <p:cNvSpPr>
            <a:spLocks noGrp="1"/>
          </p:cNvSpPr>
          <p:nvPr/>
        </p:nvSpPr>
        <p:spPr>
          <a:xfrm>
            <a:off x="11106150" y="3995715"/>
            <a:ext cx="228600" cy="171450"/>
          </a:xfrm>
          <a:prstGeom prst="rect">
            <a:avLst/>
          </a:prstGeom>
          <a:ln w="0">
            <a:prstDash val="solid"/>
          </a:ln>
        </p:spPr>
        <p:txBody>
          <a:bodyPr wrap="square" lIns="0" tIns="0" rIns="0" bIns="0" anchor="t"/>
          <a:lstStyle/>
          <a:p>
            <a:pPr algn="ctr">
              <a:defRPr sz="863">
                <a:solidFill>
                  <a:srgbClr val="6B7280"/>
                </a:solidFill>
              </a:defRPr>
            </a:pPr>
            <a:r>
              <a:rPr sz="1600">
                <a:solidFill>
                  <a:srgbClr val="6B7280"/>
                </a:solidFill>
                <a:latin typeface="Arial" panose="020B0604020202020204" pitchFamily="34" charset="0"/>
                <a:ea typeface="+mj-ea"/>
                <a:cs typeface="Arial" panose="020B0604020202020204" pitchFamily="34" charset="0"/>
              </a:rPr>
              <a:t>8</a:t>
            </a:r>
          </a:p>
        </p:txBody>
      </p:sp>
      <p:sp>
        <p:nvSpPr>
          <p:cNvPr id="54" name="矩形 53">
            <a:extLst>
              <a:ext uri="{FF2B5EF4-FFF2-40B4-BE49-F238E27FC236}">
                <a16:creationId xmlns:a16="http://schemas.microsoft.com/office/drawing/2014/main" id="{519BEB74-F766-48F7-802A-E69F2AA9515A}"/>
              </a:ext>
            </a:extLst>
          </p:cNvPr>
          <p:cNvSpPr>
            <a:spLocks noGrp="1"/>
          </p:cNvSpPr>
          <p:nvPr/>
        </p:nvSpPr>
        <p:spPr>
          <a:xfrm rot="-315165">
            <a:off x="8856590" y="3799500"/>
            <a:ext cx="790721" cy="22860"/>
          </a:xfrm>
          <a:prstGeom prst="rect">
            <a:avLst/>
          </a:prstGeom>
          <a:solidFill>
            <a:srgbClr val="2E9D6B"/>
          </a:solidFill>
          <a:ln w="0">
            <a:solidFill>
              <a:srgbClr val="2E9D6B"/>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5" name="矩形 54">
            <a:extLst>
              <a:ext uri="{FF2B5EF4-FFF2-40B4-BE49-F238E27FC236}">
                <a16:creationId xmlns:a16="http://schemas.microsoft.com/office/drawing/2014/main" id="{E73F2DDD-1D72-4FEB-B47E-CC86A3AF3D2D}"/>
              </a:ext>
            </a:extLst>
          </p:cNvPr>
          <p:cNvSpPr>
            <a:spLocks noGrp="1"/>
          </p:cNvSpPr>
          <p:nvPr/>
        </p:nvSpPr>
        <p:spPr>
          <a:xfrm rot="-694727">
            <a:off x="9637472" y="3682642"/>
            <a:ext cx="803757" cy="22860"/>
          </a:xfrm>
          <a:prstGeom prst="rect">
            <a:avLst/>
          </a:prstGeom>
          <a:solidFill>
            <a:srgbClr val="2E9D6B"/>
          </a:solidFill>
          <a:ln w="0">
            <a:solidFill>
              <a:srgbClr val="2E9D6B"/>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6" name="矩形 55">
            <a:extLst>
              <a:ext uri="{FF2B5EF4-FFF2-40B4-BE49-F238E27FC236}">
                <a16:creationId xmlns:a16="http://schemas.microsoft.com/office/drawing/2014/main" id="{062B73C3-D533-410E-810A-676F398BD378}"/>
              </a:ext>
            </a:extLst>
          </p:cNvPr>
          <p:cNvSpPr>
            <a:spLocks noGrp="1"/>
          </p:cNvSpPr>
          <p:nvPr/>
        </p:nvSpPr>
        <p:spPr>
          <a:xfrm rot="-1251037">
            <a:off x="10405460" y="3452028"/>
            <a:ext cx="842579" cy="22860"/>
          </a:xfrm>
          <a:prstGeom prst="rect">
            <a:avLst/>
          </a:prstGeom>
          <a:solidFill>
            <a:srgbClr val="2E9D6B"/>
          </a:solidFill>
          <a:ln w="0">
            <a:solidFill>
              <a:srgbClr val="2E9D6B"/>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7" name="椭圆 56">
            <a:extLst>
              <a:ext uri="{FF2B5EF4-FFF2-40B4-BE49-F238E27FC236}">
                <a16:creationId xmlns:a16="http://schemas.microsoft.com/office/drawing/2014/main" id="{E60ECF46-945C-4168-A7DE-151E347F27B8}"/>
              </a:ext>
            </a:extLst>
          </p:cNvPr>
          <p:cNvSpPr>
            <a:spLocks noGrp="1"/>
          </p:cNvSpPr>
          <p:nvPr/>
        </p:nvSpPr>
        <p:spPr>
          <a:xfrm>
            <a:off x="8829675" y="3818550"/>
            <a:ext cx="57150" cy="57150"/>
          </a:xfrm>
          <a:prstGeom prst="ellipse">
            <a:avLst/>
          </a:prstGeom>
          <a:solidFill>
            <a:srgbClr val="2E9D6B"/>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8" name="椭圆 57">
            <a:extLst>
              <a:ext uri="{FF2B5EF4-FFF2-40B4-BE49-F238E27FC236}">
                <a16:creationId xmlns:a16="http://schemas.microsoft.com/office/drawing/2014/main" id="{F460F9F3-B0B6-4BC1-93C5-0EECD116B70E}"/>
              </a:ext>
            </a:extLst>
          </p:cNvPr>
          <p:cNvSpPr>
            <a:spLocks noGrp="1"/>
          </p:cNvSpPr>
          <p:nvPr/>
        </p:nvSpPr>
        <p:spPr>
          <a:xfrm>
            <a:off x="10404475" y="3584834"/>
            <a:ext cx="57150" cy="57150"/>
          </a:xfrm>
          <a:prstGeom prst="ellipse">
            <a:avLst/>
          </a:prstGeom>
          <a:solidFill>
            <a:srgbClr val="2E9D6B"/>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59" name="椭圆 58">
            <a:extLst>
              <a:ext uri="{FF2B5EF4-FFF2-40B4-BE49-F238E27FC236}">
                <a16:creationId xmlns:a16="http://schemas.microsoft.com/office/drawing/2014/main" id="{E83C9532-E6C5-4949-B348-0F1D0D5898FD}"/>
              </a:ext>
            </a:extLst>
          </p:cNvPr>
          <p:cNvSpPr>
            <a:spLocks noGrp="1"/>
          </p:cNvSpPr>
          <p:nvPr/>
        </p:nvSpPr>
        <p:spPr>
          <a:xfrm>
            <a:off x="11191875" y="3284932"/>
            <a:ext cx="57150" cy="57150"/>
          </a:xfrm>
          <a:prstGeom prst="ellipse">
            <a:avLst/>
          </a:prstGeom>
          <a:solidFill>
            <a:srgbClr val="2E9D6B"/>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0" name="矩形 59">
            <a:extLst>
              <a:ext uri="{FF2B5EF4-FFF2-40B4-BE49-F238E27FC236}">
                <a16:creationId xmlns:a16="http://schemas.microsoft.com/office/drawing/2014/main" id="{12493579-21E9-42BA-9182-A09EC14E9E70}"/>
              </a:ext>
            </a:extLst>
          </p:cNvPr>
          <p:cNvSpPr>
            <a:spLocks noGrp="1"/>
          </p:cNvSpPr>
          <p:nvPr/>
        </p:nvSpPr>
        <p:spPr>
          <a:xfrm rot="-798051">
            <a:off x="8847398" y="3649549"/>
            <a:ext cx="809104" cy="22860"/>
          </a:xfrm>
          <a:prstGeom prst="rect">
            <a:avLst/>
          </a:prstGeom>
          <a:solidFill>
            <a:srgbClr val="6B7280"/>
          </a:solidFill>
          <a:ln w="0">
            <a:solidFill>
              <a:srgbClr val="6B7280"/>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1" name="矩形 60">
            <a:extLst>
              <a:ext uri="{FF2B5EF4-FFF2-40B4-BE49-F238E27FC236}">
                <a16:creationId xmlns:a16="http://schemas.microsoft.com/office/drawing/2014/main" id="{623C4EDB-42C7-415F-90E0-B6FC9C6EFA40}"/>
              </a:ext>
            </a:extLst>
          </p:cNvPr>
          <p:cNvSpPr>
            <a:spLocks noGrp="1"/>
          </p:cNvSpPr>
          <p:nvPr/>
        </p:nvSpPr>
        <p:spPr>
          <a:xfrm rot="-1313680">
            <a:off x="9615045" y="3398253"/>
            <a:ext cx="848609" cy="22860"/>
          </a:xfrm>
          <a:prstGeom prst="rect">
            <a:avLst/>
          </a:prstGeom>
          <a:solidFill>
            <a:srgbClr val="6B7280"/>
          </a:solidFill>
          <a:ln w="0">
            <a:solidFill>
              <a:srgbClr val="6B7280"/>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2" name="矩形 61">
            <a:extLst>
              <a:ext uri="{FF2B5EF4-FFF2-40B4-BE49-F238E27FC236}">
                <a16:creationId xmlns:a16="http://schemas.microsoft.com/office/drawing/2014/main" id="{38B24E67-1FE1-46DE-8FC5-BCAF41DA6FCF}"/>
              </a:ext>
            </a:extLst>
          </p:cNvPr>
          <p:cNvSpPr>
            <a:spLocks noGrp="1"/>
          </p:cNvSpPr>
          <p:nvPr/>
        </p:nvSpPr>
        <p:spPr>
          <a:xfrm rot="-2434433">
            <a:off x="10308429" y="2902898"/>
            <a:ext cx="1036642" cy="22860"/>
          </a:xfrm>
          <a:prstGeom prst="rect">
            <a:avLst/>
          </a:prstGeom>
          <a:solidFill>
            <a:srgbClr val="6B7280"/>
          </a:solidFill>
          <a:ln w="0">
            <a:solidFill>
              <a:srgbClr val="6B7280"/>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3" name="椭圆 62">
            <a:extLst>
              <a:ext uri="{FF2B5EF4-FFF2-40B4-BE49-F238E27FC236}">
                <a16:creationId xmlns:a16="http://schemas.microsoft.com/office/drawing/2014/main" id="{6845BD0A-F7FC-45E6-B9B4-5638861FDD62}"/>
              </a:ext>
            </a:extLst>
          </p:cNvPr>
          <p:cNvSpPr>
            <a:spLocks noGrp="1"/>
          </p:cNvSpPr>
          <p:nvPr/>
        </p:nvSpPr>
        <p:spPr>
          <a:xfrm>
            <a:off x="8829675" y="3725477"/>
            <a:ext cx="57150" cy="57150"/>
          </a:xfrm>
          <a:prstGeom prst="ellipse">
            <a:avLst/>
          </a:prstGeom>
          <a:solidFill>
            <a:srgbClr val="6B7280"/>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4" name="椭圆 63">
            <a:extLst>
              <a:ext uri="{FF2B5EF4-FFF2-40B4-BE49-F238E27FC236}">
                <a16:creationId xmlns:a16="http://schemas.microsoft.com/office/drawing/2014/main" id="{3CEA2A79-81A7-402F-ABDA-308A820081B4}"/>
              </a:ext>
            </a:extLst>
          </p:cNvPr>
          <p:cNvSpPr>
            <a:spLocks noGrp="1"/>
          </p:cNvSpPr>
          <p:nvPr/>
        </p:nvSpPr>
        <p:spPr>
          <a:xfrm>
            <a:off x="10404475" y="3222884"/>
            <a:ext cx="57150" cy="57150"/>
          </a:xfrm>
          <a:prstGeom prst="ellipse">
            <a:avLst/>
          </a:prstGeom>
          <a:solidFill>
            <a:srgbClr val="6B7280"/>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5" name="椭圆 64">
            <a:extLst>
              <a:ext uri="{FF2B5EF4-FFF2-40B4-BE49-F238E27FC236}">
                <a16:creationId xmlns:a16="http://schemas.microsoft.com/office/drawing/2014/main" id="{CF4ED1DB-FE29-4208-B0F9-7654ABA75615}"/>
              </a:ext>
            </a:extLst>
          </p:cNvPr>
          <p:cNvSpPr>
            <a:spLocks noGrp="1"/>
          </p:cNvSpPr>
          <p:nvPr/>
        </p:nvSpPr>
        <p:spPr>
          <a:xfrm>
            <a:off x="11191875" y="2548623"/>
            <a:ext cx="57150" cy="57150"/>
          </a:xfrm>
          <a:prstGeom prst="ellipse">
            <a:avLst/>
          </a:prstGeom>
          <a:solidFill>
            <a:srgbClr val="6B7280"/>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6" name="矩形 65">
            <a:extLst>
              <a:ext uri="{FF2B5EF4-FFF2-40B4-BE49-F238E27FC236}">
                <a16:creationId xmlns:a16="http://schemas.microsoft.com/office/drawing/2014/main" id="{C73EEABD-409A-4D98-9AA1-33F81DB2C8EF}"/>
              </a:ext>
            </a:extLst>
          </p:cNvPr>
          <p:cNvSpPr>
            <a:spLocks noGrp="1"/>
          </p:cNvSpPr>
          <p:nvPr/>
        </p:nvSpPr>
        <p:spPr>
          <a:xfrm rot="-342008">
            <a:off x="8856294" y="3787499"/>
            <a:ext cx="791313"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7" name="矩形 66">
            <a:extLst>
              <a:ext uri="{FF2B5EF4-FFF2-40B4-BE49-F238E27FC236}">
                <a16:creationId xmlns:a16="http://schemas.microsoft.com/office/drawing/2014/main" id="{FB1DF4BC-0F79-4B1F-A542-AD74F8BD96F2}"/>
              </a:ext>
            </a:extLst>
          </p:cNvPr>
          <p:cNvSpPr>
            <a:spLocks noGrp="1"/>
          </p:cNvSpPr>
          <p:nvPr/>
        </p:nvSpPr>
        <p:spPr>
          <a:xfrm rot="-815135">
            <a:off x="9634317" y="3653060"/>
            <a:ext cx="810065"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8" name="矩形 67">
            <a:extLst>
              <a:ext uri="{FF2B5EF4-FFF2-40B4-BE49-F238E27FC236}">
                <a16:creationId xmlns:a16="http://schemas.microsoft.com/office/drawing/2014/main" id="{DAB3FB92-944E-4B76-AD71-21A073F93577}"/>
              </a:ext>
            </a:extLst>
          </p:cNvPr>
          <p:cNvSpPr>
            <a:spLocks noGrp="1"/>
          </p:cNvSpPr>
          <p:nvPr/>
        </p:nvSpPr>
        <p:spPr>
          <a:xfrm rot="-1131224">
            <a:off x="10410729" y="3423480"/>
            <a:ext cx="832042" cy="3238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69" name="椭圆 68">
            <a:extLst>
              <a:ext uri="{FF2B5EF4-FFF2-40B4-BE49-F238E27FC236}">
                <a16:creationId xmlns:a16="http://schemas.microsoft.com/office/drawing/2014/main" id="{9D7472AB-B53D-47A2-99A8-77675A8DE87B}"/>
              </a:ext>
            </a:extLst>
          </p:cNvPr>
          <p:cNvSpPr>
            <a:spLocks noGrp="1"/>
          </p:cNvSpPr>
          <p:nvPr/>
        </p:nvSpPr>
        <p:spPr>
          <a:xfrm>
            <a:off x="8822531" y="3807270"/>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0" name="椭圆 69">
            <a:extLst>
              <a:ext uri="{FF2B5EF4-FFF2-40B4-BE49-F238E27FC236}">
                <a16:creationId xmlns:a16="http://schemas.microsoft.com/office/drawing/2014/main" id="{1BDD7DE1-CB79-493D-BF36-F3B894C73A13}"/>
              </a:ext>
            </a:extLst>
          </p:cNvPr>
          <p:cNvSpPr>
            <a:spLocks noGrp="1"/>
          </p:cNvSpPr>
          <p:nvPr/>
        </p:nvSpPr>
        <p:spPr>
          <a:xfrm>
            <a:off x="10397331" y="3538393"/>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1" name="椭圆 70">
            <a:extLst>
              <a:ext uri="{FF2B5EF4-FFF2-40B4-BE49-F238E27FC236}">
                <a16:creationId xmlns:a16="http://schemas.microsoft.com/office/drawing/2014/main" id="{F2D218CB-1B51-40EE-A3CF-455AAD3E5A8E}"/>
              </a:ext>
            </a:extLst>
          </p:cNvPr>
          <p:cNvSpPr>
            <a:spLocks noGrp="1"/>
          </p:cNvSpPr>
          <p:nvPr/>
        </p:nvSpPr>
        <p:spPr>
          <a:xfrm>
            <a:off x="11184731" y="3269515"/>
            <a:ext cx="71438" cy="71438"/>
          </a:xfrm>
          <a:prstGeom prst="ellipse">
            <a:avLst/>
          </a:prstGeom>
          <a:solidFill>
            <a:srgbClr val="2F6DF6"/>
          </a:solidFill>
          <a:ln w="9525">
            <a:solidFill>
              <a:srgbClr val="FFFFFF"/>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2" name="矩形 71">
            <a:extLst>
              <a:ext uri="{FF2B5EF4-FFF2-40B4-BE49-F238E27FC236}">
                <a16:creationId xmlns:a16="http://schemas.microsoft.com/office/drawing/2014/main" id="{BB5C9BF0-B226-43D9-A11A-E7F0AAFB56B7}"/>
              </a:ext>
            </a:extLst>
          </p:cNvPr>
          <p:cNvSpPr>
            <a:spLocks noGrp="1"/>
          </p:cNvSpPr>
          <p:nvPr/>
        </p:nvSpPr>
        <p:spPr>
          <a:xfrm>
            <a:off x="8610600" y="4395765"/>
            <a:ext cx="171450" cy="47625"/>
          </a:xfrm>
          <a:prstGeom prst="rect">
            <a:avLst/>
          </a:prstGeom>
          <a:solidFill>
            <a:srgbClr val="2E9D6B"/>
          </a:solidFill>
          <a:ln w="0">
            <a:solidFill>
              <a:srgbClr val="2E9D6B"/>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3" name="矩形 72">
            <a:extLst>
              <a:ext uri="{FF2B5EF4-FFF2-40B4-BE49-F238E27FC236}">
                <a16:creationId xmlns:a16="http://schemas.microsoft.com/office/drawing/2014/main" id="{1C071BF6-005E-4A7B-90B6-4BDB2D6574EF}"/>
              </a:ext>
            </a:extLst>
          </p:cNvPr>
          <p:cNvSpPr>
            <a:spLocks noGrp="1"/>
          </p:cNvSpPr>
          <p:nvPr/>
        </p:nvSpPr>
        <p:spPr>
          <a:xfrm>
            <a:off x="8839200" y="4311733"/>
            <a:ext cx="647700" cy="235418"/>
          </a:xfrm>
          <a:prstGeom prst="rect">
            <a:avLst/>
          </a:prstGeom>
          <a:ln w="0">
            <a:prstDash val="solid"/>
          </a:ln>
        </p:spPr>
        <p:txBody>
          <a:bodyPr wrap="square" lIns="0" tIns="0" rIns="0" bIns="0" anchor="t"/>
          <a:lstStyle/>
          <a:p>
            <a:pPr algn="l">
              <a:defRPr sz="863">
                <a:solidFill>
                  <a:srgbClr val="6B7280"/>
                </a:solidFill>
              </a:defRPr>
            </a:pPr>
            <a:r>
              <a:rPr lang="en-US" sz="1600" dirty="0">
                <a:solidFill>
                  <a:srgbClr val="6B7280"/>
                </a:solidFill>
                <a:latin typeface="Arial" panose="020B0604020202020204" pitchFamily="34" charset="0"/>
                <a:ea typeface="+mj-ea"/>
                <a:cs typeface="Arial" panose="020B0604020202020204" pitchFamily="34" charset="0"/>
              </a:rPr>
              <a:t>PVM</a:t>
            </a:r>
            <a:endParaRPr sz="1600" dirty="0">
              <a:solidFill>
                <a:srgbClr val="6B7280"/>
              </a:solidFill>
              <a:latin typeface="Arial" panose="020B0604020202020204" pitchFamily="34" charset="0"/>
              <a:cs typeface="Arial" panose="020B0604020202020204" pitchFamily="34" charset="0"/>
            </a:endParaRPr>
          </a:p>
        </p:txBody>
      </p:sp>
      <p:sp>
        <p:nvSpPr>
          <p:cNvPr id="74" name="矩形 73">
            <a:extLst>
              <a:ext uri="{FF2B5EF4-FFF2-40B4-BE49-F238E27FC236}">
                <a16:creationId xmlns:a16="http://schemas.microsoft.com/office/drawing/2014/main" id="{D9C056B6-03E0-4F8D-A43C-34414CE205A0}"/>
              </a:ext>
            </a:extLst>
          </p:cNvPr>
          <p:cNvSpPr>
            <a:spLocks noGrp="1"/>
          </p:cNvSpPr>
          <p:nvPr/>
        </p:nvSpPr>
        <p:spPr>
          <a:xfrm>
            <a:off x="9429750" y="4395765"/>
            <a:ext cx="171450" cy="47625"/>
          </a:xfrm>
          <a:prstGeom prst="rect">
            <a:avLst/>
          </a:prstGeom>
          <a:solidFill>
            <a:srgbClr val="6B7280"/>
          </a:solidFill>
          <a:ln w="0">
            <a:solidFill>
              <a:srgbClr val="6B7280"/>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5" name="矩形 74">
            <a:extLst>
              <a:ext uri="{FF2B5EF4-FFF2-40B4-BE49-F238E27FC236}">
                <a16:creationId xmlns:a16="http://schemas.microsoft.com/office/drawing/2014/main" id="{9315D07D-229F-4DD6-9175-61F280E5D642}"/>
              </a:ext>
            </a:extLst>
          </p:cNvPr>
          <p:cNvSpPr>
            <a:spLocks noGrp="1"/>
          </p:cNvSpPr>
          <p:nvPr/>
        </p:nvSpPr>
        <p:spPr>
          <a:xfrm>
            <a:off x="9645650" y="4311733"/>
            <a:ext cx="495300" cy="208281"/>
          </a:xfrm>
          <a:prstGeom prst="rect">
            <a:avLst/>
          </a:prstGeom>
          <a:ln w="0">
            <a:prstDash val="solid"/>
          </a:ln>
        </p:spPr>
        <p:txBody>
          <a:bodyPr wrap="square" lIns="0" tIns="0" rIns="0" bIns="0" anchor="t"/>
          <a:lstStyle/>
          <a:p>
            <a:pPr algn="l">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KVM</a:t>
            </a:r>
          </a:p>
        </p:txBody>
      </p:sp>
      <p:sp>
        <p:nvSpPr>
          <p:cNvPr id="76" name="矩形 75">
            <a:extLst>
              <a:ext uri="{FF2B5EF4-FFF2-40B4-BE49-F238E27FC236}">
                <a16:creationId xmlns:a16="http://schemas.microsoft.com/office/drawing/2014/main" id="{5F36B2BD-2A80-421C-BB52-D1CB3C3D14B7}"/>
              </a:ext>
            </a:extLst>
          </p:cNvPr>
          <p:cNvSpPr>
            <a:spLocks noGrp="1"/>
          </p:cNvSpPr>
          <p:nvPr/>
        </p:nvSpPr>
        <p:spPr>
          <a:xfrm>
            <a:off x="10184646" y="4395765"/>
            <a:ext cx="171450" cy="47625"/>
          </a:xfrm>
          <a:prstGeom prst="rect">
            <a:avLst/>
          </a:prstGeom>
          <a:solidFill>
            <a:srgbClr val="2F6DF6"/>
          </a:solidFill>
          <a:ln w="0">
            <a:solidFill>
              <a:srgbClr val="2F6DF6"/>
            </a:solidFill>
            <a:prstDash val="solid"/>
          </a:ln>
        </p:spPr>
        <p:txBody>
          <a:bodyPr/>
          <a:lstStyle/>
          <a:p>
            <a:endParaRPr lang="zh-CN" altLang="en-US" sz="1600">
              <a:latin typeface="Arial" panose="020B0604020202020204" pitchFamily="34" charset="0"/>
              <a:cs typeface="Arial" panose="020B0604020202020204" pitchFamily="34" charset="0"/>
            </a:endParaRPr>
          </a:p>
        </p:txBody>
      </p:sp>
      <p:sp>
        <p:nvSpPr>
          <p:cNvPr id="77" name="矩形 76">
            <a:extLst>
              <a:ext uri="{FF2B5EF4-FFF2-40B4-BE49-F238E27FC236}">
                <a16:creationId xmlns:a16="http://schemas.microsoft.com/office/drawing/2014/main" id="{08824B38-6A0B-4FD2-8995-D57E910C2F7E}"/>
              </a:ext>
            </a:extLst>
          </p:cNvPr>
          <p:cNvSpPr>
            <a:spLocks noGrp="1"/>
          </p:cNvSpPr>
          <p:nvPr/>
        </p:nvSpPr>
        <p:spPr>
          <a:xfrm>
            <a:off x="10425615" y="4295617"/>
            <a:ext cx="971550" cy="252412"/>
          </a:xfrm>
          <a:prstGeom prst="rect">
            <a:avLst/>
          </a:prstGeom>
          <a:ln w="0">
            <a:prstDash val="solid"/>
          </a:ln>
        </p:spPr>
        <p:txBody>
          <a:bodyPr wrap="square" lIns="0" tIns="0" rIns="0" bIns="0" anchor="t"/>
          <a:lstStyle/>
          <a:p>
            <a:pPr algn="l">
              <a:defRPr sz="863">
                <a:solidFill>
                  <a:srgbClr val="6B7280"/>
                </a:solidFill>
              </a:defRPr>
            </a:pPr>
            <a:r>
              <a:rPr sz="1600" dirty="0">
                <a:solidFill>
                  <a:srgbClr val="6B7280"/>
                </a:solidFill>
                <a:latin typeface="Arial" panose="020B0604020202020204" pitchFamily="34" charset="0"/>
                <a:ea typeface="+mj-ea"/>
                <a:cs typeface="Arial" panose="020B0604020202020204" pitchFamily="34" charset="0"/>
              </a:rPr>
              <a:t>JANUS</a:t>
            </a:r>
          </a:p>
        </p:txBody>
      </p:sp>
      <p:sp>
        <p:nvSpPr>
          <p:cNvPr id="2" name="矩形 1">
            <a:extLst>
              <a:ext uri="{FF2B5EF4-FFF2-40B4-BE49-F238E27FC236}">
                <a16:creationId xmlns:a16="http://schemas.microsoft.com/office/drawing/2014/main" id="{81B3CA00-86B2-1ECD-4416-71413564A970}"/>
              </a:ext>
            </a:extLst>
          </p:cNvPr>
          <p:cNvSpPr>
            <a:spLocks noGrp="1"/>
          </p:cNvSpPr>
          <p:nvPr/>
        </p:nvSpPr>
        <p:spPr>
          <a:xfrm>
            <a:off x="514350" y="628650"/>
            <a:ext cx="11144250" cy="59055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sz="3150" b="1" dirty="0">
                <a:solidFill>
                  <a:srgbClr val="A40000"/>
                </a:solidFill>
                <a:latin typeface="Arial"/>
                <a:ea typeface="Arial"/>
                <a:cs typeface="Arial"/>
              </a:rPr>
              <a:t>Microbenchmarks explain the end-to-end gains</a:t>
            </a:r>
          </a:p>
        </p:txBody>
      </p:sp>
      <p:sp>
        <p:nvSpPr>
          <p:cNvPr id="84" name="矩形 83">
            <a:extLst>
              <a:ext uri="{FF2B5EF4-FFF2-40B4-BE49-F238E27FC236}">
                <a16:creationId xmlns:a16="http://schemas.microsoft.com/office/drawing/2014/main" id="{D73B81A6-D5B1-2120-AF22-331A3F0067DA}"/>
              </a:ext>
            </a:extLst>
          </p:cNvPr>
          <p:cNvSpPr>
            <a:spLocks noGrp="1"/>
          </p:cNvSpPr>
          <p:nvPr/>
        </p:nvSpPr>
        <p:spPr>
          <a:xfrm>
            <a:off x="800100" y="1390650"/>
            <a:ext cx="10572750" cy="400050"/>
          </a:xfrm>
          <a:prstGeom prst="rect">
            <a:avLst/>
          </a:prstGeom>
          <a:noFill/>
          <a:ln w="0">
            <a:noFill/>
            <a:prstDash val="solid"/>
          </a:ln>
        </p:spPr>
        <p:txBody>
          <a:bodyPr wrap="square" lIns="0" tIns="0" rIns="0" bIns="0" anchor="t"/>
          <a:lstStyle/>
          <a:p>
            <a:pPr algn="l">
              <a:lnSpc>
                <a:spcPct val="100000"/>
              </a:lnSpc>
              <a:buNone/>
              <a:defRPr sz="1875" b="0">
                <a:solidFill>
                  <a:srgbClr val="111111"/>
                </a:solidFill>
                <a:latin typeface="Arial"/>
                <a:ea typeface="Arial"/>
                <a:cs typeface="Arial"/>
              </a:defRPr>
            </a:pPr>
            <a:r>
              <a:rPr sz="1875" b="0" dirty="0">
                <a:solidFill>
                  <a:srgbClr val="111111"/>
                </a:solidFill>
                <a:latin typeface="Arial"/>
                <a:ea typeface="Arial"/>
                <a:cs typeface="Arial"/>
              </a:rPr>
              <a:t>Switching stays PVM-fast; extra work is limited to explicit EPT</a:t>
            </a:r>
            <a:r>
              <a:rPr sz="1875" b="0" baseline="-25000" dirty="0">
                <a:solidFill>
                  <a:srgbClr val="111111"/>
                </a:solidFill>
                <a:latin typeface="Arial"/>
                <a:ea typeface="Arial"/>
                <a:cs typeface="Arial"/>
              </a:rPr>
              <a:t>0-&gt;2 </a:t>
            </a:r>
            <a:r>
              <a:rPr sz="1875" b="0" dirty="0">
                <a:solidFill>
                  <a:srgbClr val="111111"/>
                </a:solidFill>
                <a:latin typeface="Arial"/>
                <a:ea typeface="Arial"/>
                <a:cs typeface="Arial"/>
              </a:rPr>
              <a:t>repair</a:t>
            </a:r>
          </a:p>
        </p:txBody>
      </p:sp>
      <p:sp>
        <p:nvSpPr>
          <p:cNvPr id="87" name="矩形 86">
            <a:extLst>
              <a:ext uri="{FF2B5EF4-FFF2-40B4-BE49-F238E27FC236}">
                <a16:creationId xmlns:a16="http://schemas.microsoft.com/office/drawing/2014/main" id="{4965939B-1739-E774-3BD5-808183A74D1E}"/>
              </a:ext>
            </a:extLst>
          </p:cNvPr>
          <p:cNvSpPr>
            <a:spLocks noGrp="1"/>
          </p:cNvSpPr>
          <p:nvPr/>
        </p:nvSpPr>
        <p:spPr>
          <a:xfrm>
            <a:off x="704850" y="1962150"/>
            <a:ext cx="2857500" cy="30480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dirty="0">
                <a:solidFill>
                  <a:srgbClr val="111111"/>
                </a:solidFill>
                <a:latin typeface="Arial"/>
                <a:ea typeface="Arial"/>
                <a:cs typeface="Arial"/>
              </a:rPr>
              <a:t>World switch cost</a:t>
            </a:r>
          </a:p>
        </p:txBody>
      </p:sp>
      <p:sp>
        <p:nvSpPr>
          <p:cNvPr id="89" name="矩形 88">
            <a:extLst>
              <a:ext uri="{FF2B5EF4-FFF2-40B4-BE49-F238E27FC236}">
                <a16:creationId xmlns:a16="http://schemas.microsoft.com/office/drawing/2014/main" id="{842C3FA5-9223-29E4-7CFA-B6639940EC61}"/>
              </a:ext>
            </a:extLst>
          </p:cNvPr>
          <p:cNvSpPr>
            <a:spLocks noGrp="1"/>
          </p:cNvSpPr>
          <p:nvPr/>
        </p:nvSpPr>
        <p:spPr>
          <a:xfrm>
            <a:off x="704850" y="2552700"/>
            <a:ext cx="1524000" cy="247650"/>
          </a:xfrm>
          <a:prstGeom prst="rect">
            <a:avLst/>
          </a:prstGeom>
          <a:noFill/>
          <a:ln w="0">
            <a:noFill/>
            <a:prstDash val="solid"/>
          </a:ln>
        </p:spPr>
        <p:txBody>
          <a:bodyPr wrap="square" lIns="0" tIns="0" rIns="0" bIns="0" anchor="t"/>
          <a:lstStyle/>
          <a:p>
            <a:pPr algn="l">
              <a:lnSpc>
                <a:spcPct val="100000"/>
              </a:lnSpc>
              <a:buNone/>
              <a:defRPr sz="1425" b="0">
                <a:solidFill>
                  <a:srgbClr val="111111"/>
                </a:solidFill>
                <a:latin typeface="Arial"/>
                <a:ea typeface="Arial"/>
                <a:cs typeface="Arial"/>
              </a:defRPr>
            </a:pPr>
            <a:r>
              <a:rPr sz="1600" b="0" dirty="0">
                <a:solidFill>
                  <a:srgbClr val="111111"/>
                </a:solidFill>
                <a:latin typeface="Arial"/>
                <a:ea typeface="Arial"/>
                <a:cs typeface="Arial"/>
              </a:rPr>
              <a:t>Kata-KVM</a:t>
            </a:r>
          </a:p>
        </p:txBody>
      </p:sp>
      <p:sp>
        <p:nvSpPr>
          <p:cNvPr id="90" name="矩形 89">
            <a:extLst>
              <a:ext uri="{FF2B5EF4-FFF2-40B4-BE49-F238E27FC236}">
                <a16:creationId xmlns:a16="http://schemas.microsoft.com/office/drawing/2014/main" id="{C92513D0-D9AF-2EAF-CDA5-A509BF93ECB5}"/>
              </a:ext>
            </a:extLst>
          </p:cNvPr>
          <p:cNvSpPr>
            <a:spLocks noGrp="1"/>
          </p:cNvSpPr>
          <p:nvPr/>
        </p:nvSpPr>
        <p:spPr>
          <a:xfrm>
            <a:off x="2324100" y="2600325"/>
            <a:ext cx="1123950" cy="152400"/>
          </a:xfrm>
          <a:prstGeom prst="rect">
            <a:avLst/>
          </a:prstGeom>
          <a:solidFill>
            <a:srgbClr val="F8F8F8"/>
          </a:solidFill>
          <a:ln w="9525">
            <a:solidFill>
              <a:srgbClr val="D9D9D9"/>
            </a:solidFill>
            <a:prstDash val="solid"/>
          </a:ln>
        </p:spPr>
        <p:txBody>
          <a:bodyPr/>
          <a:lstStyle/>
          <a:p>
            <a:endParaRPr lang="en-US"/>
          </a:p>
        </p:txBody>
      </p:sp>
      <p:sp>
        <p:nvSpPr>
          <p:cNvPr id="91" name="矩形 90">
            <a:extLst>
              <a:ext uri="{FF2B5EF4-FFF2-40B4-BE49-F238E27FC236}">
                <a16:creationId xmlns:a16="http://schemas.microsoft.com/office/drawing/2014/main" id="{530243EC-9146-D487-8CC2-FDBC442A3904}"/>
              </a:ext>
            </a:extLst>
          </p:cNvPr>
          <p:cNvSpPr>
            <a:spLocks noGrp="1"/>
          </p:cNvSpPr>
          <p:nvPr/>
        </p:nvSpPr>
        <p:spPr>
          <a:xfrm>
            <a:off x="2324100" y="2600325"/>
            <a:ext cx="1123950" cy="152400"/>
          </a:xfrm>
          <a:prstGeom prst="rect">
            <a:avLst/>
          </a:prstGeom>
          <a:solidFill>
            <a:srgbClr val="5F6368"/>
          </a:solidFill>
          <a:ln w="9525">
            <a:solidFill>
              <a:srgbClr val="5F6368"/>
            </a:solidFill>
            <a:prstDash val="solid"/>
          </a:ln>
        </p:spPr>
        <p:txBody>
          <a:bodyPr/>
          <a:lstStyle/>
          <a:p>
            <a:endParaRPr lang="en-US"/>
          </a:p>
        </p:txBody>
      </p:sp>
      <p:sp>
        <p:nvSpPr>
          <p:cNvPr id="92" name="矩形 91">
            <a:extLst>
              <a:ext uri="{FF2B5EF4-FFF2-40B4-BE49-F238E27FC236}">
                <a16:creationId xmlns:a16="http://schemas.microsoft.com/office/drawing/2014/main" id="{BBC30D32-8945-1E7B-7349-6CDFE5C5D141}"/>
              </a:ext>
            </a:extLst>
          </p:cNvPr>
          <p:cNvSpPr>
            <a:spLocks noGrp="1"/>
          </p:cNvSpPr>
          <p:nvPr/>
        </p:nvSpPr>
        <p:spPr>
          <a:xfrm>
            <a:off x="3543300" y="2552700"/>
            <a:ext cx="876300" cy="247650"/>
          </a:xfrm>
          <a:prstGeom prst="rect">
            <a:avLst/>
          </a:prstGeom>
          <a:noFill/>
          <a:ln w="0">
            <a:noFill/>
            <a:prstDash val="solid"/>
          </a:ln>
        </p:spPr>
        <p:txBody>
          <a:bodyPr wrap="square" lIns="0" tIns="0" rIns="0" bIns="0" anchor="t"/>
          <a:lstStyle/>
          <a:p>
            <a:pPr algn="l">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16,002</a:t>
            </a:r>
          </a:p>
        </p:txBody>
      </p:sp>
      <p:sp>
        <p:nvSpPr>
          <p:cNvPr id="93" name="矩形 92">
            <a:extLst>
              <a:ext uri="{FF2B5EF4-FFF2-40B4-BE49-F238E27FC236}">
                <a16:creationId xmlns:a16="http://schemas.microsoft.com/office/drawing/2014/main" id="{3C0BC01B-A56C-5EA3-7343-8DB292DF1434}"/>
              </a:ext>
            </a:extLst>
          </p:cNvPr>
          <p:cNvSpPr>
            <a:spLocks noGrp="1"/>
          </p:cNvSpPr>
          <p:nvPr/>
        </p:nvSpPr>
        <p:spPr>
          <a:xfrm>
            <a:off x="704850" y="2971800"/>
            <a:ext cx="1524000" cy="247650"/>
          </a:xfrm>
          <a:prstGeom prst="rect">
            <a:avLst/>
          </a:prstGeom>
          <a:noFill/>
          <a:ln w="0">
            <a:noFill/>
            <a:prstDash val="solid"/>
          </a:ln>
        </p:spPr>
        <p:txBody>
          <a:bodyPr wrap="square" lIns="0" tIns="0" rIns="0" bIns="0" anchor="t"/>
          <a:lstStyle/>
          <a:p>
            <a:pPr algn="l">
              <a:lnSpc>
                <a:spcPct val="100000"/>
              </a:lnSpc>
              <a:buNone/>
              <a:defRPr sz="1425" b="0">
                <a:solidFill>
                  <a:srgbClr val="111111"/>
                </a:solidFill>
                <a:latin typeface="Arial"/>
                <a:ea typeface="Arial"/>
                <a:cs typeface="Arial"/>
              </a:defRPr>
            </a:pPr>
            <a:r>
              <a:rPr sz="1600" b="0">
                <a:solidFill>
                  <a:srgbClr val="111111"/>
                </a:solidFill>
                <a:latin typeface="Arial"/>
                <a:ea typeface="Arial"/>
                <a:cs typeface="Arial"/>
              </a:rPr>
              <a:t>Kata-PVM</a:t>
            </a:r>
          </a:p>
        </p:txBody>
      </p:sp>
      <p:sp>
        <p:nvSpPr>
          <p:cNvPr id="94" name="矩形 93">
            <a:extLst>
              <a:ext uri="{FF2B5EF4-FFF2-40B4-BE49-F238E27FC236}">
                <a16:creationId xmlns:a16="http://schemas.microsoft.com/office/drawing/2014/main" id="{2FD19230-8512-FD22-AAD7-F62F3FF23210}"/>
              </a:ext>
            </a:extLst>
          </p:cNvPr>
          <p:cNvSpPr>
            <a:spLocks noGrp="1"/>
          </p:cNvSpPr>
          <p:nvPr/>
        </p:nvSpPr>
        <p:spPr>
          <a:xfrm>
            <a:off x="2324100" y="3019425"/>
            <a:ext cx="1123950" cy="152400"/>
          </a:xfrm>
          <a:prstGeom prst="rect">
            <a:avLst/>
          </a:prstGeom>
          <a:solidFill>
            <a:srgbClr val="F8F8F8"/>
          </a:solidFill>
          <a:ln w="9525">
            <a:solidFill>
              <a:srgbClr val="D9D9D9"/>
            </a:solidFill>
            <a:prstDash val="solid"/>
          </a:ln>
        </p:spPr>
        <p:txBody>
          <a:bodyPr/>
          <a:lstStyle/>
          <a:p>
            <a:endParaRPr lang="en-US"/>
          </a:p>
        </p:txBody>
      </p:sp>
      <p:sp>
        <p:nvSpPr>
          <p:cNvPr id="95" name="矩形 94">
            <a:extLst>
              <a:ext uri="{FF2B5EF4-FFF2-40B4-BE49-F238E27FC236}">
                <a16:creationId xmlns:a16="http://schemas.microsoft.com/office/drawing/2014/main" id="{904B99D5-ACE8-CAF3-CAFB-4BBC735F37D1}"/>
              </a:ext>
            </a:extLst>
          </p:cNvPr>
          <p:cNvSpPr>
            <a:spLocks noGrp="1"/>
          </p:cNvSpPr>
          <p:nvPr/>
        </p:nvSpPr>
        <p:spPr>
          <a:xfrm>
            <a:off x="2324100" y="3019425"/>
            <a:ext cx="188308" cy="152400"/>
          </a:xfrm>
          <a:prstGeom prst="rect">
            <a:avLst/>
          </a:prstGeom>
          <a:solidFill>
            <a:srgbClr val="5F6368"/>
          </a:solidFill>
          <a:ln w="9525">
            <a:solidFill>
              <a:srgbClr val="5F6368"/>
            </a:solidFill>
            <a:prstDash val="solid"/>
          </a:ln>
        </p:spPr>
        <p:txBody>
          <a:bodyPr/>
          <a:lstStyle/>
          <a:p>
            <a:endParaRPr lang="en-US"/>
          </a:p>
        </p:txBody>
      </p:sp>
      <p:sp>
        <p:nvSpPr>
          <p:cNvPr id="96" name="矩形 95">
            <a:extLst>
              <a:ext uri="{FF2B5EF4-FFF2-40B4-BE49-F238E27FC236}">
                <a16:creationId xmlns:a16="http://schemas.microsoft.com/office/drawing/2014/main" id="{46172258-B48D-14F6-F1AF-BC64724277C8}"/>
              </a:ext>
            </a:extLst>
          </p:cNvPr>
          <p:cNvSpPr>
            <a:spLocks noGrp="1"/>
          </p:cNvSpPr>
          <p:nvPr/>
        </p:nvSpPr>
        <p:spPr>
          <a:xfrm>
            <a:off x="3543300" y="2971800"/>
            <a:ext cx="876300" cy="247650"/>
          </a:xfrm>
          <a:prstGeom prst="rect">
            <a:avLst/>
          </a:prstGeom>
          <a:noFill/>
          <a:ln w="0">
            <a:noFill/>
            <a:prstDash val="solid"/>
          </a:ln>
        </p:spPr>
        <p:txBody>
          <a:bodyPr wrap="square" lIns="0" tIns="0" rIns="0" bIns="0" anchor="t"/>
          <a:lstStyle/>
          <a:p>
            <a:pPr algn="l">
              <a:lnSpc>
                <a:spcPct val="100000"/>
              </a:lnSpc>
              <a:buNone/>
              <a:defRPr sz="1425" b="0">
                <a:solidFill>
                  <a:srgbClr val="111111"/>
                </a:solidFill>
                <a:latin typeface="Arial"/>
                <a:ea typeface="Arial"/>
                <a:cs typeface="Arial"/>
              </a:defRPr>
            </a:pPr>
            <a:r>
              <a:rPr sz="1425" b="0">
                <a:solidFill>
                  <a:srgbClr val="111111"/>
                </a:solidFill>
                <a:latin typeface="Arial"/>
                <a:ea typeface="Arial"/>
                <a:cs typeface="Arial"/>
              </a:rPr>
              <a:t>2,681</a:t>
            </a:r>
          </a:p>
        </p:txBody>
      </p:sp>
      <p:sp>
        <p:nvSpPr>
          <p:cNvPr id="97" name="矩形 96">
            <a:extLst>
              <a:ext uri="{FF2B5EF4-FFF2-40B4-BE49-F238E27FC236}">
                <a16:creationId xmlns:a16="http://schemas.microsoft.com/office/drawing/2014/main" id="{30B1EF82-A985-E4EA-B7E7-7DEBCDC5CF79}"/>
              </a:ext>
            </a:extLst>
          </p:cNvPr>
          <p:cNvSpPr>
            <a:spLocks noGrp="1"/>
          </p:cNvSpPr>
          <p:nvPr/>
        </p:nvSpPr>
        <p:spPr>
          <a:xfrm>
            <a:off x="704850" y="3390900"/>
            <a:ext cx="1524000" cy="247650"/>
          </a:xfrm>
          <a:prstGeom prst="rect">
            <a:avLst/>
          </a:prstGeom>
          <a:noFill/>
          <a:ln w="0">
            <a:noFill/>
            <a:prstDash val="solid"/>
          </a:ln>
        </p:spPr>
        <p:txBody>
          <a:bodyPr wrap="square" lIns="0" tIns="0" rIns="0" bIns="0" anchor="t"/>
          <a:lstStyle/>
          <a:p>
            <a:pPr algn="l">
              <a:lnSpc>
                <a:spcPct val="100000"/>
              </a:lnSpc>
              <a:buNone/>
              <a:defRPr sz="1350" b="1">
                <a:solidFill>
                  <a:srgbClr val="A40000"/>
                </a:solidFill>
                <a:latin typeface="Arial"/>
                <a:ea typeface="Arial"/>
                <a:cs typeface="Arial"/>
              </a:defRPr>
            </a:pPr>
            <a:r>
              <a:rPr sz="1600" b="1" dirty="0">
                <a:solidFill>
                  <a:srgbClr val="2E6CF7"/>
                </a:solidFill>
                <a:latin typeface="Arial"/>
                <a:ea typeface="Arial"/>
                <a:cs typeface="Arial"/>
              </a:rPr>
              <a:t>Kata-JANUS</a:t>
            </a:r>
          </a:p>
        </p:txBody>
      </p:sp>
      <p:sp>
        <p:nvSpPr>
          <p:cNvPr id="98" name="矩形 97">
            <a:extLst>
              <a:ext uri="{FF2B5EF4-FFF2-40B4-BE49-F238E27FC236}">
                <a16:creationId xmlns:a16="http://schemas.microsoft.com/office/drawing/2014/main" id="{93ADB657-5A84-7B68-DA84-E905114271CF}"/>
              </a:ext>
            </a:extLst>
          </p:cNvPr>
          <p:cNvSpPr>
            <a:spLocks noGrp="1"/>
          </p:cNvSpPr>
          <p:nvPr/>
        </p:nvSpPr>
        <p:spPr>
          <a:xfrm>
            <a:off x="2324100" y="3438525"/>
            <a:ext cx="1123950" cy="152400"/>
          </a:xfrm>
          <a:prstGeom prst="rect">
            <a:avLst/>
          </a:prstGeom>
          <a:solidFill>
            <a:srgbClr val="F8F8F8"/>
          </a:solidFill>
          <a:ln w="9525">
            <a:solidFill>
              <a:srgbClr val="D9D9D9"/>
            </a:solidFill>
            <a:prstDash val="solid"/>
          </a:ln>
        </p:spPr>
        <p:txBody>
          <a:bodyPr/>
          <a:lstStyle/>
          <a:p>
            <a:endParaRPr lang="en-US"/>
          </a:p>
        </p:txBody>
      </p:sp>
      <p:sp>
        <p:nvSpPr>
          <p:cNvPr id="99" name="矩形 98">
            <a:extLst>
              <a:ext uri="{FF2B5EF4-FFF2-40B4-BE49-F238E27FC236}">
                <a16:creationId xmlns:a16="http://schemas.microsoft.com/office/drawing/2014/main" id="{24D45DFD-0ED2-5868-3B5B-7B4C2CAB4D69}"/>
              </a:ext>
            </a:extLst>
          </p:cNvPr>
          <p:cNvSpPr>
            <a:spLocks noGrp="1"/>
          </p:cNvSpPr>
          <p:nvPr/>
        </p:nvSpPr>
        <p:spPr>
          <a:xfrm>
            <a:off x="2324100" y="3438525"/>
            <a:ext cx="189643" cy="152400"/>
          </a:xfrm>
          <a:prstGeom prst="rect">
            <a:avLst/>
          </a:prstGeom>
          <a:solidFill>
            <a:srgbClr val="2E6CF7"/>
          </a:solidFill>
          <a:ln w="9525">
            <a:solidFill>
              <a:schemeClr val="bg1">
                <a:lumMod val="75000"/>
              </a:schemeClr>
            </a:solidFill>
            <a:prstDash val="solid"/>
          </a:ln>
        </p:spPr>
        <p:txBody>
          <a:bodyPr/>
          <a:lstStyle/>
          <a:p>
            <a:endParaRPr lang="en-US"/>
          </a:p>
        </p:txBody>
      </p:sp>
      <p:sp>
        <p:nvSpPr>
          <p:cNvPr id="100" name="矩形 99">
            <a:extLst>
              <a:ext uri="{FF2B5EF4-FFF2-40B4-BE49-F238E27FC236}">
                <a16:creationId xmlns:a16="http://schemas.microsoft.com/office/drawing/2014/main" id="{BBD063B5-EF74-7F8E-5632-5C36D73B3581}"/>
              </a:ext>
            </a:extLst>
          </p:cNvPr>
          <p:cNvSpPr>
            <a:spLocks noGrp="1"/>
          </p:cNvSpPr>
          <p:nvPr/>
        </p:nvSpPr>
        <p:spPr>
          <a:xfrm>
            <a:off x="3543300" y="3390900"/>
            <a:ext cx="876300" cy="247650"/>
          </a:xfrm>
          <a:prstGeom prst="rect">
            <a:avLst/>
          </a:prstGeom>
          <a:noFill/>
          <a:ln w="0">
            <a:noFill/>
            <a:prstDash val="solid"/>
          </a:ln>
        </p:spPr>
        <p:txBody>
          <a:bodyPr wrap="square" lIns="0" tIns="0" rIns="0" bIns="0" anchor="t"/>
          <a:lstStyle/>
          <a:p>
            <a:pPr algn="l">
              <a:lnSpc>
                <a:spcPct val="100000"/>
              </a:lnSpc>
              <a:buNone/>
              <a:defRPr sz="1425" b="1">
                <a:solidFill>
                  <a:srgbClr val="A40000"/>
                </a:solidFill>
                <a:latin typeface="Arial"/>
                <a:ea typeface="Arial"/>
                <a:cs typeface="Arial"/>
              </a:defRPr>
            </a:pPr>
            <a:r>
              <a:rPr sz="1425" b="1">
                <a:solidFill>
                  <a:srgbClr val="2E6CF7"/>
                </a:solidFill>
                <a:latin typeface="Arial"/>
                <a:ea typeface="Arial"/>
                <a:cs typeface="Arial"/>
              </a:rPr>
              <a:t>2,700</a:t>
            </a:r>
          </a:p>
        </p:txBody>
      </p:sp>
      <p:sp>
        <p:nvSpPr>
          <p:cNvPr id="101" name="矩形 100">
            <a:extLst>
              <a:ext uri="{FF2B5EF4-FFF2-40B4-BE49-F238E27FC236}">
                <a16:creationId xmlns:a16="http://schemas.microsoft.com/office/drawing/2014/main" id="{4D6A877D-66CC-FF38-9535-3B3973CCFF9B}"/>
              </a:ext>
            </a:extLst>
          </p:cNvPr>
          <p:cNvSpPr>
            <a:spLocks noGrp="1"/>
          </p:cNvSpPr>
          <p:nvPr/>
        </p:nvSpPr>
        <p:spPr>
          <a:xfrm>
            <a:off x="1371600" y="4095750"/>
            <a:ext cx="1619250" cy="381000"/>
          </a:xfrm>
          <a:prstGeom prst="rect">
            <a:avLst/>
          </a:prstGeom>
          <a:noFill/>
          <a:ln w="0">
            <a:noFill/>
            <a:prstDash val="solid"/>
          </a:ln>
        </p:spPr>
        <p:txBody>
          <a:bodyPr wrap="square" lIns="0" tIns="0" rIns="0" bIns="0" anchor="t"/>
          <a:lstStyle/>
          <a:p>
            <a:pPr algn="ctr">
              <a:lnSpc>
                <a:spcPct val="100000"/>
              </a:lnSpc>
              <a:buNone/>
              <a:defRPr sz="2325" b="1">
                <a:solidFill>
                  <a:srgbClr val="A40000"/>
                </a:solidFill>
                <a:latin typeface="Arial"/>
                <a:ea typeface="Arial"/>
                <a:cs typeface="Arial"/>
              </a:defRPr>
            </a:pPr>
            <a:r>
              <a:rPr sz="2325" b="1">
                <a:solidFill>
                  <a:srgbClr val="2E6CF7"/>
                </a:solidFill>
                <a:latin typeface="Arial"/>
                <a:ea typeface="Arial"/>
                <a:cs typeface="Arial"/>
              </a:rPr>
              <a:t>+19 cycles</a:t>
            </a:r>
          </a:p>
        </p:txBody>
      </p:sp>
      <p:sp>
        <p:nvSpPr>
          <p:cNvPr id="102" name="矩形 101">
            <a:extLst>
              <a:ext uri="{FF2B5EF4-FFF2-40B4-BE49-F238E27FC236}">
                <a16:creationId xmlns:a16="http://schemas.microsoft.com/office/drawing/2014/main" id="{D85C8ACD-6C1C-1DB8-27C8-41925CA4B225}"/>
              </a:ext>
            </a:extLst>
          </p:cNvPr>
          <p:cNvSpPr>
            <a:spLocks noGrp="1"/>
          </p:cNvSpPr>
          <p:nvPr/>
        </p:nvSpPr>
        <p:spPr>
          <a:xfrm>
            <a:off x="1371600" y="4495800"/>
            <a:ext cx="1619250" cy="323850"/>
          </a:xfrm>
          <a:prstGeom prst="rect">
            <a:avLst/>
          </a:prstGeom>
          <a:noFill/>
          <a:ln w="0">
            <a:noFill/>
            <a:prstDash val="solid"/>
          </a:ln>
        </p:spPr>
        <p:txBody>
          <a:bodyPr wrap="square" lIns="0" tIns="0" rIns="0" bIns="0" anchor="t"/>
          <a:lstStyle/>
          <a:p>
            <a:pPr algn="ctr">
              <a:lnSpc>
                <a:spcPct val="105000"/>
              </a:lnSpc>
              <a:buNone/>
              <a:defRPr sz="1425" b="0">
                <a:solidFill>
                  <a:srgbClr val="5F6368"/>
                </a:solidFill>
                <a:latin typeface="Arial"/>
                <a:ea typeface="Arial"/>
                <a:cs typeface="Arial"/>
              </a:defRPr>
            </a:pPr>
            <a:r>
              <a:rPr sz="1425" b="0">
                <a:solidFill>
                  <a:srgbClr val="2E6CF7"/>
                </a:solidFill>
                <a:latin typeface="Arial"/>
                <a:ea typeface="Arial"/>
                <a:cs typeface="Arial"/>
              </a:rPr>
              <a:t>over PVM</a:t>
            </a:r>
          </a:p>
        </p:txBody>
      </p:sp>
      <p:sp>
        <p:nvSpPr>
          <p:cNvPr id="103" name="矩形 102">
            <a:extLst>
              <a:ext uri="{FF2B5EF4-FFF2-40B4-BE49-F238E27FC236}">
                <a16:creationId xmlns:a16="http://schemas.microsoft.com/office/drawing/2014/main" id="{2690334B-A171-E1B0-BC26-ABAAFBB2A6B3}"/>
              </a:ext>
            </a:extLst>
          </p:cNvPr>
          <p:cNvSpPr>
            <a:spLocks noGrp="1"/>
          </p:cNvSpPr>
          <p:nvPr/>
        </p:nvSpPr>
        <p:spPr>
          <a:xfrm>
            <a:off x="4476750" y="1962150"/>
            <a:ext cx="3295650" cy="30480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dirty="0">
                <a:solidFill>
                  <a:srgbClr val="111111"/>
                </a:solidFill>
                <a:latin typeface="Arial"/>
                <a:ea typeface="Arial"/>
                <a:cs typeface="Arial"/>
              </a:rPr>
              <a:t>Mapping construction</a:t>
            </a:r>
          </a:p>
        </p:txBody>
      </p:sp>
      <p:sp>
        <p:nvSpPr>
          <p:cNvPr id="104" name="矩形 103">
            <a:extLst>
              <a:ext uri="{FF2B5EF4-FFF2-40B4-BE49-F238E27FC236}">
                <a16:creationId xmlns:a16="http://schemas.microsoft.com/office/drawing/2014/main" id="{6DBC8124-B81A-8BC3-20F7-560C1B1780F6}"/>
              </a:ext>
            </a:extLst>
          </p:cNvPr>
          <p:cNvSpPr>
            <a:spLocks noGrp="1"/>
          </p:cNvSpPr>
          <p:nvPr/>
        </p:nvSpPr>
        <p:spPr>
          <a:xfrm>
            <a:off x="4324350" y="2552700"/>
            <a:ext cx="1524000" cy="247650"/>
          </a:xfrm>
          <a:prstGeom prst="rect">
            <a:avLst/>
          </a:prstGeom>
          <a:noFill/>
          <a:ln w="0">
            <a:noFill/>
            <a:prstDash val="solid"/>
          </a:ln>
        </p:spPr>
        <p:txBody>
          <a:bodyPr wrap="square" lIns="0" tIns="0" rIns="0" bIns="0" anchor="t"/>
          <a:lstStyle/>
          <a:p>
            <a:pPr algn="l">
              <a:lnSpc>
                <a:spcPct val="100000"/>
              </a:lnSpc>
              <a:buNone/>
              <a:defRPr sz="1425" b="0">
                <a:solidFill>
                  <a:srgbClr val="111111"/>
                </a:solidFill>
                <a:latin typeface="Arial"/>
                <a:ea typeface="Arial"/>
                <a:cs typeface="Arial"/>
              </a:defRPr>
            </a:pPr>
            <a:r>
              <a:rPr sz="1600" b="0" dirty="0">
                <a:solidFill>
                  <a:srgbClr val="111111"/>
                </a:solidFill>
                <a:latin typeface="Arial"/>
                <a:ea typeface="Arial"/>
                <a:cs typeface="Arial"/>
              </a:rPr>
              <a:t>Kata-KVM</a:t>
            </a:r>
          </a:p>
        </p:txBody>
      </p:sp>
      <p:sp>
        <p:nvSpPr>
          <p:cNvPr id="105" name="矩形 104">
            <a:extLst>
              <a:ext uri="{FF2B5EF4-FFF2-40B4-BE49-F238E27FC236}">
                <a16:creationId xmlns:a16="http://schemas.microsoft.com/office/drawing/2014/main" id="{D51688BE-F6C9-9FAF-513A-3E3A9A1FC59C}"/>
              </a:ext>
            </a:extLst>
          </p:cNvPr>
          <p:cNvSpPr>
            <a:spLocks noGrp="1"/>
          </p:cNvSpPr>
          <p:nvPr/>
        </p:nvSpPr>
        <p:spPr>
          <a:xfrm>
            <a:off x="5943600" y="2600325"/>
            <a:ext cx="1676400" cy="152400"/>
          </a:xfrm>
          <a:prstGeom prst="rect">
            <a:avLst/>
          </a:prstGeom>
          <a:solidFill>
            <a:srgbClr val="F8F8F8"/>
          </a:solidFill>
          <a:ln w="9525">
            <a:solidFill>
              <a:srgbClr val="D9D9D9"/>
            </a:solidFill>
            <a:prstDash val="solid"/>
          </a:ln>
        </p:spPr>
        <p:txBody>
          <a:bodyPr/>
          <a:lstStyle/>
          <a:p>
            <a:endParaRPr lang="en-US"/>
          </a:p>
        </p:txBody>
      </p:sp>
      <p:sp>
        <p:nvSpPr>
          <p:cNvPr id="106" name="矩形 105">
            <a:extLst>
              <a:ext uri="{FF2B5EF4-FFF2-40B4-BE49-F238E27FC236}">
                <a16:creationId xmlns:a16="http://schemas.microsoft.com/office/drawing/2014/main" id="{7D5221C3-1E00-7631-A39F-14BDD972D966}"/>
              </a:ext>
            </a:extLst>
          </p:cNvPr>
          <p:cNvSpPr>
            <a:spLocks noGrp="1"/>
          </p:cNvSpPr>
          <p:nvPr/>
        </p:nvSpPr>
        <p:spPr>
          <a:xfrm>
            <a:off x="5943600" y="2600325"/>
            <a:ext cx="1676400" cy="152400"/>
          </a:xfrm>
          <a:prstGeom prst="rect">
            <a:avLst/>
          </a:prstGeom>
          <a:solidFill>
            <a:srgbClr val="5F6368"/>
          </a:solidFill>
          <a:ln w="9525">
            <a:solidFill>
              <a:srgbClr val="5F6368"/>
            </a:solidFill>
            <a:prstDash val="solid"/>
          </a:ln>
        </p:spPr>
        <p:txBody>
          <a:bodyPr/>
          <a:lstStyle/>
          <a:p>
            <a:endParaRPr lang="en-US"/>
          </a:p>
        </p:txBody>
      </p:sp>
      <p:sp>
        <p:nvSpPr>
          <p:cNvPr id="107" name="矩形 106">
            <a:extLst>
              <a:ext uri="{FF2B5EF4-FFF2-40B4-BE49-F238E27FC236}">
                <a16:creationId xmlns:a16="http://schemas.microsoft.com/office/drawing/2014/main" id="{C6F73BD2-C2D5-199A-94BB-D619147C03A7}"/>
              </a:ext>
            </a:extLst>
          </p:cNvPr>
          <p:cNvSpPr>
            <a:spLocks noGrp="1"/>
          </p:cNvSpPr>
          <p:nvPr/>
        </p:nvSpPr>
        <p:spPr>
          <a:xfrm>
            <a:off x="4324350" y="2971800"/>
            <a:ext cx="1524000" cy="247650"/>
          </a:xfrm>
          <a:prstGeom prst="rect">
            <a:avLst/>
          </a:prstGeom>
          <a:noFill/>
          <a:ln w="0">
            <a:noFill/>
            <a:prstDash val="solid"/>
          </a:ln>
        </p:spPr>
        <p:txBody>
          <a:bodyPr wrap="square" lIns="0" tIns="0" rIns="0" bIns="0" anchor="t"/>
          <a:lstStyle/>
          <a:p>
            <a:pPr algn="l">
              <a:lnSpc>
                <a:spcPct val="100000"/>
              </a:lnSpc>
              <a:buNone/>
              <a:defRPr sz="1425" b="0">
                <a:solidFill>
                  <a:srgbClr val="111111"/>
                </a:solidFill>
                <a:latin typeface="Arial"/>
                <a:ea typeface="Arial"/>
                <a:cs typeface="Arial"/>
              </a:defRPr>
            </a:pPr>
            <a:r>
              <a:rPr sz="1600" b="0">
                <a:solidFill>
                  <a:srgbClr val="111111"/>
                </a:solidFill>
                <a:latin typeface="Arial"/>
                <a:ea typeface="Arial"/>
                <a:cs typeface="Arial"/>
              </a:rPr>
              <a:t>Kata-PVM</a:t>
            </a:r>
          </a:p>
        </p:txBody>
      </p:sp>
      <p:sp>
        <p:nvSpPr>
          <p:cNvPr id="108" name="矩形 107">
            <a:extLst>
              <a:ext uri="{FF2B5EF4-FFF2-40B4-BE49-F238E27FC236}">
                <a16:creationId xmlns:a16="http://schemas.microsoft.com/office/drawing/2014/main" id="{28C289E2-F6FB-5FEF-C829-FF2468A72AD2}"/>
              </a:ext>
            </a:extLst>
          </p:cNvPr>
          <p:cNvSpPr>
            <a:spLocks noGrp="1"/>
          </p:cNvSpPr>
          <p:nvPr/>
        </p:nvSpPr>
        <p:spPr>
          <a:xfrm>
            <a:off x="5943600" y="3019425"/>
            <a:ext cx="1676400" cy="152400"/>
          </a:xfrm>
          <a:prstGeom prst="rect">
            <a:avLst/>
          </a:prstGeom>
          <a:solidFill>
            <a:srgbClr val="F8F8F8"/>
          </a:solidFill>
          <a:ln w="9525">
            <a:solidFill>
              <a:srgbClr val="D9D9D9"/>
            </a:solidFill>
            <a:prstDash val="solid"/>
          </a:ln>
        </p:spPr>
        <p:txBody>
          <a:bodyPr/>
          <a:lstStyle/>
          <a:p>
            <a:endParaRPr lang="en-US"/>
          </a:p>
        </p:txBody>
      </p:sp>
      <p:sp>
        <p:nvSpPr>
          <p:cNvPr id="109" name="矩形 108">
            <a:extLst>
              <a:ext uri="{FF2B5EF4-FFF2-40B4-BE49-F238E27FC236}">
                <a16:creationId xmlns:a16="http://schemas.microsoft.com/office/drawing/2014/main" id="{3AD81102-F7DA-A3F8-CFCB-1FA38B4AD1DB}"/>
              </a:ext>
            </a:extLst>
          </p:cNvPr>
          <p:cNvSpPr>
            <a:spLocks noGrp="1"/>
          </p:cNvSpPr>
          <p:nvPr/>
        </p:nvSpPr>
        <p:spPr>
          <a:xfrm>
            <a:off x="5943600" y="3019425"/>
            <a:ext cx="558394" cy="152400"/>
          </a:xfrm>
          <a:prstGeom prst="rect">
            <a:avLst/>
          </a:prstGeom>
          <a:solidFill>
            <a:srgbClr val="5F6368"/>
          </a:solidFill>
          <a:ln w="9525">
            <a:solidFill>
              <a:srgbClr val="5F6368"/>
            </a:solidFill>
            <a:prstDash val="solid"/>
          </a:ln>
        </p:spPr>
        <p:txBody>
          <a:bodyPr/>
          <a:lstStyle/>
          <a:p>
            <a:endParaRPr lang="en-US"/>
          </a:p>
        </p:txBody>
      </p:sp>
      <p:sp>
        <p:nvSpPr>
          <p:cNvPr id="110" name="矩形 109">
            <a:extLst>
              <a:ext uri="{FF2B5EF4-FFF2-40B4-BE49-F238E27FC236}">
                <a16:creationId xmlns:a16="http://schemas.microsoft.com/office/drawing/2014/main" id="{946C846D-0E04-D567-7184-5B5A8AB4DB91}"/>
              </a:ext>
            </a:extLst>
          </p:cNvPr>
          <p:cNvSpPr>
            <a:spLocks noGrp="1"/>
          </p:cNvSpPr>
          <p:nvPr/>
        </p:nvSpPr>
        <p:spPr>
          <a:xfrm>
            <a:off x="4324350" y="3390900"/>
            <a:ext cx="1524000" cy="247650"/>
          </a:xfrm>
          <a:prstGeom prst="rect">
            <a:avLst/>
          </a:prstGeom>
          <a:noFill/>
          <a:ln w="0">
            <a:noFill/>
            <a:prstDash val="solid"/>
          </a:ln>
        </p:spPr>
        <p:txBody>
          <a:bodyPr wrap="square" lIns="0" tIns="0" rIns="0" bIns="0" anchor="t"/>
          <a:lstStyle/>
          <a:p>
            <a:pPr algn="l">
              <a:lnSpc>
                <a:spcPct val="100000"/>
              </a:lnSpc>
              <a:buNone/>
              <a:defRPr sz="1350" b="1">
                <a:solidFill>
                  <a:srgbClr val="A40000"/>
                </a:solidFill>
                <a:latin typeface="Arial"/>
                <a:ea typeface="Arial"/>
                <a:cs typeface="Arial"/>
              </a:defRPr>
            </a:pPr>
            <a:r>
              <a:rPr sz="1600" b="1">
                <a:solidFill>
                  <a:srgbClr val="2E6CF7"/>
                </a:solidFill>
                <a:latin typeface="Arial"/>
                <a:ea typeface="Arial"/>
                <a:cs typeface="Arial"/>
              </a:rPr>
              <a:t>Kata-JANUS</a:t>
            </a:r>
          </a:p>
        </p:txBody>
      </p:sp>
      <p:sp>
        <p:nvSpPr>
          <p:cNvPr id="111" name="矩形 110">
            <a:extLst>
              <a:ext uri="{FF2B5EF4-FFF2-40B4-BE49-F238E27FC236}">
                <a16:creationId xmlns:a16="http://schemas.microsoft.com/office/drawing/2014/main" id="{3F7EB69E-54E7-64D0-D424-020490BF29B3}"/>
              </a:ext>
            </a:extLst>
          </p:cNvPr>
          <p:cNvSpPr>
            <a:spLocks noGrp="1"/>
          </p:cNvSpPr>
          <p:nvPr/>
        </p:nvSpPr>
        <p:spPr>
          <a:xfrm>
            <a:off x="5943600" y="3438525"/>
            <a:ext cx="1676400" cy="152400"/>
          </a:xfrm>
          <a:prstGeom prst="rect">
            <a:avLst/>
          </a:prstGeom>
          <a:solidFill>
            <a:srgbClr val="F8F8F8"/>
          </a:solidFill>
          <a:ln w="9525">
            <a:solidFill>
              <a:srgbClr val="D9D9D9"/>
            </a:solidFill>
            <a:prstDash val="solid"/>
          </a:ln>
        </p:spPr>
        <p:txBody>
          <a:bodyPr/>
          <a:lstStyle/>
          <a:p>
            <a:endParaRPr lang="en-US"/>
          </a:p>
        </p:txBody>
      </p:sp>
      <p:sp>
        <p:nvSpPr>
          <p:cNvPr id="112" name="矩形 111">
            <a:extLst>
              <a:ext uri="{FF2B5EF4-FFF2-40B4-BE49-F238E27FC236}">
                <a16:creationId xmlns:a16="http://schemas.microsoft.com/office/drawing/2014/main" id="{6A399334-47D6-434D-3599-616C1F356B7A}"/>
              </a:ext>
            </a:extLst>
          </p:cNvPr>
          <p:cNvSpPr>
            <a:spLocks noGrp="1"/>
          </p:cNvSpPr>
          <p:nvPr/>
        </p:nvSpPr>
        <p:spPr>
          <a:xfrm>
            <a:off x="5943600" y="3438525"/>
            <a:ext cx="814434" cy="152400"/>
          </a:xfrm>
          <a:prstGeom prst="rect">
            <a:avLst/>
          </a:prstGeom>
          <a:solidFill>
            <a:srgbClr val="2E6CF7"/>
          </a:solidFill>
          <a:ln w="9525">
            <a:solidFill>
              <a:schemeClr val="bg1">
                <a:lumMod val="85000"/>
              </a:schemeClr>
            </a:solidFill>
            <a:prstDash val="solid"/>
          </a:ln>
        </p:spPr>
        <p:txBody>
          <a:bodyPr/>
          <a:lstStyle/>
          <a:p>
            <a:endParaRPr lang="en-US"/>
          </a:p>
        </p:txBody>
      </p:sp>
      <p:sp>
        <p:nvSpPr>
          <p:cNvPr id="113" name="矩形 112">
            <a:extLst>
              <a:ext uri="{FF2B5EF4-FFF2-40B4-BE49-F238E27FC236}">
                <a16:creationId xmlns:a16="http://schemas.microsoft.com/office/drawing/2014/main" id="{388D3DE8-0927-0C97-002F-ADB48ACA4A5D}"/>
              </a:ext>
            </a:extLst>
          </p:cNvPr>
          <p:cNvSpPr>
            <a:spLocks noGrp="1"/>
          </p:cNvSpPr>
          <p:nvPr/>
        </p:nvSpPr>
        <p:spPr>
          <a:xfrm>
            <a:off x="4324350" y="3810000"/>
            <a:ext cx="1524000" cy="247650"/>
          </a:xfrm>
          <a:prstGeom prst="rect">
            <a:avLst/>
          </a:prstGeom>
          <a:noFill/>
          <a:ln w="0">
            <a:noFill/>
            <a:prstDash val="solid"/>
          </a:ln>
        </p:spPr>
        <p:txBody>
          <a:bodyPr wrap="square" lIns="0" tIns="0" rIns="0" bIns="0" anchor="t"/>
          <a:lstStyle/>
          <a:p>
            <a:pPr algn="l">
              <a:lnSpc>
                <a:spcPct val="100000"/>
              </a:lnSpc>
              <a:buNone/>
              <a:defRPr sz="1350" b="0">
                <a:solidFill>
                  <a:srgbClr val="111111"/>
                </a:solidFill>
                <a:latin typeface="Arial"/>
                <a:ea typeface="Arial"/>
                <a:cs typeface="Arial"/>
              </a:defRPr>
            </a:pPr>
            <a:r>
              <a:rPr sz="1600" b="1" dirty="0">
                <a:solidFill>
                  <a:srgbClr val="2E6CF7"/>
                </a:solidFill>
                <a:latin typeface="Arial"/>
                <a:ea typeface="Arial"/>
                <a:cs typeface="Arial"/>
              </a:rPr>
              <a:t>JANUS #VE</a:t>
            </a:r>
          </a:p>
        </p:txBody>
      </p:sp>
      <p:sp>
        <p:nvSpPr>
          <p:cNvPr id="114" name="矩形 113">
            <a:extLst>
              <a:ext uri="{FF2B5EF4-FFF2-40B4-BE49-F238E27FC236}">
                <a16:creationId xmlns:a16="http://schemas.microsoft.com/office/drawing/2014/main" id="{60304030-406A-43C3-63B5-5D4D53730557}"/>
              </a:ext>
            </a:extLst>
          </p:cNvPr>
          <p:cNvSpPr>
            <a:spLocks noGrp="1"/>
          </p:cNvSpPr>
          <p:nvPr/>
        </p:nvSpPr>
        <p:spPr>
          <a:xfrm>
            <a:off x="5943600" y="3857625"/>
            <a:ext cx="1676400" cy="152400"/>
          </a:xfrm>
          <a:prstGeom prst="rect">
            <a:avLst/>
          </a:prstGeom>
          <a:solidFill>
            <a:srgbClr val="F8F8F8"/>
          </a:solidFill>
          <a:ln w="9525">
            <a:solidFill>
              <a:srgbClr val="D9D9D9"/>
            </a:solidFill>
            <a:prstDash val="solid"/>
          </a:ln>
        </p:spPr>
        <p:txBody>
          <a:bodyPr/>
          <a:lstStyle/>
          <a:p>
            <a:endParaRPr lang="en-US"/>
          </a:p>
        </p:txBody>
      </p:sp>
      <p:sp>
        <p:nvSpPr>
          <p:cNvPr id="115" name="矩形 114">
            <a:extLst>
              <a:ext uri="{FF2B5EF4-FFF2-40B4-BE49-F238E27FC236}">
                <a16:creationId xmlns:a16="http://schemas.microsoft.com/office/drawing/2014/main" id="{6CEF24FA-D55C-036E-AA69-4999EFB378A6}"/>
              </a:ext>
            </a:extLst>
          </p:cNvPr>
          <p:cNvSpPr>
            <a:spLocks noGrp="1"/>
          </p:cNvSpPr>
          <p:nvPr/>
        </p:nvSpPr>
        <p:spPr>
          <a:xfrm>
            <a:off x="5943600" y="3857625"/>
            <a:ext cx="781393" cy="152400"/>
          </a:xfrm>
          <a:prstGeom prst="rect">
            <a:avLst/>
          </a:prstGeom>
          <a:solidFill>
            <a:srgbClr val="2E6CF7"/>
          </a:solidFill>
          <a:ln w="9525">
            <a:solidFill>
              <a:srgbClr val="F4EAEA"/>
            </a:solidFill>
            <a:prstDash val="solid"/>
          </a:ln>
        </p:spPr>
        <p:txBody>
          <a:bodyPr/>
          <a:lstStyle/>
          <a:p>
            <a:endParaRPr lang="en-US"/>
          </a:p>
        </p:txBody>
      </p:sp>
      <p:sp>
        <p:nvSpPr>
          <p:cNvPr id="116" name="矩形 115">
            <a:extLst>
              <a:ext uri="{FF2B5EF4-FFF2-40B4-BE49-F238E27FC236}">
                <a16:creationId xmlns:a16="http://schemas.microsoft.com/office/drawing/2014/main" id="{B0A64279-40C7-E334-3D98-7B0BE0E17DF5}"/>
              </a:ext>
            </a:extLst>
          </p:cNvPr>
          <p:cNvSpPr>
            <a:spLocks noGrp="1"/>
          </p:cNvSpPr>
          <p:nvPr/>
        </p:nvSpPr>
        <p:spPr>
          <a:xfrm>
            <a:off x="4572000" y="4324350"/>
            <a:ext cx="3048000" cy="438150"/>
          </a:xfrm>
          <a:prstGeom prst="rect">
            <a:avLst/>
          </a:prstGeom>
          <a:noFill/>
          <a:ln w="0">
            <a:noFill/>
            <a:prstDash val="solid"/>
          </a:ln>
        </p:spPr>
        <p:txBody>
          <a:bodyPr wrap="square" lIns="0" tIns="0" rIns="0" bIns="0" anchor="t"/>
          <a:lstStyle/>
          <a:p>
            <a:pPr algn="ctr">
              <a:lnSpc>
                <a:spcPct val="105000"/>
              </a:lnSpc>
              <a:buNone/>
              <a:defRPr sz="1575" b="0">
                <a:solidFill>
                  <a:srgbClr val="111111"/>
                </a:solidFill>
                <a:latin typeface="Arial"/>
                <a:ea typeface="Arial"/>
                <a:cs typeface="Arial"/>
              </a:defRPr>
            </a:pPr>
            <a:r>
              <a:rPr sz="1575" b="0">
                <a:solidFill>
                  <a:srgbClr val="111111"/>
                </a:solidFill>
                <a:latin typeface="Arial"/>
                <a:ea typeface="Arial"/>
                <a:cs typeface="Arial"/>
              </a:rPr>
              <a:t>Explicit host update keeps final EPT authority</a:t>
            </a:r>
          </a:p>
        </p:txBody>
      </p:sp>
      <p:sp>
        <p:nvSpPr>
          <p:cNvPr id="117" name="矩形 116">
            <a:extLst>
              <a:ext uri="{FF2B5EF4-FFF2-40B4-BE49-F238E27FC236}">
                <a16:creationId xmlns:a16="http://schemas.microsoft.com/office/drawing/2014/main" id="{5D5F5B3B-CA74-07DD-9392-D1422380FD96}"/>
              </a:ext>
            </a:extLst>
          </p:cNvPr>
          <p:cNvSpPr>
            <a:spLocks noGrp="1"/>
          </p:cNvSpPr>
          <p:nvPr/>
        </p:nvSpPr>
        <p:spPr>
          <a:xfrm>
            <a:off x="8572500" y="4762500"/>
            <a:ext cx="1200150" cy="304800"/>
          </a:xfrm>
          <a:prstGeom prst="rect">
            <a:avLst/>
          </a:prstGeom>
          <a:noFill/>
          <a:ln w="0">
            <a:noFill/>
            <a:prstDash val="solid"/>
          </a:ln>
        </p:spPr>
        <p:txBody>
          <a:bodyPr wrap="square" lIns="0" tIns="0" rIns="0" bIns="0" anchor="t"/>
          <a:lstStyle/>
          <a:p>
            <a:pPr algn="ctr">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+175.5%</a:t>
            </a:r>
          </a:p>
        </p:txBody>
      </p:sp>
      <p:sp>
        <p:nvSpPr>
          <p:cNvPr id="118" name="矩形 117">
            <a:extLst>
              <a:ext uri="{FF2B5EF4-FFF2-40B4-BE49-F238E27FC236}">
                <a16:creationId xmlns:a16="http://schemas.microsoft.com/office/drawing/2014/main" id="{4FC42E34-B35C-C5EC-727B-1129DBE69427}"/>
              </a:ext>
            </a:extLst>
          </p:cNvPr>
          <p:cNvSpPr>
            <a:spLocks noGrp="1"/>
          </p:cNvSpPr>
          <p:nvPr/>
        </p:nvSpPr>
        <p:spPr>
          <a:xfrm>
            <a:off x="8572500" y="5067300"/>
            <a:ext cx="1200150" cy="457200"/>
          </a:xfrm>
          <a:prstGeom prst="rect">
            <a:avLst/>
          </a:prstGeom>
          <a:noFill/>
          <a:ln w="0">
            <a:noFill/>
            <a:prstDash val="solid"/>
          </a:ln>
        </p:spPr>
        <p:txBody>
          <a:bodyPr wrap="square" lIns="0" tIns="0" rIns="0" bIns="0" anchor="t"/>
          <a:lstStyle/>
          <a:p>
            <a:pPr algn="ctr">
              <a:lnSpc>
                <a:spcPct val="100000"/>
              </a:lnSpc>
              <a:buNone/>
              <a:defRPr sz="1350" b="0">
                <a:solidFill>
                  <a:srgbClr val="5F6368"/>
                </a:solidFill>
                <a:latin typeface="Arial"/>
                <a:ea typeface="Arial"/>
                <a:cs typeface="Arial"/>
              </a:defRPr>
            </a:pPr>
            <a:r>
              <a:rPr sz="1600" b="0" dirty="0">
                <a:solidFill>
                  <a:srgbClr val="5F6368"/>
                </a:solidFill>
                <a:latin typeface="Arial"/>
                <a:ea typeface="Arial"/>
                <a:cs typeface="Arial"/>
              </a:rPr>
              <a:t>KVM write</a:t>
            </a:r>
          </a:p>
          <a:p>
            <a:pPr algn="ctr">
              <a:lnSpc>
                <a:spcPct val="100000"/>
              </a:lnSpc>
              <a:buNone/>
              <a:defRPr sz="1350" b="0">
                <a:solidFill>
                  <a:srgbClr val="5F6368"/>
                </a:solidFill>
                <a:latin typeface="Arial"/>
                <a:ea typeface="Arial"/>
                <a:cs typeface="Arial"/>
              </a:defRPr>
            </a:pPr>
            <a:r>
              <a:rPr sz="1600" b="0" dirty="0">
                <a:solidFill>
                  <a:srgbClr val="5F6368"/>
                </a:solidFill>
                <a:latin typeface="Arial"/>
                <a:ea typeface="Arial"/>
                <a:cs typeface="Arial"/>
              </a:rPr>
              <a:t>overhead</a:t>
            </a:r>
          </a:p>
        </p:txBody>
      </p:sp>
      <p:sp>
        <p:nvSpPr>
          <p:cNvPr id="119" name="矩形 118">
            <a:extLst>
              <a:ext uri="{FF2B5EF4-FFF2-40B4-BE49-F238E27FC236}">
                <a16:creationId xmlns:a16="http://schemas.microsoft.com/office/drawing/2014/main" id="{DC9A54DE-2B10-9561-0037-FED86A9B1040}"/>
              </a:ext>
            </a:extLst>
          </p:cNvPr>
          <p:cNvSpPr>
            <a:spLocks noGrp="1"/>
          </p:cNvSpPr>
          <p:nvPr/>
        </p:nvSpPr>
        <p:spPr>
          <a:xfrm>
            <a:off x="10191750" y="4762500"/>
            <a:ext cx="857250" cy="304800"/>
          </a:xfrm>
          <a:prstGeom prst="rect">
            <a:avLst/>
          </a:prstGeom>
          <a:noFill/>
          <a:ln w="0">
            <a:noFill/>
            <a:prstDash val="solid"/>
          </a:ln>
        </p:spPr>
        <p:txBody>
          <a:bodyPr wrap="square" lIns="0" tIns="0" rIns="0" bIns="0" anchor="t"/>
          <a:lstStyle/>
          <a:p>
            <a:pPr algn="ctr">
              <a:lnSpc>
                <a:spcPct val="100000"/>
              </a:lnSpc>
              <a:buNone/>
              <a:defRPr sz="2100" b="1">
                <a:solidFill>
                  <a:srgbClr val="A40000"/>
                </a:solidFill>
                <a:latin typeface="Arial"/>
                <a:ea typeface="Arial"/>
                <a:cs typeface="Arial"/>
              </a:defRPr>
            </a:pPr>
            <a:r>
              <a:rPr sz="2100" b="1" dirty="0">
                <a:solidFill>
                  <a:srgbClr val="2E6CF7"/>
                </a:solidFill>
                <a:latin typeface="Arial"/>
                <a:ea typeface="Arial"/>
                <a:cs typeface="Arial"/>
              </a:rPr>
              <a:t>PML</a:t>
            </a:r>
          </a:p>
        </p:txBody>
      </p:sp>
      <p:sp>
        <p:nvSpPr>
          <p:cNvPr id="120" name="矩形 119">
            <a:extLst>
              <a:ext uri="{FF2B5EF4-FFF2-40B4-BE49-F238E27FC236}">
                <a16:creationId xmlns:a16="http://schemas.microsoft.com/office/drawing/2014/main" id="{159DCBE9-F306-3C1F-41E1-0759133E9A0D}"/>
              </a:ext>
            </a:extLst>
          </p:cNvPr>
          <p:cNvSpPr>
            <a:spLocks noGrp="1"/>
          </p:cNvSpPr>
          <p:nvPr/>
        </p:nvSpPr>
        <p:spPr>
          <a:xfrm>
            <a:off x="9925050" y="5067300"/>
            <a:ext cx="1390650" cy="457200"/>
          </a:xfrm>
          <a:prstGeom prst="rect">
            <a:avLst/>
          </a:prstGeom>
          <a:noFill/>
          <a:ln w="0">
            <a:noFill/>
            <a:prstDash val="solid"/>
          </a:ln>
        </p:spPr>
        <p:txBody>
          <a:bodyPr wrap="square" lIns="0" tIns="0" rIns="0" bIns="0" anchor="t"/>
          <a:lstStyle/>
          <a:p>
            <a:pPr algn="ctr">
              <a:lnSpc>
                <a:spcPct val="100000"/>
              </a:lnSpc>
              <a:buNone/>
              <a:defRPr sz="1350" b="0">
                <a:solidFill>
                  <a:srgbClr val="5F6368"/>
                </a:solidFill>
                <a:latin typeface="Arial"/>
                <a:ea typeface="Arial"/>
                <a:cs typeface="Arial"/>
              </a:defRPr>
            </a:pPr>
            <a:r>
              <a:rPr sz="1600" b="0" dirty="0">
                <a:solidFill>
                  <a:srgbClr val="5F6368"/>
                </a:solidFill>
                <a:latin typeface="Arial"/>
                <a:ea typeface="Arial"/>
                <a:cs typeface="Arial"/>
              </a:rPr>
              <a:t>JANUS stays</a:t>
            </a:r>
          </a:p>
          <a:p>
            <a:pPr algn="ctr">
              <a:lnSpc>
                <a:spcPct val="100000"/>
              </a:lnSpc>
              <a:buNone/>
              <a:defRPr sz="1350" b="0">
                <a:solidFill>
                  <a:srgbClr val="5F6368"/>
                </a:solidFill>
                <a:latin typeface="Arial"/>
                <a:ea typeface="Arial"/>
                <a:cs typeface="Arial"/>
              </a:defRPr>
            </a:pPr>
            <a:r>
              <a:rPr sz="1600" b="0" dirty="0">
                <a:solidFill>
                  <a:srgbClr val="5F6368"/>
                </a:solidFill>
                <a:latin typeface="Arial"/>
                <a:ea typeface="Arial"/>
                <a:cs typeface="Arial"/>
              </a:rPr>
              <a:t>near native</a:t>
            </a:r>
          </a:p>
        </p:txBody>
      </p:sp>
    </p:spTree>
    <p:extLst>
      <p:ext uri="{BB962C8B-B14F-4D97-AF65-F5344CB8AC3E}">
        <p14:creationId xmlns:p14="http://schemas.microsoft.com/office/powerpoint/2010/main" val="2061265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D86A24B5-CC23-4F5F-BCE1-36F02DBDB509}"/>
              </a:ext>
            </a:extLst>
          </p:cNvPr>
          <p:cNvSpPr>
            <a:spLocks noGrp="1"/>
          </p:cNvSpPr>
          <p:nvPr/>
        </p:nvSpPr>
        <p:spPr>
          <a:xfrm>
            <a:off x="514350" y="552450"/>
            <a:ext cx="11144250" cy="55245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lang="en-US" sz="4000" b="1" dirty="0">
                <a:solidFill>
                  <a:srgbClr val="A40000"/>
                </a:solidFill>
                <a:latin typeface="+mn-lt"/>
                <a:ea typeface="Arial"/>
                <a:cs typeface="Arial"/>
              </a:rPr>
              <a:t>Con</a:t>
            </a:r>
            <a:r>
              <a:rPr lang="en-US" altLang="zh-CN" sz="4000" b="1" dirty="0">
                <a:solidFill>
                  <a:srgbClr val="A40000"/>
                </a:solidFill>
                <a:latin typeface="+mn-lt"/>
                <a:ea typeface="Arial"/>
                <a:cs typeface="Arial"/>
              </a:rPr>
              <a:t>clusion</a:t>
            </a:r>
            <a:endParaRPr sz="4000" b="1" dirty="0">
              <a:solidFill>
                <a:srgbClr val="A40000"/>
              </a:solidFill>
              <a:latin typeface="+mn-lt"/>
              <a:ea typeface="Arial"/>
              <a:cs typeface="Arial"/>
            </a:endParaRPr>
          </a:p>
        </p:txBody>
      </p:sp>
      <p:sp>
        <p:nvSpPr>
          <p:cNvPr id="3" name="直线连接符 2">
            <a:extLst>
              <a:ext uri="{FF2B5EF4-FFF2-40B4-BE49-F238E27FC236}">
                <a16:creationId xmlns:a16="http://schemas.microsoft.com/office/drawing/2014/main" id="{1C2A2142-5057-4858-8B7B-9CC349D8644C}"/>
              </a:ext>
            </a:extLst>
          </p:cNvPr>
          <p:cNvSpPr>
            <a:spLocks noGrp="1"/>
          </p:cNvSpPr>
          <p:nvPr/>
        </p:nvSpPr>
        <p:spPr>
          <a:xfrm>
            <a:off x="895350" y="1943100"/>
            <a:ext cx="10401300" cy="0"/>
          </a:xfrm>
          <a:prstGeom prst="line">
            <a:avLst/>
          </a:prstGeom>
          <a:noFill/>
          <a:ln w="11430">
            <a:solidFill>
              <a:srgbClr val="D9D9D9"/>
            </a:solidFill>
            <a:prstDash val="solid"/>
          </a:ln>
        </p:spPr>
        <p:txBody>
          <a:bodyPr/>
          <a:lstStyle/>
          <a:p>
            <a:endParaRPr lang="en-US"/>
          </a:p>
        </p:txBody>
      </p:sp>
      <p:sp>
        <p:nvSpPr>
          <p:cNvPr id="4" name="矩形 3">
            <a:extLst>
              <a:ext uri="{FF2B5EF4-FFF2-40B4-BE49-F238E27FC236}">
                <a16:creationId xmlns:a16="http://schemas.microsoft.com/office/drawing/2014/main" id="{F667752F-3CE1-4651-9383-075598091860}"/>
              </a:ext>
            </a:extLst>
          </p:cNvPr>
          <p:cNvSpPr>
            <a:spLocks noGrp="1"/>
          </p:cNvSpPr>
          <p:nvPr/>
        </p:nvSpPr>
        <p:spPr>
          <a:xfrm>
            <a:off x="838200" y="2152650"/>
            <a:ext cx="666750" cy="438150"/>
          </a:xfrm>
          <a:prstGeom prst="rect">
            <a:avLst/>
          </a:prstGeom>
          <a:noFill/>
          <a:ln w="0">
            <a:noFill/>
            <a:prstDash val="solid"/>
          </a:ln>
        </p:spPr>
        <p:txBody>
          <a:bodyPr wrap="square" lIns="0" tIns="0" rIns="0" bIns="0" anchor="t"/>
          <a:lstStyle/>
          <a:p>
            <a:pPr algn="r">
              <a:lnSpc>
                <a:spcPct val="100000"/>
              </a:lnSpc>
              <a:buNone/>
              <a:defRPr sz="2550" b="1">
                <a:solidFill>
                  <a:srgbClr val="A40000"/>
                </a:solidFill>
                <a:latin typeface="Arial"/>
                <a:ea typeface="Arial"/>
                <a:cs typeface="Arial"/>
              </a:defRPr>
            </a:pPr>
            <a:r>
              <a:rPr sz="2550" b="1">
                <a:solidFill>
                  <a:srgbClr val="A40000"/>
                </a:solidFill>
                <a:latin typeface="Arial"/>
                <a:ea typeface="Arial"/>
                <a:cs typeface="Arial"/>
              </a:rPr>
              <a:t>01</a:t>
            </a:r>
          </a:p>
        </p:txBody>
      </p:sp>
      <p:sp>
        <p:nvSpPr>
          <p:cNvPr id="5" name="矩形 4">
            <a:extLst>
              <a:ext uri="{FF2B5EF4-FFF2-40B4-BE49-F238E27FC236}">
                <a16:creationId xmlns:a16="http://schemas.microsoft.com/office/drawing/2014/main" id="{275AD139-F6AB-4F9E-90EA-FE8E7E2AE330}"/>
              </a:ext>
            </a:extLst>
          </p:cNvPr>
          <p:cNvSpPr>
            <a:spLocks noGrp="1"/>
          </p:cNvSpPr>
          <p:nvPr/>
        </p:nvSpPr>
        <p:spPr>
          <a:xfrm>
            <a:off x="1790700" y="2190750"/>
            <a:ext cx="8477250" cy="34290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dirty="0">
                <a:solidFill>
                  <a:srgbClr val="111111"/>
                </a:solidFill>
                <a:latin typeface="Arial"/>
                <a:ea typeface="Arial"/>
                <a:cs typeface="Arial"/>
              </a:rPr>
              <a:t>Compatible isolation</a:t>
            </a:r>
          </a:p>
        </p:txBody>
      </p:sp>
      <p:sp>
        <p:nvSpPr>
          <p:cNvPr id="6" name="矩形 5">
            <a:extLst>
              <a:ext uri="{FF2B5EF4-FFF2-40B4-BE49-F238E27FC236}">
                <a16:creationId xmlns:a16="http://schemas.microsoft.com/office/drawing/2014/main" id="{55E1F540-8305-4550-B4FF-6DB75D26ABEE}"/>
              </a:ext>
            </a:extLst>
          </p:cNvPr>
          <p:cNvSpPr>
            <a:spLocks noGrp="1"/>
          </p:cNvSpPr>
          <p:nvPr/>
        </p:nvSpPr>
        <p:spPr>
          <a:xfrm>
            <a:off x="1790700" y="2590800"/>
            <a:ext cx="8953500" cy="323850"/>
          </a:xfrm>
          <a:prstGeom prst="rect">
            <a:avLst/>
          </a:prstGeom>
          <a:noFill/>
          <a:ln w="0">
            <a:noFill/>
            <a:prstDash val="solid"/>
          </a:ln>
        </p:spPr>
        <p:txBody>
          <a:bodyPr wrap="square" lIns="0" tIns="0" rIns="0" bIns="0" anchor="t"/>
          <a:lstStyle/>
          <a:p>
            <a:pPr algn="l">
              <a:lnSpc>
                <a:spcPct val="100000"/>
              </a:lnSpc>
              <a:buNone/>
              <a:defRPr sz="1725" b="0">
                <a:solidFill>
                  <a:srgbClr val="5F6368"/>
                </a:solidFill>
                <a:latin typeface="Arial"/>
                <a:ea typeface="Arial"/>
                <a:cs typeface="Arial"/>
              </a:defRPr>
            </a:pPr>
            <a:r>
              <a:rPr sz="1725" b="0">
                <a:solidFill>
                  <a:srgbClr val="5F6368"/>
                </a:solidFill>
                <a:latin typeface="Arial"/>
                <a:ea typeface="Arial"/>
                <a:cs typeface="Arial"/>
              </a:rPr>
              <a:t>Runs on today's VMX/EPT hardware, without new nested-virtualization support.</a:t>
            </a:r>
          </a:p>
        </p:txBody>
      </p:sp>
      <p:sp>
        <p:nvSpPr>
          <p:cNvPr id="7" name="直线连接符 6">
            <a:extLst>
              <a:ext uri="{FF2B5EF4-FFF2-40B4-BE49-F238E27FC236}">
                <a16:creationId xmlns:a16="http://schemas.microsoft.com/office/drawing/2014/main" id="{024599E0-E520-43C2-884D-601538774E86}"/>
              </a:ext>
            </a:extLst>
          </p:cNvPr>
          <p:cNvSpPr>
            <a:spLocks noGrp="1"/>
          </p:cNvSpPr>
          <p:nvPr/>
        </p:nvSpPr>
        <p:spPr>
          <a:xfrm>
            <a:off x="895350" y="3028950"/>
            <a:ext cx="10401300" cy="0"/>
          </a:xfrm>
          <a:prstGeom prst="line">
            <a:avLst/>
          </a:prstGeom>
          <a:noFill/>
          <a:ln w="9525">
            <a:solidFill>
              <a:srgbClr val="D9D9D9"/>
            </a:solidFill>
            <a:prstDash val="solid"/>
          </a:ln>
        </p:spPr>
        <p:txBody>
          <a:bodyPr/>
          <a:lstStyle/>
          <a:p>
            <a:endParaRPr lang="en-US"/>
          </a:p>
        </p:txBody>
      </p:sp>
      <p:sp>
        <p:nvSpPr>
          <p:cNvPr id="8" name="矩形 7">
            <a:extLst>
              <a:ext uri="{FF2B5EF4-FFF2-40B4-BE49-F238E27FC236}">
                <a16:creationId xmlns:a16="http://schemas.microsoft.com/office/drawing/2014/main" id="{50D87264-60C5-4BC2-85F5-99284C01AF19}"/>
              </a:ext>
            </a:extLst>
          </p:cNvPr>
          <p:cNvSpPr>
            <a:spLocks noGrp="1"/>
          </p:cNvSpPr>
          <p:nvPr/>
        </p:nvSpPr>
        <p:spPr>
          <a:xfrm>
            <a:off x="838200" y="3238500"/>
            <a:ext cx="666750" cy="438150"/>
          </a:xfrm>
          <a:prstGeom prst="rect">
            <a:avLst/>
          </a:prstGeom>
          <a:noFill/>
          <a:ln w="0">
            <a:noFill/>
            <a:prstDash val="solid"/>
          </a:ln>
        </p:spPr>
        <p:txBody>
          <a:bodyPr wrap="square" lIns="0" tIns="0" rIns="0" bIns="0" anchor="t"/>
          <a:lstStyle/>
          <a:p>
            <a:pPr algn="r">
              <a:lnSpc>
                <a:spcPct val="100000"/>
              </a:lnSpc>
              <a:buNone/>
              <a:defRPr sz="2550" b="1">
                <a:solidFill>
                  <a:srgbClr val="A40000"/>
                </a:solidFill>
                <a:latin typeface="Arial"/>
                <a:ea typeface="Arial"/>
                <a:cs typeface="Arial"/>
              </a:defRPr>
            </a:pPr>
            <a:r>
              <a:rPr sz="2550" b="1">
                <a:solidFill>
                  <a:srgbClr val="A40000"/>
                </a:solidFill>
                <a:latin typeface="Arial"/>
                <a:ea typeface="Arial"/>
                <a:cs typeface="Arial"/>
              </a:rPr>
              <a:t>02</a:t>
            </a:r>
          </a:p>
        </p:txBody>
      </p:sp>
      <p:sp>
        <p:nvSpPr>
          <p:cNvPr id="9" name="矩形 8">
            <a:extLst>
              <a:ext uri="{FF2B5EF4-FFF2-40B4-BE49-F238E27FC236}">
                <a16:creationId xmlns:a16="http://schemas.microsoft.com/office/drawing/2014/main" id="{D5D90784-BAE9-4683-AB5F-3AFCE0E8FF2D}"/>
              </a:ext>
            </a:extLst>
          </p:cNvPr>
          <p:cNvSpPr>
            <a:spLocks noGrp="1"/>
          </p:cNvSpPr>
          <p:nvPr/>
        </p:nvSpPr>
        <p:spPr>
          <a:xfrm>
            <a:off x="1790700" y="3276600"/>
            <a:ext cx="8477250" cy="34290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dirty="0">
                <a:solidFill>
                  <a:srgbClr val="111111"/>
                </a:solidFill>
                <a:latin typeface="Arial"/>
                <a:ea typeface="Arial"/>
                <a:cs typeface="Arial"/>
              </a:rPr>
              <a:t>Cooperative </a:t>
            </a:r>
            <a:r>
              <a:rPr lang="en-US" sz="2100" b="1" dirty="0">
                <a:solidFill>
                  <a:srgbClr val="111111"/>
                </a:solidFill>
                <a:latin typeface="Arial"/>
                <a:ea typeface="Arial"/>
                <a:cs typeface="Arial"/>
              </a:rPr>
              <a:t>nested virtualization</a:t>
            </a:r>
            <a:endParaRPr sz="2100" b="1" dirty="0">
              <a:solidFill>
                <a:srgbClr val="111111"/>
              </a:solidFill>
              <a:latin typeface="Arial"/>
              <a:ea typeface="Arial"/>
              <a:cs typeface="Arial"/>
            </a:endParaRPr>
          </a:p>
        </p:txBody>
      </p:sp>
      <p:sp>
        <p:nvSpPr>
          <p:cNvPr id="10" name="矩形 9">
            <a:extLst>
              <a:ext uri="{FF2B5EF4-FFF2-40B4-BE49-F238E27FC236}">
                <a16:creationId xmlns:a16="http://schemas.microsoft.com/office/drawing/2014/main" id="{00FA5E70-071E-489B-BBDA-9442A195B24A}"/>
              </a:ext>
            </a:extLst>
          </p:cNvPr>
          <p:cNvSpPr>
            <a:spLocks noGrp="1"/>
          </p:cNvSpPr>
          <p:nvPr/>
        </p:nvSpPr>
        <p:spPr>
          <a:xfrm>
            <a:off x="1790700" y="3676650"/>
            <a:ext cx="8953500" cy="323850"/>
          </a:xfrm>
          <a:prstGeom prst="rect">
            <a:avLst/>
          </a:prstGeom>
          <a:noFill/>
          <a:ln w="0">
            <a:noFill/>
            <a:prstDash val="solid"/>
          </a:ln>
        </p:spPr>
        <p:txBody>
          <a:bodyPr wrap="square" lIns="0" tIns="0" rIns="0" bIns="0" anchor="t"/>
          <a:lstStyle/>
          <a:p>
            <a:pPr algn="l">
              <a:lnSpc>
                <a:spcPct val="100000"/>
              </a:lnSpc>
              <a:buNone/>
              <a:defRPr sz="1725" b="0">
                <a:solidFill>
                  <a:srgbClr val="5F6368"/>
                </a:solidFill>
                <a:latin typeface="Arial"/>
                <a:ea typeface="Arial"/>
                <a:cs typeface="Arial"/>
              </a:defRPr>
            </a:pPr>
            <a:r>
              <a:rPr sz="1725" b="0" dirty="0">
                <a:solidFill>
                  <a:srgbClr val="5F6368"/>
                </a:solidFill>
                <a:latin typeface="Arial"/>
                <a:ea typeface="Arial"/>
                <a:cs typeface="Arial"/>
              </a:rPr>
              <a:t>L1 keeps world switches fast; L0 </a:t>
            </a:r>
            <a:r>
              <a:rPr lang="en-US" sz="1725" b="0" dirty="0">
                <a:solidFill>
                  <a:srgbClr val="5F6368"/>
                </a:solidFill>
                <a:latin typeface="Arial"/>
                <a:ea typeface="Arial"/>
                <a:cs typeface="Arial"/>
              </a:rPr>
              <a:t>efficiently manages address translations</a:t>
            </a:r>
            <a:r>
              <a:rPr sz="1725" b="0" dirty="0">
                <a:solidFill>
                  <a:srgbClr val="5F6368"/>
                </a:solidFill>
                <a:latin typeface="Arial"/>
                <a:ea typeface="Arial"/>
                <a:cs typeface="Arial"/>
              </a:rPr>
              <a:t>.</a:t>
            </a:r>
          </a:p>
        </p:txBody>
      </p:sp>
      <p:sp>
        <p:nvSpPr>
          <p:cNvPr id="11" name="直线连接符 10">
            <a:extLst>
              <a:ext uri="{FF2B5EF4-FFF2-40B4-BE49-F238E27FC236}">
                <a16:creationId xmlns:a16="http://schemas.microsoft.com/office/drawing/2014/main" id="{A08E43BA-9E57-4016-B5EA-279B747C8965}"/>
              </a:ext>
            </a:extLst>
          </p:cNvPr>
          <p:cNvSpPr>
            <a:spLocks noGrp="1"/>
          </p:cNvSpPr>
          <p:nvPr/>
        </p:nvSpPr>
        <p:spPr>
          <a:xfrm>
            <a:off x="895350" y="4114800"/>
            <a:ext cx="10401300" cy="0"/>
          </a:xfrm>
          <a:prstGeom prst="line">
            <a:avLst/>
          </a:prstGeom>
          <a:noFill/>
          <a:ln w="9525">
            <a:solidFill>
              <a:srgbClr val="D9D9D9"/>
            </a:solidFill>
            <a:prstDash val="solid"/>
          </a:ln>
        </p:spPr>
        <p:txBody>
          <a:bodyPr/>
          <a:lstStyle/>
          <a:p>
            <a:endParaRPr lang="en-US"/>
          </a:p>
        </p:txBody>
      </p:sp>
      <p:sp>
        <p:nvSpPr>
          <p:cNvPr id="12" name="矩形 11">
            <a:extLst>
              <a:ext uri="{FF2B5EF4-FFF2-40B4-BE49-F238E27FC236}">
                <a16:creationId xmlns:a16="http://schemas.microsoft.com/office/drawing/2014/main" id="{85A94B1F-56DD-4EA4-8A3E-B5EEEC87856A}"/>
              </a:ext>
            </a:extLst>
          </p:cNvPr>
          <p:cNvSpPr>
            <a:spLocks noGrp="1"/>
          </p:cNvSpPr>
          <p:nvPr/>
        </p:nvSpPr>
        <p:spPr>
          <a:xfrm>
            <a:off x="838200" y="4324350"/>
            <a:ext cx="666750" cy="438150"/>
          </a:xfrm>
          <a:prstGeom prst="rect">
            <a:avLst/>
          </a:prstGeom>
          <a:noFill/>
          <a:ln w="0">
            <a:noFill/>
            <a:prstDash val="solid"/>
          </a:ln>
        </p:spPr>
        <p:txBody>
          <a:bodyPr wrap="square" lIns="0" tIns="0" rIns="0" bIns="0" anchor="t"/>
          <a:lstStyle/>
          <a:p>
            <a:pPr algn="r">
              <a:lnSpc>
                <a:spcPct val="100000"/>
              </a:lnSpc>
              <a:buNone/>
              <a:defRPr sz="2550" b="1">
                <a:solidFill>
                  <a:srgbClr val="A40000"/>
                </a:solidFill>
                <a:latin typeface="Arial"/>
                <a:ea typeface="Arial"/>
                <a:cs typeface="Arial"/>
              </a:defRPr>
            </a:pPr>
            <a:r>
              <a:rPr sz="2550" b="1">
                <a:solidFill>
                  <a:srgbClr val="A40000"/>
                </a:solidFill>
                <a:latin typeface="Arial"/>
                <a:ea typeface="Arial"/>
                <a:cs typeface="Arial"/>
              </a:rPr>
              <a:t>03</a:t>
            </a:r>
          </a:p>
        </p:txBody>
      </p:sp>
      <p:sp>
        <p:nvSpPr>
          <p:cNvPr id="13" name="矩形 12">
            <a:extLst>
              <a:ext uri="{FF2B5EF4-FFF2-40B4-BE49-F238E27FC236}">
                <a16:creationId xmlns:a16="http://schemas.microsoft.com/office/drawing/2014/main" id="{738805B9-6CB5-47ED-A4BB-72A47BAAD551}"/>
              </a:ext>
            </a:extLst>
          </p:cNvPr>
          <p:cNvSpPr>
            <a:spLocks noGrp="1"/>
          </p:cNvSpPr>
          <p:nvPr/>
        </p:nvSpPr>
        <p:spPr>
          <a:xfrm>
            <a:off x="1790700" y="4362450"/>
            <a:ext cx="8477250" cy="34290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Production-scale result</a:t>
            </a:r>
          </a:p>
        </p:txBody>
      </p:sp>
      <p:sp>
        <p:nvSpPr>
          <p:cNvPr id="14" name="矩形 13">
            <a:extLst>
              <a:ext uri="{FF2B5EF4-FFF2-40B4-BE49-F238E27FC236}">
                <a16:creationId xmlns:a16="http://schemas.microsoft.com/office/drawing/2014/main" id="{1CA085CD-32BD-4933-87E5-CB24663C2D94}"/>
              </a:ext>
            </a:extLst>
          </p:cNvPr>
          <p:cNvSpPr>
            <a:spLocks noGrp="1"/>
          </p:cNvSpPr>
          <p:nvPr/>
        </p:nvSpPr>
        <p:spPr>
          <a:xfrm>
            <a:off x="1790700" y="4762500"/>
            <a:ext cx="8953500" cy="323850"/>
          </a:xfrm>
          <a:prstGeom prst="rect">
            <a:avLst/>
          </a:prstGeom>
          <a:noFill/>
          <a:ln w="0">
            <a:noFill/>
            <a:prstDash val="solid"/>
          </a:ln>
        </p:spPr>
        <p:txBody>
          <a:bodyPr wrap="square" lIns="0" tIns="0" rIns="0" bIns="0" anchor="t"/>
          <a:lstStyle/>
          <a:p>
            <a:pPr algn="l">
              <a:lnSpc>
                <a:spcPct val="100000"/>
              </a:lnSpc>
              <a:buNone/>
              <a:defRPr sz="1725" b="0">
                <a:solidFill>
                  <a:srgbClr val="5F6368"/>
                </a:solidFill>
                <a:latin typeface="Arial"/>
                <a:ea typeface="Arial"/>
                <a:cs typeface="Arial"/>
              </a:defRPr>
            </a:pPr>
            <a:r>
              <a:rPr sz="1725" b="0" dirty="0">
                <a:solidFill>
                  <a:srgbClr val="5F6368"/>
                </a:solidFill>
                <a:latin typeface="Arial"/>
                <a:ea typeface="Arial"/>
                <a:cs typeface="Arial"/>
              </a:rPr>
              <a:t>Near single-level performance for secure containers in Alibaba Cloud / Ant Group systems.</a:t>
            </a:r>
          </a:p>
        </p:txBody>
      </p:sp>
      <p:sp>
        <p:nvSpPr>
          <p:cNvPr id="15" name="直线连接符 14">
            <a:extLst>
              <a:ext uri="{FF2B5EF4-FFF2-40B4-BE49-F238E27FC236}">
                <a16:creationId xmlns:a16="http://schemas.microsoft.com/office/drawing/2014/main" id="{92B37785-F937-4551-9134-DB32597A030A}"/>
              </a:ext>
            </a:extLst>
          </p:cNvPr>
          <p:cNvSpPr>
            <a:spLocks noGrp="1"/>
          </p:cNvSpPr>
          <p:nvPr/>
        </p:nvSpPr>
        <p:spPr>
          <a:xfrm>
            <a:off x="895350" y="5200650"/>
            <a:ext cx="10401300" cy="0"/>
          </a:xfrm>
          <a:prstGeom prst="line">
            <a:avLst/>
          </a:prstGeom>
          <a:noFill/>
          <a:ln w="11430">
            <a:solidFill>
              <a:srgbClr val="D9D9D9"/>
            </a:solidFill>
            <a:prstDash val="solid"/>
          </a:ln>
        </p:spPr>
        <p:txBody>
          <a:bodyPr/>
          <a:lstStyle/>
          <a:p>
            <a:endParaRPr lang="en-US"/>
          </a:p>
        </p:txBody>
      </p:sp>
      <p:sp>
        <p:nvSpPr>
          <p:cNvPr id="16" name="矩形 15">
            <a:extLst>
              <a:ext uri="{FF2B5EF4-FFF2-40B4-BE49-F238E27FC236}">
                <a16:creationId xmlns:a16="http://schemas.microsoft.com/office/drawing/2014/main" id="{F6FCB7A0-1BFB-4162-96EB-3663DDC2BFBA}"/>
              </a:ext>
            </a:extLst>
          </p:cNvPr>
          <p:cNvSpPr>
            <a:spLocks noGrp="1"/>
          </p:cNvSpPr>
          <p:nvPr/>
        </p:nvSpPr>
        <p:spPr>
          <a:xfrm>
            <a:off x="1028700" y="5562600"/>
            <a:ext cx="10134600" cy="514350"/>
          </a:xfrm>
          <a:prstGeom prst="rect">
            <a:avLst/>
          </a:prstGeom>
          <a:solidFill>
            <a:srgbClr val="F7F7F7"/>
          </a:solidFill>
          <a:ln w="0">
            <a:noFill/>
            <a:prstDash val="solid"/>
          </a:ln>
        </p:spPr>
        <p:txBody>
          <a:bodyPr/>
          <a:lstStyle/>
          <a:p>
            <a:endParaRPr lang="en-US"/>
          </a:p>
        </p:txBody>
      </p:sp>
      <p:sp>
        <p:nvSpPr>
          <p:cNvPr id="17" name="矩形 16">
            <a:extLst>
              <a:ext uri="{FF2B5EF4-FFF2-40B4-BE49-F238E27FC236}">
                <a16:creationId xmlns:a16="http://schemas.microsoft.com/office/drawing/2014/main" id="{B1416E6E-89C2-45EA-A3AD-D1D50353BBDE}"/>
              </a:ext>
            </a:extLst>
          </p:cNvPr>
          <p:cNvSpPr>
            <a:spLocks noGrp="1"/>
          </p:cNvSpPr>
          <p:nvPr/>
        </p:nvSpPr>
        <p:spPr>
          <a:xfrm>
            <a:off x="1200150" y="5676900"/>
            <a:ext cx="9791700" cy="323850"/>
          </a:xfrm>
          <a:prstGeom prst="rect">
            <a:avLst/>
          </a:prstGeom>
          <a:noFill/>
          <a:ln w="0">
            <a:noFill/>
            <a:prstDash val="solid"/>
          </a:ln>
        </p:spPr>
        <p:txBody>
          <a:bodyPr wrap="square" lIns="0" tIns="0" rIns="0" bIns="0" anchor="t"/>
          <a:lstStyle/>
          <a:p>
            <a:pPr algn="ctr">
              <a:lnSpc>
                <a:spcPct val="100000"/>
              </a:lnSpc>
              <a:buNone/>
              <a:defRPr sz="2250" b="1">
                <a:solidFill>
                  <a:srgbClr val="A40000"/>
                </a:solidFill>
                <a:latin typeface="Arial"/>
                <a:ea typeface="Arial"/>
                <a:cs typeface="Arial"/>
              </a:defRPr>
            </a:pPr>
            <a:r>
              <a:rPr sz="2250" b="1">
                <a:solidFill>
                  <a:srgbClr val="A40000"/>
                </a:solidFill>
                <a:latin typeface="Arial"/>
                <a:ea typeface="Arial"/>
                <a:cs typeface="Arial"/>
              </a:rPr>
              <a:t>Strong isolation and cloud-native performance can coexist</a:t>
            </a:r>
          </a:p>
        </p:txBody>
      </p:sp>
      <p:sp>
        <p:nvSpPr>
          <p:cNvPr id="18" name="矩形 17">
            <a:extLst>
              <a:ext uri="{FF2B5EF4-FFF2-40B4-BE49-F238E27FC236}">
                <a16:creationId xmlns:a16="http://schemas.microsoft.com/office/drawing/2014/main" id="{462D0515-6FD3-4A7D-9FC3-B5C8CC43D371}"/>
              </a:ext>
            </a:extLst>
          </p:cNvPr>
          <p:cNvSpPr>
            <a:spLocks noGrp="1"/>
          </p:cNvSpPr>
          <p:nvPr/>
        </p:nvSpPr>
        <p:spPr>
          <a:xfrm>
            <a:off x="800100" y="6286500"/>
            <a:ext cx="3429000" cy="266700"/>
          </a:xfrm>
          <a:prstGeom prst="rect">
            <a:avLst/>
          </a:prstGeom>
          <a:noFill/>
          <a:ln w="0">
            <a:noFill/>
            <a:prstDash val="solid"/>
          </a:ln>
        </p:spPr>
        <p:txBody>
          <a:bodyPr wrap="square" lIns="0" tIns="0" rIns="0" bIns="0" anchor="t"/>
          <a:lstStyle/>
          <a:p>
            <a:pPr algn="l">
              <a:lnSpc>
                <a:spcPct val="100000"/>
              </a:lnSpc>
              <a:buNone/>
              <a:defRPr sz="1575" b="0">
                <a:solidFill>
                  <a:srgbClr val="5F6368"/>
                </a:solidFill>
                <a:latin typeface="Arial"/>
                <a:ea typeface="Arial"/>
                <a:cs typeface="Arial"/>
              </a:defRPr>
            </a:pPr>
            <a:r>
              <a:rPr sz="1575" b="0">
                <a:solidFill>
                  <a:srgbClr val="5F6368"/>
                </a:solidFill>
                <a:latin typeface="Arial"/>
                <a:ea typeface="Arial"/>
                <a:cs typeface="Arial"/>
              </a:rPr>
              <a:t>Thank you  |  Q&amp;A</a:t>
            </a:r>
          </a:p>
        </p:txBody>
      </p:sp>
      <p:sp>
        <p:nvSpPr>
          <p:cNvPr id="19" name="矩形 18">
            <a:extLst>
              <a:ext uri="{FF2B5EF4-FFF2-40B4-BE49-F238E27FC236}">
                <a16:creationId xmlns:a16="http://schemas.microsoft.com/office/drawing/2014/main" id="{51496860-9099-41A6-96BC-9B5387B90789}"/>
              </a:ext>
            </a:extLst>
          </p:cNvPr>
          <p:cNvSpPr>
            <a:spLocks noGrp="1"/>
          </p:cNvSpPr>
          <p:nvPr/>
        </p:nvSpPr>
        <p:spPr>
          <a:xfrm>
            <a:off x="11334750" y="6343650"/>
            <a:ext cx="381000" cy="2667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25</a:t>
            </a:r>
          </a:p>
        </p:txBody>
      </p:sp>
    </p:spTree>
    <p:extLst>
      <p:ext uri="{BB962C8B-B14F-4D97-AF65-F5344CB8AC3E}">
        <p14:creationId xmlns:p14="http://schemas.microsoft.com/office/powerpoint/2010/main" val="396545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21893A-D16C-A861-F832-AFB46DDEB651}"/>
              </a:ext>
            </a:extLst>
          </p:cNvPr>
          <p:cNvSpPr txBox="1"/>
          <p:nvPr/>
        </p:nvSpPr>
        <p:spPr>
          <a:xfrm>
            <a:off x="4074196" y="2598003"/>
            <a:ext cx="4043607" cy="830997"/>
          </a:xfrm>
          <a:prstGeom prst="rect">
            <a:avLst/>
          </a:prstGeom>
          <a:noFill/>
        </p:spPr>
        <p:txBody>
          <a:bodyPr wrap="none" rtlCol="0">
            <a:spAutoFit/>
          </a:bodyPr>
          <a:lstStyle/>
          <a:p>
            <a:r>
              <a:rPr lang="en-US" sz="4800" dirty="0">
                <a:latin typeface="+mj-lt"/>
              </a:rPr>
              <a:t>Backup slides …</a:t>
            </a:r>
          </a:p>
        </p:txBody>
      </p:sp>
    </p:spTree>
    <p:extLst>
      <p:ext uri="{BB962C8B-B14F-4D97-AF65-F5344CB8AC3E}">
        <p14:creationId xmlns:p14="http://schemas.microsoft.com/office/powerpoint/2010/main" val="1215993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9DE6AD-4832-7D44-ADF3-5E83F12E9088}"/>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lang="en-US" sz="3600" b="1" dirty="0">
                <a:solidFill>
                  <a:srgbClr val="A40000"/>
                </a:solidFill>
                <a:latin typeface="+mn-lt"/>
                <a:ea typeface="Arial"/>
                <a:cs typeface="Arial"/>
              </a:rPr>
              <a:t>Recent Work</a:t>
            </a:r>
            <a:endParaRPr sz="3600" b="1" dirty="0">
              <a:solidFill>
                <a:srgbClr val="A40000"/>
              </a:solidFill>
              <a:latin typeface="+mn-lt"/>
              <a:ea typeface="Arial"/>
              <a:cs typeface="Arial"/>
            </a:endParaRPr>
          </a:p>
        </p:txBody>
      </p:sp>
      <p:sp>
        <p:nvSpPr>
          <p:cNvPr id="3" name="矩形 2">
            <a:extLst>
              <a:ext uri="{FF2B5EF4-FFF2-40B4-BE49-F238E27FC236}">
                <a16:creationId xmlns:a16="http://schemas.microsoft.com/office/drawing/2014/main" id="{32E86ACD-7E26-CD71-065F-A38AD8A1684A}"/>
              </a:ext>
            </a:extLst>
          </p:cNvPr>
          <p:cNvSpPr>
            <a:spLocks noGrp="1"/>
          </p:cNvSpPr>
          <p:nvPr/>
        </p:nvSpPr>
        <p:spPr>
          <a:xfrm>
            <a:off x="800100" y="1428749"/>
            <a:ext cx="10287000" cy="2743200"/>
          </a:xfrm>
          <a:prstGeom prst="rect">
            <a:avLst/>
          </a:prstGeom>
          <a:noFill/>
          <a:ln w="0">
            <a:noFill/>
            <a:prstDash val="solid"/>
          </a:ln>
        </p:spPr>
        <p:txBody>
          <a:bodyPr wrap="square" lIns="0" tIns="0" rIns="0" bIns="0" anchor="t"/>
          <a:lstStyle/>
          <a:p>
            <a:pPr>
              <a:lnSpc>
                <a:spcPct val="150000"/>
              </a:lnSpc>
              <a:defRPr sz="2025" b="0">
                <a:solidFill>
                  <a:srgbClr val="111111"/>
                </a:solidFill>
                <a:latin typeface="Arial"/>
                <a:ea typeface="Arial"/>
                <a:cs typeface="Arial"/>
              </a:defRPr>
            </a:pPr>
            <a:r>
              <a:rPr lang="zh-CN" altLang="zh-CN" sz="2400" dirty="0">
                <a:latin typeface="+mn-lt"/>
              </a:rPr>
              <a:t>Jiacheng Shi</a:t>
            </a:r>
            <a:r>
              <a:rPr lang="zh-CN" altLang="en-US" sz="2400" dirty="0">
                <a:latin typeface="+mn-lt"/>
              </a:rPr>
              <a:t> </a:t>
            </a:r>
            <a:r>
              <a:rPr lang="en-US" altLang="zh-CN" sz="2400" dirty="0" err="1">
                <a:latin typeface="+mn-lt"/>
              </a:rPr>
              <a:t>et</a:t>
            </a:r>
            <a:r>
              <a:rPr lang="en-US" altLang="zh-CN" sz="2400" dirty="0" err="1">
                <a:solidFill>
                  <a:srgbClr val="111111"/>
                </a:solidFill>
                <a:latin typeface="+mn-lt"/>
                <a:cs typeface="Arial"/>
              </a:rPr>
              <a:t>.al</a:t>
            </a:r>
            <a:r>
              <a:rPr lang="en-US" altLang="zh-CN" sz="2400" dirty="0">
                <a:solidFill>
                  <a:srgbClr val="111111"/>
                </a:solidFill>
                <a:latin typeface="+mn-lt"/>
                <a:cs typeface="Arial"/>
              </a:rPr>
              <a:t>. </a:t>
            </a:r>
            <a:r>
              <a:rPr lang="en-US" altLang="zh-CN" sz="2400" b="1" dirty="0">
                <a:solidFill>
                  <a:srgbClr val="111111"/>
                </a:solidFill>
                <a:latin typeface="+mn-lt"/>
                <a:cs typeface="Arial"/>
              </a:rPr>
              <a:t>A Hardware-Software Co-Design for Efficient Secure Containers</a:t>
            </a:r>
            <a:r>
              <a:rPr lang="en-US" altLang="zh-CN" sz="2400" dirty="0">
                <a:solidFill>
                  <a:srgbClr val="111111"/>
                </a:solidFill>
                <a:latin typeface="+mn-lt"/>
                <a:cs typeface="Arial"/>
              </a:rPr>
              <a:t>. </a:t>
            </a:r>
            <a:r>
              <a:rPr lang="en-US" altLang="zh-CN" sz="2400" dirty="0" err="1">
                <a:solidFill>
                  <a:srgbClr val="111111"/>
                </a:solidFill>
                <a:latin typeface="+mn-lt"/>
                <a:cs typeface="Arial"/>
              </a:rPr>
              <a:t>EuroSys</a:t>
            </a:r>
            <a:r>
              <a:rPr lang="en-US" altLang="zh-CN" sz="2400" dirty="0">
                <a:solidFill>
                  <a:srgbClr val="111111"/>
                </a:solidFill>
                <a:latin typeface="+mn-lt"/>
                <a:cs typeface="Arial"/>
              </a:rPr>
              <a:t>’ 25</a:t>
            </a:r>
          </a:p>
          <a:p>
            <a:pPr marL="342900" indent="-342900">
              <a:lnSpc>
                <a:spcPct val="150000"/>
              </a:lnSpc>
              <a:buFont typeface="Arial" panose="020B0604020202020204" pitchFamily="34" charset="0"/>
              <a:buChar char="•"/>
              <a:defRPr sz="2025" b="0">
                <a:solidFill>
                  <a:srgbClr val="111111"/>
                </a:solidFill>
                <a:latin typeface="Arial"/>
                <a:ea typeface="Arial"/>
                <a:cs typeface="Arial"/>
              </a:defRPr>
            </a:pPr>
            <a:r>
              <a:rPr lang="zh-CN" altLang="zh-CN" sz="2200" dirty="0">
                <a:latin typeface="+mn-lt"/>
              </a:rPr>
              <a:t>Uses PKS-based privilege isolation to run L2 kernels in supervisor mode (ring 0)</a:t>
            </a:r>
            <a:endParaRPr lang="en-US" altLang="zh-CN" sz="2200" dirty="0">
              <a:latin typeface="+mn-lt"/>
            </a:endParaRPr>
          </a:p>
          <a:p>
            <a:pPr marL="342900" indent="-342900">
              <a:lnSpc>
                <a:spcPct val="150000"/>
              </a:lnSpc>
              <a:buFont typeface="Arial" panose="020B0604020202020204" pitchFamily="34" charset="0"/>
              <a:buChar char="•"/>
              <a:defRPr sz="2025" b="0">
                <a:solidFill>
                  <a:srgbClr val="111111"/>
                </a:solidFill>
                <a:latin typeface="Arial"/>
                <a:ea typeface="Arial"/>
                <a:cs typeface="Arial"/>
              </a:defRPr>
            </a:pPr>
            <a:r>
              <a:rPr lang="en-US" altLang="zh-CN" sz="2200" dirty="0">
                <a:latin typeface="+mn-lt"/>
              </a:rPr>
              <a:t>Allocates contiguous segments for direct L2 page-table management</a:t>
            </a:r>
          </a:p>
          <a:p>
            <a:pPr marL="342900" indent="-342900">
              <a:lnSpc>
                <a:spcPct val="150000"/>
              </a:lnSpc>
              <a:buFont typeface="Arial" panose="020B0604020202020204" pitchFamily="34" charset="0"/>
              <a:buChar char="•"/>
              <a:defRPr sz="2025" b="0">
                <a:solidFill>
                  <a:srgbClr val="111111"/>
                </a:solidFill>
                <a:latin typeface="Arial"/>
                <a:ea typeface="Arial"/>
                <a:cs typeface="Arial"/>
              </a:defRPr>
            </a:pPr>
            <a:r>
              <a:rPr lang="zh-CN" altLang="zh-CN" sz="2200" dirty="0">
                <a:solidFill>
                  <a:srgbClr val="C00000"/>
                </a:solidFill>
                <a:latin typeface="+mn-lt"/>
              </a:rPr>
              <a:t>Incurs memory fragmentation and resource underutilization</a:t>
            </a:r>
            <a:endParaRPr lang="en-US" altLang="zh-CN" sz="2200" dirty="0">
              <a:solidFill>
                <a:srgbClr val="C00000"/>
              </a:solidFill>
              <a:latin typeface="+mn-lt"/>
            </a:endParaRPr>
          </a:p>
        </p:txBody>
      </p:sp>
      <p:sp>
        <p:nvSpPr>
          <p:cNvPr id="4" name="矩形 3">
            <a:extLst>
              <a:ext uri="{FF2B5EF4-FFF2-40B4-BE49-F238E27FC236}">
                <a16:creationId xmlns:a16="http://schemas.microsoft.com/office/drawing/2014/main" id="{DA6A90AA-2453-1582-9014-3A1FBADEE540}"/>
              </a:ext>
            </a:extLst>
          </p:cNvPr>
          <p:cNvSpPr>
            <a:spLocks noGrp="1"/>
          </p:cNvSpPr>
          <p:nvPr/>
        </p:nvSpPr>
        <p:spPr>
          <a:xfrm>
            <a:off x="838199" y="4171949"/>
            <a:ext cx="11353801" cy="2000251"/>
          </a:xfrm>
          <a:prstGeom prst="rect">
            <a:avLst/>
          </a:prstGeom>
          <a:noFill/>
          <a:ln w="0">
            <a:noFill/>
            <a:prstDash val="solid"/>
          </a:ln>
        </p:spPr>
        <p:txBody>
          <a:bodyPr wrap="square" lIns="0" tIns="0" rIns="0" bIns="0" anchor="t"/>
          <a:lstStyle/>
          <a:p>
            <a:pPr>
              <a:lnSpc>
                <a:spcPct val="150000"/>
              </a:lnSpc>
              <a:defRPr sz="2025" b="0">
                <a:solidFill>
                  <a:srgbClr val="111111"/>
                </a:solidFill>
                <a:latin typeface="Arial"/>
                <a:ea typeface="Arial"/>
                <a:cs typeface="Arial"/>
              </a:defRPr>
            </a:pPr>
            <a:r>
              <a:rPr lang="zh-CN" altLang="zh-CN" sz="2400" dirty="0">
                <a:latin typeface="+mn-lt"/>
              </a:rPr>
              <a:t>Ori Ben Zur</a:t>
            </a:r>
            <a:r>
              <a:rPr lang="zh-CN" altLang="en-US" sz="2400" dirty="0">
                <a:latin typeface="+mn-lt"/>
              </a:rPr>
              <a:t> </a:t>
            </a:r>
            <a:r>
              <a:rPr lang="en-US" altLang="zh-CN" sz="2400" dirty="0" err="1">
                <a:latin typeface="+mn-lt"/>
              </a:rPr>
              <a:t>et</a:t>
            </a:r>
            <a:r>
              <a:rPr lang="en-US" altLang="zh-CN" sz="2400" dirty="0" err="1">
                <a:solidFill>
                  <a:srgbClr val="111111"/>
                </a:solidFill>
                <a:latin typeface="+mn-lt"/>
                <a:cs typeface="Arial"/>
              </a:rPr>
              <a:t>.al</a:t>
            </a:r>
            <a:r>
              <a:rPr lang="en-US" altLang="zh-CN" sz="2400" dirty="0">
                <a:solidFill>
                  <a:srgbClr val="111111"/>
                </a:solidFill>
                <a:latin typeface="+mn-lt"/>
                <a:cs typeface="Arial"/>
              </a:rPr>
              <a:t>. </a:t>
            </a:r>
            <a:r>
              <a:rPr lang="zh-CN" altLang="zh-CN" sz="2400" b="1" dirty="0">
                <a:latin typeface="+mn-lt"/>
              </a:rPr>
              <a:t>Accelerating Nested Virtualization with HyperTurtle</a:t>
            </a:r>
            <a:r>
              <a:rPr lang="en-US" altLang="zh-CN" sz="2400" dirty="0">
                <a:solidFill>
                  <a:srgbClr val="111111"/>
                </a:solidFill>
                <a:latin typeface="+mn-lt"/>
                <a:cs typeface="Arial"/>
              </a:rPr>
              <a:t>. ATC’ 25</a:t>
            </a:r>
          </a:p>
          <a:p>
            <a:pPr marL="342900" indent="-342900">
              <a:lnSpc>
                <a:spcPct val="150000"/>
              </a:lnSpc>
              <a:buFont typeface="Arial" panose="020B0604020202020204" pitchFamily="34" charset="0"/>
              <a:buChar char="•"/>
              <a:defRPr sz="2025" b="0">
                <a:solidFill>
                  <a:srgbClr val="111111"/>
                </a:solidFill>
                <a:latin typeface="Arial"/>
                <a:ea typeface="Arial"/>
                <a:cs typeface="Arial"/>
              </a:defRPr>
            </a:pPr>
            <a:r>
              <a:rPr lang="en" altLang="zh-CN" sz="2200" dirty="0">
                <a:latin typeface="+mn-lt"/>
              </a:rPr>
              <a:t>Offloads L2 exit handling from L1 to L0</a:t>
            </a:r>
          </a:p>
          <a:p>
            <a:pPr marL="342900" indent="-342900">
              <a:lnSpc>
                <a:spcPct val="150000"/>
              </a:lnSpc>
              <a:buFont typeface="Arial" panose="020B0604020202020204" pitchFamily="34" charset="0"/>
              <a:buChar char="•"/>
              <a:defRPr sz="2025" b="0">
                <a:solidFill>
                  <a:srgbClr val="111111"/>
                </a:solidFill>
                <a:latin typeface="Arial"/>
                <a:ea typeface="Arial"/>
                <a:cs typeface="Arial"/>
              </a:defRPr>
            </a:pPr>
            <a:r>
              <a:rPr lang="zh-CN" altLang="zh-CN" sz="2200" dirty="0">
                <a:latin typeface="+mn-lt"/>
              </a:rPr>
              <a:t>Moves EPT fault handling into L0 via registered eBPF-based hyperupcalls</a:t>
            </a:r>
            <a:endParaRPr lang="en-US" altLang="zh-CN" sz="2200" dirty="0">
              <a:latin typeface="+mn-lt"/>
            </a:endParaRPr>
          </a:p>
          <a:p>
            <a:pPr marL="342900" indent="-342900">
              <a:lnSpc>
                <a:spcPct val="150000"/>
              </a:lnSpc>
              <a:buFont typeface="Arial" panose="020B0604020202020204" pitchFamily="34" charset="0"/>
              <a:buChar char="•"/>
              <a:defRPr sz="2025" b="0">
                <a:solidFill>
                  <a:srgbClr val="111111"/>
                </a:solidFill>
                <a:latin typeface="Arial"/>
                <a:ea typeface="Arial"/>
                <a:cs typeface="Arial"/>
              </a:defRPr>
            </a:pPr>
            <a:r>
              <a:rPr lang="zh-CN" altLang="zh-CN" sz="2200" dirty="0">
                <a:solidFill>
                  <a:srgbClr val="C00000"/>
                </a:solidFill>
                <a:latin typeface="+mn-lt"/>
              </a:rPr>
              <a:t>Limited elasticity due to memory preallocation and lack of parallel EPT fault handling</a:t>
            </a:r>
            <a:endParaRPr lang="en-US" altLang="zh-CN" sz="2200" dirty="0">
              <a:solidFill>
                <a:srgbClr val="C00000"/>
              </a:solidFill>
              <a:latin typeface="+mn-lt"/>
            </a:endParaRPr>
          </a:p>
        </p:txBody>
      </p:sp>
    </p:spTree>
    <p:extLst>
      <p:ext uri="{BB962C8B-B14F-4D97-AF65-F5344CB8AC3E}">
        <p14:creationId xmlns:p14="http://schemas.microsoft.com/office/powerpoint/2010/main" val="3841449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B4369C8C-7EB0-4AAD-8BAD-9125E9804524}"/>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sz="3075" b="1">
                <a:solidFill>
                  <a:srgbClr val="A40000"/>
                </a:solidFill>
                <a:latin typeface="Arial"/>
                <a:ea typeface="Arial"/>
                <a:cs typeface="Arial"/>
              </a:rPr>
              <a:t>KVM keeps L0 in the nested control path</a:t>
            </a:r>
          </a:p>
        </p:txBody>
      </p:sp>
      <p:sp>
        <p:nvSpPr>
          <p:cNvPr id="2" name="矩形 1">
            <a:extLst>
              <a:ext uri="{FF2B5EF4-FFF2-40B4-BE49-F238E27FC236}">
                <a16:creationId xmlns:a16="http://schemas.microsoft.com/office/drawing/2014/main" id="{079AD105-4938-4C3C-A25D-243E24391B03}"/>
              </a:ext>
            </a:extLst>
          </p:cNvPr>
          <p:cNvSpPr>
            <a:spLocks noGrp="1"/>
          </p:cNvSpPr>
          <p:nvPr/>
        </p:nvSpPr>
        <p:spPr>
          <a:xfrm>
            <a:off x="800100" y="1428750"/>
            <a:ext cx="10287000" cy="361950"/>
          </a:xfrm>
          <a:prstGeom prst="rect">
            <a:avLst/>
          </a:prstGeom>
          <a:noFill/>
          <a:ln w="0">
            <a:noFill/>
            <a:prstDash val="solid"/>
          </a:ln>
        </p:spPr>
        <p:txBody>
          <a:bodyPr wrap="square" lIns="0" tIns="0" rIns="0" bIns="0" anchor="t"/>
          <a:lstStyle/>
          <a:p>
            <a:pPr algn="l">
              <a:lnSpc>
                <a:spcPct val="100000"/>
              </a:lnSpc>
              <a:buNone/>
              <a:defRPr sz="2025" b="0">
                <a:solidFill>
                  <a:srgbClr val="111111"/>
                </a:solidFill>
                <a:latin typeface="Arial"/>
                <a:ea typeface="Arial"/>
                <a:cs typeface="Arial"/>
              </a:defRPr>
            </a:pPr>
            <a:r>
              <a:rPr sz="2025" b="0">
                <a:solidFill>
                  <a:srgbClr val="111111"/>
                </a:solidFill>
                <a:latin typeface="Arial"/>
                <a:ea typeface="Arial"/>
                <a:cs typeface="Arial"/>
              </a:rPr>
              <a:t>L1 records virtual state; L0 shadows it to perform real L2 entry and exit</a:t>
            </a:r>
          </a:p>
        </p:txBody>
      </p:sp>
      <p:sp>
        <p:nvSpPr>
          <p:cNvPr id="3" name="矩形 2">
            <a:extLst>
              <a:ext uri="{FF2B5EF4-FFF2-40B4-BE49-F238E27FC236}">
                <a16:creationId xmlns:a16="http://schemas.microsoft.com/office/drawing/2014/main" id="{01927898-1144-4BA1-9DC6-79ECC9A659CB}"/>
              </a:ext>
            </a:extLst>
          </p:cNvPr>
          <p:cNvSpPr>
            <a:spLocks noGrp="1"/>
          </p:cNvSpPr>
          <p:nvPr/>
        </p:nvSpPr>
        <p:spPr>
          <a:xfrm>
            <a:off x="1047750" y="2038350"/>
            <a:ext cx="2667000" cy="323850"/>
          </a:xfrm>
          <a:prstGeom prst="rect">
            <a:avLst/>
          </a:prstGeom>
          <a:noFill/>
          <a:ln w="0">
            <a:noFill/>
            <a:prstDash val="solid"/>
          </a:ln>
        </p:spPr>
        <p:txBody>
          <a:bodyPr wrap="square" lIns="0" tIns="0" rIns="0" bIns="0" anchor="t"/>
          <a:lstStyle/>
          <a:p>
            <a:pPr algn="l">
              <a:lnSpc>
                <a:spcPct val="100000"/>
              </a:lnSpc>
              <a:buNone/>
              <a:defRPr sz="1950" b="1">
                <a:solidFill>
                  <a:srgbClr val="111111"/>
                </a:solidFill>
                <a:latin typeface="Arial"/>
                <a:ea typeface="Arial"/>
                <a:cs typeface="Arial"/>
              </a:defRPr>
            </a:pPr>
            <a:r>
              <a:rPr sz="1950" b="1" dirty="0">
                <a:solidFill>
                  <a:srgbClr val="2E6CF7"/>
                </a:solidFill>
                <a:latin typeface="Arial"/>
                <a:ea typeface="Arial"/>
                <a:cs typeface="Arial"/>
              </a:rPr>
              <a:t>KVM / EPT-on-EPT</a:t>
            </a:r>
          </a:p>
        </p:txBody>
      </p:sp>
      <p:sp>
        <p:nvSpPr>
          <p:cNvPr id="4" name="矩形 3">
            <a:extLst>
              <a:ext uri="{FF2B5EF4-FFF2-40B4-BE49-F238E27FC236}">
                <a16:creationId xmlns:a16="http://schemas.microsoft.com/office/drawing/2014/main" id="{63388A9B-21DD-4856-B23A-B096A29AE4F1}"/>
              </a:ext>
            </a:extLst>
          </p:cNvPr>
          <p:cNvSpPr>
            <a:spLocks noGrp="1"/>
          </p:cNvSpPr>
          <p:nvPr/>
        </p:nvSpPr>
        <p:spPr>
          <a:xfrm>
            <a:off x="4476750" y="2038350"/>
            <a:ext cx="2381250" cy="323850"/>
          </a:xfrm>
          <a:prstGeom prst="rect">
            <a:avLst/>
          </a:prstGeom>
          <a:noFill/>
          <a:ln w="0">
            <a:noFill/>
            <a:prstDash val="solid"/>
          </a:ln>
        </p:spPr>
        <p:txBody>
          <a:bodyPr wrap="square" lIns="0" tIns="0" rIns="0" bIns="0" anchor="t"/>
          <a:lstStyle/>
          <a:p>
            <a:pPr algn="r">
              <a:lnSpc>
                <a:spcPct val="100000"/>
              </a:lnSpc>
              <a:buNone/>
              <a:defRPr sz="2025" b="1">
                <a:solidFill>
                  <a:srgbClr val="111111"/>
                </a:solidFill>
                <a:latin typeface="Arial"/>
                <a:ea typeface="Arial"/>
                <a:cs typeface="Arial"/>
              </a:defRPr>
            </a:pPr>
            <a:r>
              <a:rPr sz="2025" b="1" dirty="0">
                <a:solidFill>
                  <a:srgbClr val="111111"/>
                </a:solidFill>
                <a:latin typeface="Arial"/>
                <a:ea typeface="Arial"/>
                <a:cs typeface="Arial"/>
              </a:rPr>
              <a:t>L0 stays hot</a:t>
            </a:r>
          </a:p>
        </p:txBody>
      </p:sp>
      <p:sp>
        <p:nvSpPr>
          <p:cNvPr id="5" name="矩形 4">
            <a:extLst>
              <a:ext uri="{FF2B5EF4-FFF2-40B4-BE49-F238E27FC236}">
                <a16:creationId xmlns:a16="http://schemas.microsoft.com/office/drawing/2014/main" id="{9638C467-639B-4E19-A53E-A9DB8315E9F5}"/>
              </a:ext>
            </a:extLst>
          </p:cNvPr>
          <p:cNvSpPr>
            <a:spLocks noGrp="1"/>
          </p:cNvSpPr>
          <p:nvPr/>
        </p:nvSpPr>
        <p:spPr>
          <a:xfrm>
            <a:off x="876300" y="2533650"/>
            <a:ext cx="6572250" cy="647700"/>
          </a:xfrm>
          <a:prstGeom prst="rect">
            <a:avLst/>
          </a:prstGeom>
          <a:solidFill>
            <a:srgbClr val="F7F9FC"/>
          </a:solidFill>
          <a:ln w="9525">
            <a:solidFill>
              <a:srgbClr val="D4D7DC"/>
            </a:solidFill>
            <a:prstDash val="solid"/>
          </a:ln>
        </p:spPr>
        <p:txBody>
          <a:bodyPr/>
          <a:lstStyle/>
          <a:p>
            <a:endParaRPr lang="en-US"/>
          </a:p>
        </p:txBody>
      </p:sp>
      <p:sp>
        <p:nvSpPr>
          <p:cNvPr id="6" name="矩形 5">
            <a:extLst>
              <a:ext uri="{FF2B5EF4-FFF2-40B4-BE49-F238E27FC236}">
                <a16:creationId xmlns:a16="http://schemas.microsoft.com/office/drawing/2014/main" id="{4D8C9E7A-BC80-4F6F-836A-E57C60549CE4}"/>
              </a:ext>
            </a:extLst>
          </p:cNvPr>
          <p:cNvSpPr>
            <a:spLocks noGrp="1"/>
          </p:cNvSpPr>
          <p:nvPr/>
        </p:nvSpPr>
        <p:spPr>
          <a:xfrm>
            <a:off x="1047750" y="2705100"/>
            <a:ext cx="5524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L2</a:t>
            </a:r>
          </a:p>
        </p:txBody>
      </p:sp>
      <p:sp>
        <p:nvSpPr>
          <p:cNvPr id="7" name="矩形 6">
            <a:extLst>
              <a:ext uri="{FF2B5EF4-FFF2-40B4-BE49-F238E27FC236}">
                <a16:creationId xmlns:a16="http://schemas.microsoft.com/office/drawing/2014/main" id="{C8568C43-4E46-4AEB-ADEE-535169E63C17}"/>
              </a:ext>
            </a:extLst>
          </p:cNvPr>
          <p:cNvSpPr>
            <a:spLocks noGrp="1"/>
          </p:cNvSpPr>
          <p:nvPr/>
        </p:nvSpPr>
        <p:spPr>
          <a:xfrm>
            <a:off x="1771650" y="2705100"/>
            <a:ext cx="5505450" cy="28575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secure container</a:t>
            </a:r>
          </a:p>
        </p:txBody>
      </p:sp>
      <p:sp>
        <p:nvSpPr>
          <p:cNvPr id="8" name="矩形 7">
            <a:extLst>
              <a:ext uri="{FF2B5EF4-FFF2-40B4-BE49-F238E27FC236}">
                <a16:creationId xmlns:a16="http://schemas.microsoft.com/office/drawing/2014/main" id="{34540BDB-D882-43FB-AE1D-EFD0A9255F48}"/>
              </a:ext>
            </a:extLst>
          </p:cNvPr>
          <p:cNvSpPr>
            <a:spLocks noGrp="1"/>
          </p:cNvSpPr>
          <p:nvPr/>
        </p:nvSpPr>
        <p:spPr>
          <a:xfrm>
            <a:off x="876300" y="3600450"/>
            <a:ext cx="6572250" cy="647700"/>
          </a:xfrm>
          <a:prstGeom prst="rect">
            <a:avLst/>
          </a:prstGeom>
          <a:solidFill>
            <a:srgbClr val="FFFFFF"/>
          </a:solidFill>
          <a:ln w="9525">
            <a:solidFill>
              <a:srgbClr val="D4D7DC"/>
            </a:solidFill>
            <a:prstDash val="solid"/>
          </a:ln>
        </p:spPr>
        <p:txBody>
          <a:bodyPr/>
          <a:lstStyle/>
          <a:p>
            <a:endParaRPr lang="en-US"/>
          </a:p>
        </p:txBody>
      </p:sp>
      <p:sp>
        <p:nvSpPr>
          <p:cNvPr id="9" name="矩形 8">
            <a:extLst>
              <a:ext uri="{FF2B5EF4-FFF2-40B4-BE49-F238E27FC236}">
                <a16:creationId xmlns:a16="http://schemas.microsoft.com/office/drawing/2014/main" id="{F27E68F7-593D-43B0-B428-67151F03C63C}"/>
              </a:ext>
            </a:extLst>
          </p:cNvPr>
          <p:cNvSpPr>
            <a:spLocks noGrp="1"/>
          </p:cNvSpPr>
          <p:nvPr/>
        </p:nvSpPr>
        <p:spPr>
          <a:xfrm>
            <a:off x="1047750" y="3771900"/>
            <a:ext cx="5524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L1</a:t>
            </a:r>
          </a:p>
        </p:txBody>
      </p:sp>
      <p:sp>
        <p:nvSpPr>
          <p:cNvPr id="10" name="矩形 9">
            <a:extLst>
              <a:ext uri="{FF2B5EF4-FFF2-40B4-BE49-F238E27FC236}">
                <a16:creationId xmlns:a16="http://schemas.microsoft.com/office/drawing/2014/main" id="{8F923498-5603-4157-8856-195764F7B7E1}"/>
              </a:ext>
            </a:extLst>
          </p:cNvPr>
          <p:cNvSpPr>
            <a:spLocks noGrp="1"/>
          </p:cNvSpPr>
          <p:nvPr/>
        </p:nvSpPr>
        <p:spPr>
          <a:xfrm>
            <a:off x="1771650" y="3771900"/>
            <a:ext cx="5505450" cy="28575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cloud VM</a:t>
            </a:r>
          </a:p>
        </p:txBody>
      </p:sp>
      <p:sp>
        <p:nvSpPr>
          <p:cNvPr id="11" name="矩形 10">
            <a:extLst>
              <a:ext uri="{FF2B5EF4-FFF2-40B4-BE49-F238E27FC236}">
                <a16:creationId xmlns:a16="http://schemas.microsoft.com/office/drawing/2014/main" id="{87601445-E37F-4F8D-B357-C73037738A47}"/>
              </a:ext>
            </a:extLst>
          </p:cNvPr>
          <p:cNvSpPr>
            <a:spLocks noGrp="1"/>
          </p:cNvSpPr>
          <p:nvPr/>
        </p:nvSpPr>
        <p:spPr>
          <a:xfrm>
            <a:off x="876300" y="4914900"/>
            <a:ext cx="6572250" cy="647700"/>
          </a:xfrm>
          <a:prstGeom prst="rect">
            <a:avLst/>
          </a:prstGeom>
          <a:solidFill>
            <a:srgbClr val="F7F9FC"/>
          </a:solidFill>
          <a:ln w="9525">
            <a:solidFill>
              <a:srgbClr val="D4D7DC"/>
            </a:solidFill>
            <a:prstDash val="solid"/>
          </a:ln>
        </p:spPr>
        <p:txBody>
          <a:bodyPr/>
          <a:lstStyle/>
          <a:p>
            <a:endParaRPr lang="en-US"/>
          </a:p>
        </p:txBody>
      </p:sp>
      <p:sp>
        <p:nvSpPr>
          <p:cNvPr id="12" name="矩形 11">
            <a:extLst>
              <a:ext uri="{FF2B5EF4-FFF2-40B4-BE49-F238E27FC236}">
                <a16:creationId xmlns:a16="http://schemas.microsoft.com/office/drawing/2014/main" id="{2BE9C5FE-ADBA-446E-8151-45CAAFD755E3}"/>
              </a:ext>
            </a:extLst>
          </p:cNvPr>
          <p:cNvSpPr>
            <a:spLocks noGrp="1"/>
          </p:cNvSpPr>
          <p:nvPr/>
        </p:nvSpPr>
        <p:spPr>
          <a:xfrm>
            <a:off x="1047750" y="5086350"/>
            <a:ext cx="5524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L0</a:t>
            </a:r>
          </a:p>
        </p:txBody>
      </p:sp>
      <p:sp>
        <p:nvSpPr>
          <p:cNvPr id="13" name="矩形 12">
            <a:extLst>
              <a:ext uri="{FF2B5EF4-FFF2-40B4-BE49-F238E27FC236}">
                <a16:creationId xmlns:a16="http://schemas.microsoft.com/office/drawing/2014/main" id="{1C488B80-7917-40D3-8AAB-5A3671EE26F7}"/>
              </a:ext>
            </a:extLst>
          </p:cNvPr>
          <p:cNvSpPr>
            <a:spLocks noGrp="1"/>
          </p:cNvSpPr>
          <p:nvPr/>
        </p:nvSpPr>
        <p:spPr>
          <a:xfrm>
            <a:off x="1771650" y="5086350"/>
            <a:ext cx="5505450" cy="28575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host hypervisor</a:t>
            </a:r>
          </a:p>
        </p:txBody>
      </p:sp>
      <p:sp>
        <p:nvSpPr>
          <p:cNvPr id="14" name="矩形 13">
            <a:extLst>
              <a:ext uri="{FF2B5EF4-FFF2-40B4-BE49-F238E27FC236}">
                <a16:creationId xmlns:a16="http://schemas.microsoft.com/office/drawing/2014/main" id="{8F434534-E32C-4386-A28B-7DE38730B074}"/>
              </a:ext>
            </a:extLst>
          </p:cNvPr>
          <p:cNvSpPr>
            <a:spLocks noGrp="1"/>
          </p:cNvSpPr>
          <p:nvPr/>
        </p:nvSpPr>
        <p:spPr>
          <a:xfrm>
            <a:off x="3543300" y="3714750"/>
            <a:ext cx="1428750" cy="400050"/>
          </a:xfrm>
          <a:prstGeom prst="rect">
            <a:avLst/>
          </a:prstGeom>
          <a:solidFill>
            <a:srgbClr val="FFFFFF"/>
          </a:solidFill>
          <a:ln w="9525">
            <a:solidFill>
              <a:srgbClr val="D4D7DC"/>
            </a:solidFill>
            <a:prstDash val="dash"/>
          </a:ln>
        </p:spPr>
        <p:txBody>
          <a:bodyPr wrap="square" lIns="114300" tIns="0" rIns="114300" bIns="0" anchor="ctr"/>
          <a:lstStyle/>
          <a:p>
            <a:pPr algn="ctr">
              <a:lnSpc>
                <a:spcPct val="100000"/>
              </a:lnSpc>
              <a:buNone/>
              <a:defRPr sz="1650" b="0">
                <a:solidFill>
                  <a:srgbClr val="111111"/>
                </a:solidFill>
                <a:latin typeface="Arial"/>
                <a:ea typeface="Arial"/>
                <a:cs typeface="Arial"/>
              </a:defRPr>
            </a:pPr>
            <a:r>
              <a:rPr sz="1650" b="0" dirty="0">
                <a:solidFill>
                  <a:srgbClr val="111111"/>
                </a:solidFill>
                <a:latin typeface="Arial"/>
                <a:ea typeface="Arial"/>
                <a:cs typeface="Arial"/>
              </a:rPr>
              <a:t>VMCS</a:t>
            </a:r>
            <a:r>
              <a:rPr sz="1650" b="0" baseline="-25000" dirty="0">
                <a:solidFill>
                  <a:srgbClr val="111111"/>
                </a:solidFill>
                <a:latin typeface="Arial"/>
                <a:ea typeface="Arial"/>
                <a:cs typeface="Arial"/>
              </a:rPr>
              <a:t>1-&gt;2</a:t>
            </a:r>
          </a:p>
        </p:txBody>
      </p:sp>
      <p:sp>
        <p:nvSpPr>
          <p:cNvPr id="15" name="矩形 14">
            <a:extLst>
              <a:ext uri="{FF2B5EF4-FFF2-40B4-BE49-F238E27FC236}">
                <a16:creationId xmlns:a16="http://schemas.microsoft.com/office/drawing/2014/main" id="{A478BEA4-48C3-4226-B310-4BB9D9562068}"/>
              </a:ext>
            </a:extLst>
          </p:cNvPr>
          <p:cNvSpPr>
            <a:spLocks noGrp="1"/>
          </p:cNvSpPr>
          <p:nvPr/>
        </p:nvSpPr>
        <p:spPr>
          <a:xfrm>
            <a:off x="5219700" y="3714750"/>
            <a:ext cx="1257300" cy="400050"/>
          </a:xfrm>
          <a:prstGeom prst="rect">
            <a:avLst/>
          </a:prstGeom>
          <a:solidFill>
            <a:srgbClr val="FFFFFF"/>
          </a:solidFill>
          <a:ln w="9525">
            <a:solidFill>
              <a:srgbClr val="D4D7DC"/>
            </a:solidFill>
            <a:prstDash val="dash"/>
          </a:ln>
        </p:spPr>
        <p:txBody>
          <a:bodyPr wrap="square" lIns="114300" tIns="0" rIns="114300" bIns="0" anchor="ctr"/>
          <a:lstStyle/>
          <a:p>
            <a:pPr algn="ctr">
              <a:lnSpc>
                <a:spcPct val="100000"/>
              </a:lnSpc>
              <a:buNone/>
              <a:defRPr sz="1650" b="0">
                <a:solidFill>
                  <a:srgbClr val="111111"/>
                </a:solidFill>
                <a:latin typeface="Arial"/>
                <a:ea typeface="Arial"/>
                <a:cs typeface="Arial"/>
              </a:defRPr>
            </a:pPr>
            <a:r>
              <a:rPr sz="1650" b="0" dirty="0">
                <a:solidFill>
                  <a:srgbClr val="111111"/>
                </a:solidFill>
                <a:latin typeface="Arial"/>
                <a:ea typeface="Arial"/>
                <a:cs typeface="Arial"/>
              </a:rPr>
              <a:t>EPT</a:t>
            </a:r>
            <a:r>
              <a:rPr sz="1650" b="0" baseline="-25000" dirty="0">
                <a:solidFill>
                  <a:srgbClr val="111111"/>
                </a:solidFill>
                <a:latin typeface="Arial"/>
                <a:ea typeface="Arial"/>
                <a:cs typeface="Arial"/>
              </a:rPr>
              <a:t>1-&gt;2</a:t>
            </a:r>
          </a:p>
        </p:txBody>
      </p:sp>
      <p:sp>
        <p:nvSpPr>
          <p:cNvPr id="16" name="矩形 15">
            <a:extLst>
              <a:ext uri="{FF2B5EF4-FFF2-40B4-BE49-F238E27FC236}">
                <a16:creationId xmlns:a16="http://schemas.microsoft.com/office/drawing/2014/main" id="{38793ADF-D696-4DAE-B97A-E856BB101236}"/>
              </a:ext>
            </a:extLst>
          </p:cNvPr>
          <p:cNvSpPr>
            <a:spLocks noGrp="1"/>
          </p:cNvSpPr>
          <p:nvPr/>
        </p:nvSpPr>
        <p:spPr>
          <a:xfrm>
            <a:off x="3543300" y="5029200"/>
            <a:ext cx="1428750" cy="381000"/>
          </a:xfrm>
          <a:prstGeom prst="rect">
            <a:avLst/>
          </a:prstGeom>
          <a:solidFill>
            <a:srgbClr val="FAFAFA"/>
          </a:solidFill>
          <a:ln w="9525">
            <a:solidFill>
              <a:srgbClr val="D4D7DC"/>
            </a:solidFill>
            <a:prstDash val="solid"/>
          </a:ln>
        </p:spPr>
        <p:txBody>
          <a:bodyPr wrap="square" lIns="114300" tIns="0" rIns="114300" bIns="0" anchor="ctr"/>
          <a:lstStyle/>
          <a:p>
            <a:pPr algn="ctr">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VMCS</a:t>
            </a:r>
            <a:r>
              <a:rPr sz="1575" b="0" baseline="-25000" dirty="0">
                <a:solidFill>
                  <a:srgbClr val="111111"/>
                </a:solidFill>
                <a:latin typeface="Arial"/>
                <a:ea typeface="Arial"/>
                <a:cs typeface="Arial"/>
              </a:rPr>
              <a:t>0-&gt;2</a:t>
            </a:r>
          </a:p>
        </p:txBody>
      </p:sp>
      <p:sp>
        <p:nvSpPr>
          <p:cNvPr id="17" name="矩形 16">
            <a:extLst>
              <a:ext uri="{FF2B5EF4-FFF2-40B4-BE49-F238E27FC236}">
                <a16:creationId xmlns:a16="http://schemas.microsoft.com/office/drawing/2014/main" id="{44BCFD39-CC5D-4D6A-A5E1-CB74D6AF3770}"/>
              </a:ext>
            </a:extLst>
          </p:cNvPr>
          <p:cNvSpPr>
            <a:spLocks noGrp="1"/>
          </p:cNvSpPr>
          <p:nvPr/>
        </p:nvSpPr>
        <p:spPr>
          <a:xfrm>
            <a:off x="5219700" y="5029200"/>
            <a:ext cx="1257300" cy="381000"/>
          </a:xfrm>
          <a:prstGeom prst="rect">
            <a:avLst/>
          </a:prstGeom>
          <a:solidFill>
            <a:srgbClr val="FAFAFA"/>
          </a:solidFill>
          <a:ln w="9525">
            <a:solidFill>
              <a:srgbClr val="D4D7DC"/>
            </a:solidFill>
            <a:prstDash val="solid"/>
          </a:ln>
        </p:spPr>
        <p:txBody>
          <a:bodyPr wrap="square" lIns="114300" tIns="0" rIns="114300" bIns="0" anchor="ctr"/>
          <a:lstStyle/>
          <a:p>
            <a:pPr algn="ctr">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EPT</a:t>
            </a:r>
            <a:r>
              <a:rPr sz="1575" b="0" baseline="-25000" dirty="0">
                <a:solidFill>
                  <a:srgbClr val="111111"/>
                </a:solidFill>
                <a:latin typeface="Arial"/>
                <a:ea typeface="Arial"/>
                <a:cs typeface="Arial"/>
              </a:rPr>
              <a:t>0-&gt;2</a:t>
            </a:r>
          </a:p>
        </p:txBody>
      </p:sp>
      <p:sp>
        <p:nvSpPr>
          <p:cNvPr id="18" name="直线连接符 17">
            <a:extLst>
              <a:ext uri="{FF2B5EF4-FFF2-40B4-BE49-F238E27FC236}">
                <a16:creationId xmlns:a16="http://schemas.microsoft.com/office/drawing/2014/main" id="{AD34B51F-C945-44CB-BCB3-A6EA75374F55}"/>
              </a:ext>
            </a:extLst>
          </p:cNvPr>
          <p:cNvSpPr>
            <a:spLocks noGrp="1"/>
          </p:cNvSpPr>
          <p:nvPr/>
        </p:nvSpPr>
        <p:spPr>
          <a:xfrm>
            <a:off x="1504950" y="3409950"/>
            <a:ext cx="5314950" cy="0"/>
          </a:xfrm>
          <a:prstGeom prst="line">
            <a:avLst/>
          </a:prstGeom>
          <a:noFill/>
          <a:ln w="28575">
            <a:solidFill>
              <a:srgbClr val="5F6368"/>
            </a:solidFill>
            <a:prstDash val="dash"/>
          </a:ln>
        </p:spPr>
        <p:txBody>
          <a:bodyPr/>
          <a:lstStyle/>
          <a:p>
            <a:endParaRPr lang="en-US"/>
          </a:p>
        </p:txBody>
      </p:sp>
      <p:sp>
        <p:nvSpPr>
          <p:cNvPr id="19" name="直线连接符 18">
            <a:extLst>
              <a:ext uri="{FF2B5EF4-FFF2-40B4-BE49-F238E27FC236}">
                <a16:creationId xmlns:a16="http://schemas.microsoft.com/office/drawing/2014/main" id="{7A84A014-2CDB-4456-9F9F-0D80A1840E3B}"/>
              </a:ext>
            </a:extLst>
          </p:cNvPr>
          <p:cNvSpPr>
            <a:spLocks noGrp="1"/>
          </p:cNvSpPr>
          <p:nvPr/>
        </p:nvSpPr>
        <p:spPr>
          <a:xfrm>
            <a:off x="1504950" y="4686300"/>
            <a:ext cx="5314950" cy="0"/>
          </a:xfrm>
          <a:prstGeom prst="line">
            <a:avLst/>
          </a:prstGeom>
          <a:noFill/>
          <a:ln w="30480">
            <a:solidFill>
              <a:srgbClr val="5F6368"/>
            </a:solidFill>
            <a:prstDash val="solid"/>
          </a:ln>
        </p:spPr>
        <p:txBody>
          <a:bodyPr/>
          <a:lstStyle/>
          <a:p>
            <a:endParaRPr lang="en-US"/>
          </a:p>
        </p:txBody>
      </p:sp>
      <p:sp>
        <p:nvSpPr>
          <p:cNvPr id="21" name="矩形 20">
            <a:extLst>
              <a:ext uri="{FF2B5EF4-FFF2-40B4-BE49-F238E27FC236}">
                <a16:creationId xmlns:a16="http://schemas.microsoft.com/office/drawing/2014/main" id="{1BE69015-41D7-4D36-8F8C-1C5776520439}"/>
              </a:ext>
            </a:extLst>
          </p:cNvPr>
          <p:cNvSpPr>
            <a:spLocks noGrp="1"/>
          </p:cNvSpPr>
          <p:nvPr/>
        </p:nvSpPr>
        <p:spPr>
          <a:xfrm>
            <a:off x="1647825" y="4445000"/>
            <a:ext cx="838200" cy="438150"/>
          </a:xfrm>
          <a:prstGeom prst="rect">
            <a:avLst/>
          </a:prstGeom>
          <a:noFill/>
          <a:ln w="0">
            <a:noFill/>
            <a:prstDash val="solid"/>
          </a:ln>
        </p:spPr>
        <p:txBody>
          <a:bodyPr wrap="square" lIns="0" tIns="0" rIns="0" bIns="0" anchor="t"/>
          <a:lstStyle/>
          <a:p>
            <a:pPr algn="r">
              <a:lnSpc>
                <a:spcPct val="105000"/>
              </a:lnSpc>
              <a:buNone/>
              <a:defRPr sz="1500" b="0">
                <a:solidFill>
                  <a:srgbClr val="111111"/>
                </a:solidFill>
                <a:latin typeface="Arial"/>
                <a:ea typeface="Arial"/>
                <a:cs typeface="Arial"/>
              </a:defRPr>
            </a:pPr>
            <a:r>
              <a:rPr sz="1500" b="0" dirty="0">
                <a:solidFill>
                  <a:srgbClr val="B23A33"/>
                </a:solidFill>
                <a:latin typeface="Arial"/>
                <a:ea typeface="Arial"/>
                <a:cs typeface="Arial"/>
              </a:rPr>
              <a:t>VM instr.</a:t>
            </a:r>
          </a:p>
          <a:p>
            <a:pPr algn="r">
              <a:lnSpc>
                <a:spcPct val="105000"/>
              </a:lnSpc>
              <a:buNone/>
              <a:defRPr sz="1500" b="0">
                <a:solidFill>
                  <a:srgbClr val="111111"/>
                </a:solidFill>
                <a:latin typeface="Arial"/>
                <a:ea typeface="Arial"/>
                <a:cs typeface="Arial"/>
              </a:defRPr>
            </a:pPr>
            <a:r>
              <a:rPr sz="1500" b="0" dirty="0">
                <a:solidFill>
                  <a:srgbClr val="B23A33"/>
                </a:solidFill>
                <a:latin typeface="Arial"/>
                <a:ea typeface="Arial"/>
                <a:cs typeface="Arial"/>
              </a:rPr>
              <a:t>traps</a:t>
            </a:r>
          </a:p>
        </p:txBody>
      </p:sp>
      <p:sp>
        <p:nvSpPr>
          <p:cNvPr id="24" name="矩形 23">
            <a:extLst>
              <a:ext uri="{FF2B5EF4-FFF2-40B4-BE49-F238E27FC236}">
                <a16:creationId xmlns:a16="http://schemas.microsoft.com/office/drawing/2014/main" id="{28D9215E-D8F2-409F-8794-8B498A98B5A2}"/>
              </a:ext>
            </a:extLst>
          </p:cNvPr>
          <p:cNvSpPr>
            <a:spLocks noGrp="1"/>
          </p:cNvSpPr>
          <p:nvPr/>
        </p:nvSpPr>
        <p:spPr>
          <a:xfrm>
            <a:off x="5236207" y="3190546"/>
            <a:ext cx="1524000" cy="495300"/>
          </a:xfrm>
          <a:prstGeom prst="rect">
            <a:avLst/>
          </a:prstGeom>
          <a:noFill/>
          <a:ln w="0">
            <a:noFill/>
            <a:prstDash val="solid"/>
          </a:ln>
        </p:spPr>
        <p:txBody>
          <a:bodyPr wrap="square" lIns="0" tIns="0" rIns="0" bIns="0" anchor="t"/>
          <a:lstStyle/>
          <a:p>
            <a:pPr algn="r">
              <a:lnSpc>
                <a:spcPct val="105000"/>
              </a:lnSpc>
              <a:buNone/>
              <a:defRPr sz="1500" b="0">
                <a:solidFill>
                  <a:srgbClr val="111111"/>
                </a:solidFill>
                <a:latin typeface="Arial"/>
                <a:ea typeface="Arial"/>
                <a:cs typeface="Arial"/>
              </a:defRPr>
            </a:pPr>
            <a:r>
              <a:rPr dirty="0"/>
              <a:t>L2 entry/exit</a:t>
            </a:r>
          </a:p>
          <a:p>
            <a:pPr algn="r">
              <a:lnSpc>
                <a:spcPct val="105000"/>
              </a:lnSpc>
              <a:buNone/>
              <a:defRPr sz="1500" b="0">
                <a:solidFill>
                  <a:srgbClr val="111111"/>
                </a:solidFill>
                <a:latin typeface="Arial"/>
                <a:ea typeface="Arial"/>
                <a:cs typeface="Arial"/>
              </a:defRPr>
            </a:pPr>
            <a:r>
              <a:rPr dirty="0"/>
              <a:t>via L0</a:t>
            </a:r>
          </a:p>
        </p:txBody>
      </p:sp>
      <p:sp>
        <p:nvSpPr>
          <p:cNvPr id="25" name="矩形 24">
            <a:extLst>
              <a:ext uri="{FF2B5EF4-FFF2-40B4-BE49-F238E27FC236}">
                <a16:creationId xmlns:a16="http://schemas.microsoft.com/office/drawing/2014/main" id="{5DB8A30A-F021-423F-BA7C-D579BCEB8DF5}"/>
              </a:ext>
            </a:extLst>
          </p:cNvPr>
          <p:cNvSpPr>
            <a:spLocks noGrp="1"/>
          </p:cNvSpPr>
          <p:nvPr/>
        </p:nvSpPr>
        <p:spPr>
          <a:xfrm>
            <a:off x="8096250" y="2171700"/>
            <a:ext cx="29527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111111"/>
                </a:solidFill>
                <a:latin typeface="Arial"/>
                <a:ea typeface="Arial"/>
                <a:cs typeface="Arial"/>
              </a:rPr>
              <a:t>Where the work happens</a:t>
            </a:r>
          </a:p>
        </p:txBody>
      </p:sp>
      <p:sp>
        <p:nvSpPr>
          <p:cNvPr id="26" name="矩形 25">
            <a:extLst>
              <a:ext uri="{FF2B5EF4-FFF2-40B4-BE49-F238E27FC236}">
                <a16:creationId xmlns:a16="http://schemas.microsoft.com/office/drawing/2014/main" id="{5BE6EDBA-9D1A-4840-BF62-D472B0DC093B}"/>
              </a:ext>
            </a:extLst>
          </p:cNvPr>
          <p:cNvSpPr>
            <a:spLocks noGrp="1"/>
          </p:cNvSpPr>
          <p:nvPr/>
        </p:nvSpPr>
        <p:spPr>
          <a:xfrm>
            <a:off x="8115300" y="2724150"/>
            <a:ext cx="361950" cy="361950"/>
          </a:xfrm>
          <a:prstGeom prst="rect">
            <a:avLst/>
          </a:prstGeom>
          <a:solidFill>
            <a:srgbClr val="5F6368"/>
          </a:solidFill>
          <a:ln w="9525">
            <a:solidFill>
              <a:srgbClr val="5F6368"/>
            </a:solidFill>
            <a:prstDash val="solid"/>
          </a:ln>
        </p:spPr>
        <p:txBody>
          <a:bodyPr wrap="square" lIns="114300" tIns="0" rIns="114300" bIns="0" anchor="ctr"/>
          <a:lstStyle/>
          <a:p>
            <a:pPr algn="ctr">
              <a:lnSpc>
                <a:spcPct val="100000"/>
              </a:lnSpc>
              <a:buNone/>
              <a:defRPr sz="1725" b="1">
                <a:solidFill>
                  <a:srgbClr val="FFFFFF"/>
                </a:solidFill>
                <a:latin typeface="Arial"/>
                <a:ea typeface="Arial"/>
                <a:cs typeface="Arial"/>
              </a:defRPr>
            </a:pPr>
            <a:r>
              <a:rPr sz="1725" b="1" dirty="0">
                <a:solidFill>
                  <a:srgbClr val="FFFFFF"/>
                </a:solidFill>
                <a:latin typeface="Arial"/>
                <a:ea typeface="Arial"/>
                <a:cs typeface="Arial"/>
              </a:rPr>
              <a:t>1</a:t>
            </a:r>
          </a:p>
        </p:txBody>
      </p:sp>
      <p:sp>
        <p:nvSpPr>
          <p:cNvPr id="27" name="矩形 26">
            <a:extLst>
              <a:ext uri="{FF2B5EF4-FFF2-40B4-BE49-F238E27FC236}">
                <a16:creationId xmlns:a16="http://schemas.microsoft.com/office/drawing/2014/main" id="{8846E54A-8888-4362-B9C1-E2FE606842A2}"/>
              </a:ext>
            </a:extLst>
          </p:cNvPr>
          <p:cNvSpPr>
            <a:spLocks noGrp="1"/>
          </p:cNvSpPr>
          <p:nvPr/>
        </p:nvSpPr>
        <p:spPr>
          <a:xfrm>
            <a:off x="8629650" y="2714625"/>
            <a:ext cx="2667000" cy="26670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virtual state</a:t>
            </a:r>
          </a:p>
        </p:txBody>
      </p:sp>
      <p:sp>
        <p:nvSpPr>
          <p:cNvPr id="28" name="矩形 27">
            <a:extLst>
              <a:ext uri="{FF2B5EF4-FFF2-40B4-BE49-F238E27FC236}">
                <a16:creationId xmlns:a16="http://schemas.microsoft.com/office/drawing/2014/main" id="{200790B3-A516-4FD2-8DD9-7C09D0F7F2BB}"/>
              </a:ext>
            </a:extLst>
          </p:cNvPr>
          <p:cNvSpPr>
            <a:spLocks noGrp="1"/>
          </p:cNvSpPr>
          <p:nvPr/>
        </p:nvSpPr>
        <p:spPr>
          <a:xfrm>
            <a:off x="8629650" y="3009900"/>
            <a:ext cx="2724150" cy="24765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L1 writes virtual VMCS / EPT</a:t>
            </a:r>
          </a:p>
        </p:txBody>
      </p:sp>
      <p:sp>
        <p:nvSpPr>
          <p:cNvPr id="29" name="矩形 28">
            <a:extLst>
              <a:ext uri="{FF2B5EF4-FFF2-40B4-BE49-F238E27FC236}">
                <a16:creationId xmlns:a16="http://schemas.microsoft.com/office/drawing/2014/main" id="{9755AD13-27C9-42AB-B1BF-54CD1F23044A}"/>
              </a:ext>
            </a:extLst>
          </p:cNvPr>
          <p:cNvSpPr>
            <a:spLocks noGrp="1"/>
          </p:cNvSpPr>
          <p:nvPr/>
        </p:nvSpPr>
        <p:spPr>
          <a:xfrm>
            <a:off x="8115300" y="3638550"/>
            <a:ext cx="361950" cy="361950"/>
          </a:xfrm>
          <a:prstGeom prst="rect">
            <a:avLst/>
          </a:prstGeom>
          <a:solidFill>
            <a:srgbClr val="5F6368"/>
          </a:solidFill>
          <a:ln w="9525">
            <a:solidFill>
              <a:srgbClr val="5F6368"/>
            </a:solidFill>
            <a:prstDash val="solid"/>
          </a:ln>
        </p:spPr>
        <p:txBody>
          <a:bodyPr wrap="square" lIns="114300" tIns="0" rIns="114300" bIns="0" anchor="ctr"/>
          <a:lstStyle/>
          <a:p>
            <a:pPr algn="ctr">
              <a:lnSpc>
                <a:spcPct val="100000"/>
              </a:lnSpc>
              <a:buNone/>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30" name="矩形 29">
            <a:extLst>
              <a:ext uri="{FF2B5EF4-FFF2-40B4-BE49-F238E27FC236}">
                <a16:creationId xmlns:a16="http://schemas.microsoft.com/office/drawing/2014/main" id="{2B024337-69BE-4399-A993-912F86C53DCB}"/>
              </a:ext>
            </a:extLst>
          </p:cNvPr>
          <p:cNvSpPr>
            <a:spLocks noGrp="1"/>
          </p:cNvSpPr>
          <p:nvPr/>
        </p:nvSpPr>
        <p:spPr>
          <a:xfrm>
            <a:off x="8629650" y="3629025"/>
            <a:ext cx="2667000" cy="26670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L0 shadowing</a:t>
            </a:r>
          </a:p>
        </p:txBody>
      </p:sp>
      <p:sp>
        <p:nvSpPr>
          <p:cNvPr id="31" name="矩形 30">
            <a:extLst>
              <a:ext uri="{FF2B5EF4-FFF2-40B4-BE49-F238E27FC236}">
                <a16:creationId xmlns:a16="http://schemas.microsoft.com/office/drawing/2014/main" id="{B2C199E3-7B11-4392-B85E-73A30A5DD0C3}"/>
              </a:ext>
            </a:extLst>
          </p:cNvPr>
          <p:cNvSpPr>
            <a:spLocks noGrp="1"/>
          </p:cNvSpPr>
          <p:nvPr/>
        </p:nvSpPr>
        <p:spPr>
          <a:xfrm>
            <a:off x="8629650" y="3924300"/>
            <a:ext cx="2724150" cy="24765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dirty="0">
                <a:solidFill>
                  <a:srgbClr val="111111"/>
                </a:solidFill>
                <a:latin typeface="Arial"/>
                <a:ea typeface="Arial"/>
                <a:cs typeface="Arial"/>
              </a:rPr>
              <a:t>builds VMCS</a:t>
            </a:r>
            <a:r>
              <a:rPr sz="1500" b="0" baseline="-25000" dirty="0">
                <a:solidFill>
                  <a:srgbClr val="111111"/>
                </a:solidFill>
                <a:latin typeface="Arial"/>
                <a:ea typeface="Arial"/>
                <a:cs typeface="Arial"/>
              </a:rPr>
              <a:t>0-&gt;2 </a:t>
            </a:r>
            <a:r>
              <a:rPr sz="1500" b="0" dirty="0">
                <a:solidFill>
                  <a:srgbClr val="111111"/>
                </a:solidFill>
                <a:latin typeface="Arial"/>
                <a:ea typeface="Arial"/>
                <a:cs typeface="Arial"/>
              </a:rPr>
              <a:t>/ EPT</a:t>
            </a:r>
            <a:r>
              <a:rPr sz="1500" b="0" baseline="-25000" dirty="0">
                <a:solidFill>
                  <a:srgbClr val="111111"/>
                </a:solidFill>
                <a:latin typeface="Arial"/>
                <a:ea typeface="Arial"/>
                <a:cs typeface="Arial"/>
              </a:rPr>
              <a:t>0-&gt;2</a:t>
            </a:r>
          </a:p>
        </p:txBody>
      </p:sp>
      <p:sp>
        <p:nvSpPr>
          <p:cNvPr id="32" name="矩形 31">
            <a:extLst>
              <a:ext uri="{FF2B5EF4-FFF2-40B4-BE49-F238E27FC236}">
                <a16:creationId xmlns:a16="http://schemas.microsoft.com/office/drawing/2014/main" id="{1E70EEA8-B30D-4CD5-8EF4-F80DD57538BB}"/>
              </a:ext>
            </a:extLst>
          </p:cNvPr>
          <p:cNvSpPr>
            <a:spLocks noGrp="1"/>
          </p:cNvSpPr>
          <p:nvPr/>
        </p:nvSpPr>
        <p:spPr>
          <a:xfrm>
            <a:off x="8115300" y="4552950"/>
            <a:ext cx="361950" cy="361950"/>
          </a:xfrm>
          <a:prstGeom prst="rect">
            <a:avLst/>
          </a:prstGeom>
          <a:solidFill>
            <a:srgbClr val="A40000"/>
          </a:solidFill>
          <a:ln w="9525">
            <a:solidFill>
              <a:srgbClr val="5F6368"/>
            </a:solidFill>
            <a:prstDash val="solid"/>
          </a:ln>
        </p:spPr>
        <p:txBody>
          <a:bodyPr wrap="square" lIns="114300" tIns="0" rIns="114300" bIns="0" anchor="ctr"/>
          <a:lstStyle/>
          <a:p>
            <a:pPr algn="ctr">
              <a:lnSpc>
                <a:spcPct val="100000"/>
              </a:lnSpc>
              <a:buNone/>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33" name="矩形 32">
            <a:extLst>
              <a:ext uri="{FF2B5EF4-FFF2-40B4-BE49-F238E27FC236}">
                <a16:creationId xmlns:a16="http://schemas.microsoft.com/office/drawing/2014/main" id="{4C7AE451-7E12-4E89-AAEB-FC4570055F62}"/>
              </a:ext>
            </a:extLst>
          </p:cNvPr>
          <p:cNvSpPr>
            <a:spLocks noGrp="1"/>
          </p:cNvSpPr>
          <p:nvPr/>
        </p:nvSpPr>
        <p:spPr>
          <a:xfrm>
            <a:off x="8629650" y="4543425"/>
            <a:ext cx="2667000" cy="26670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fault bounce</a:t>
            </a:r>
          </a:p>
        </p:txBody>
      </p:sp>
      <p:sp>
        <p:nvSpPr>
          <p:cNvPr id="34" name="矩形 33">
            <a:extLst>
              <a:ext uri="{FF2B5EF4-FFF2-40B4-BE49-F238E27FC236}">
                <a16:creationId xmlns:a16="http://schemas.microsoft.com/office/drawing/2014/main" id="{AB530C52-E714-4BDD-BE25-6C1B8A11AA19}"/>
              </a:ext>
            </a:extLst>
          </p:cNvPr>
          <p:cNvSpPr>
            <a:spLocks noGrp="1"/>
          </p:cNvSpPr>
          <p:nvPr/>
        </p:nvSpPr>
        <p:spPr>
          <a:xfrm>
            <a:off x="8629650" y="4838700"/>
            <a:ext cx="2724150" cy="24765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missing GPA goes L0 &lt;-&gt; L1</a:t>
            </a:r>
          </a:p>
        </p:txBody>
      </p:sp>
      <p:sp>
        <p:nvSpPr>
          <p:cNvPr id="35" name="矩形 34">
            <a:extLst>
              <a:ext uri="{FF2B5EF4-FFF2-40B4-BE49-F238E27FC236}">
                <a16:creationId xmlns:a16="http://schemas.microsoft.com/office/drawing/2014/main" id="{D11FF2D4-5798-450A-BE4C-1E5475BB2892}"/>
              </a:ext>
            </a:extLst>
          </p:cNvPr>
          <p:cNvSpPr>
            <a:spLocks noGrp="1"/>
          </p:cNvSpPr>
          <p:nvPr/>
        </p:nvSpPr>
        <p:spPr>
          <a:xfrm>
            <a:off x="2095500" y="6096000"/>
            <a:ext cx="8001000" cy="342900"/>
          </a:xfrm>
          <a:prstGeom prst="rect">
            <a:avLst/>
          </a:prstGeom>
          <a:noFill/>
          <a:ln w="0">
            <a:noFill/>
            <a:prstDash val="solid"/>
          </a:ln>
        </p:spPr>
        <p:txBody>
          <a:bodyPr wrap="square" lIns="0" tIns="0" rIns="0" bIns="0" anchor="t"/>
          <a:lstStyle/>
          <a:p>
            <a:pPr algn="ctr">
              <a:lnSpc>
                <a:spcPct val="100000"/>
              </a:lnSpc>
              <a:buNone/>
              <a:defRPr sz="2250" b="1">
                <a:solidFill>
                  <a:srgbClr val="A40000"/>
                </a:solidFill>
                <a:latin typeface="Arial"/>
                <a:ea typeface="Arial"/>
                <a:cs typeface="Arial"/>
              </a:defRPr>
            </a:pPr>
            <a:r>
              <a:rPr sz="2250" b="1">
                <a:solidFill>
                  <a:srgbClr val="A40000"/>
                </a:solidFill>
                <a:latin typeface="Arial"/>
                <a:ea typeface="Arial"/>
                <a:cs typeface="Arial"/>
              </a:rPr>
              <a:t>Compatibility costs frequent L0 traps</a:t>
            </a:r>
          </a:p>
        </p:txBody>
      </p:sp>
      <p:sp>
        <p:nvSpPr>
          <p:cNvPr id="36" name="矩形 35">
            <a:extLst>
              <a:ext uri="{FF2B5EF4-FFF2-40B4-BE49-F238E27FC236}">
                <a16:creationId xmlns:a16="http://schemas.microsoft.com/office/drawing/2014/main" id="{08D0611F-17B4-4D42-A36A-8E9FE6D60B38}"/>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09</a:t>
            </a:r>
          </a:p>
        </p:txBody>
      </p:sp>
      <p:sp>
        <p:nvSpPr>
          <p:cNvPr id="38" name="上下箭头 37">
            <a:extLst>
              <a:ext uri="{FF2B5EF4-FFF2-40B4-BE49-F238E27FC236}">
                <a16:creationId xmlns:a16="http://schemas.microsoft.com/office/drawing/2014/main" id="{83D993E2-E778-41F7-8BFC-D98FC9F0F958}"/>
              </a:ext>
            </a:extLst>
          </p:cNvPr>
          <p:cNvSpPr/>
          <p:nvPr/>
        </p:nvSpPr>
        <p:spPr>
          <a:xfrm>
            <a:off x="6762749" y="3181350"/>
            <a:ext cx="230400" cy="1724025"/>
          </a:xfrm>
          <a:prstGeom prst="upDownArrow">
            <a:avLst/>
          </a:prstGeom>
          <a:solidFill>
            <a:srgbClr val="FFFF00"/>
          </a:solidFill>
          <a:ln>
            <a:solidFill>
              <a:srgbClr val="888A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上下箭头 38">
            <a:extLst>
              <a:ext uri="{FF2B5EF4-FFF2-40B4-BE49-F238E27FC236}">
                <a16:creationId xmlns:a16="http://schemas.microsoft.com/office/drawing/2014/main" id="{6B90F55C-17DE-2BB8-1785-8369FACAA482}"/>
              </a:ext>
            </a:extLst>
          </p:cNvPr>
          <p:cNvSpPr/>
          <p:nvPr/>
        </p:nvSpPr>
        <p:spPr>
          <a:xfrm>
            <a:off x="2514601" y="4267201"/>
            <a:ext cx="230400" cy="647699"/>
          </a:xfrm>
          <a:prstGeom prst="upDownArrow">
            <a:avLst/>
          </a:prstGeom>
          <a:solidFill>
            <a:srgbClr val="FFFF00"/>
          </a:solidFill>
          <a:ln>
            <a:solidFill>
              <a:srgbClr val="888A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51685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6C0261A5-A3C7-4D5B-8664-DCC7659CAEA3}"/>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sz="3075" b="1" dirty="0">
                <a:solidFill>
                  <a:srgbClr val="A40000"/>
                </a:solidFill>
                <a:latin typeface="Arial"/>
                <a:ea typeface="Arial"/>
                <a:cs typeface="Arial"/>
              </a:rPr>
              <a:t>PVM makes CPU switches local, but memory expensive</a:t>
            </a:r>
          </a:p>
        </p:txBody>
      </p:sp>
      <p:sp>
        <p:nvSpPr>
          <p:cNvPr id="2" name="矩形 1">
            <a:extLst>
              <a:ext uri="{FF2B5EF4-FFF2-40B4-BE49-F238E27FC236}">
                <a16:creationId xmlns:a16="http://schemas.microsoft.com/office/drawing/2014/main" id="{811BB99B-8302-4AC6-89AF-4A94FD4E5A06}"/>
              </a:ext>
            </a:extLst>
          </p:cNvPr>
          <p:cNvSpPr>
            <a:spLocks noGrp="1"/>
          </p:cNvSpPr>
          <p:nvPr/>
        </p:nvSpPr>
        <p:spPr>
          <a:xfrm>
            <a:off x="800100" y="1428750"/>
            <a:ext cx="10287000" cy="361950"/>
          </a:xfrm>
          <a:prstGeom prst="rect">
            <a:avLst/>
          </a:prstGeom>
          <a:noFill/>
          <a:ln w="0">
            <a:noFill/>
            <a:prstDash val="solid"/>
          </a:ln>
        </p:spPr>
        <p:txBody>
          <a:bodyPr wrap="square" lIns="0" tIns="0" rIns="0" bIns="0" anchor="t"/>
          <a:lstStyle/>
          <a:p>
            <a:pPr algn="l">
              <a:lnSpc>
                <a:spcPct val="100000"/>
              </a:lnSpc>
              <a:buNone/>
              <a:defRPr sz="2025" b="0">
                <a:solidFill>
                  <a:srgbClr val="111111"/>
                </a:solidFill>
                <a:latin typeface="Arial"/>
                <a:ea typeface="Arial"/>
                <a:cs typeface="Arial"/>
              </a:defRPr>
            </a:pPr>
            <a:r>
              <a:rPr sz="2025" b="0">
                <a:solidFill>
                  <a:srgbClr val="111111"/>
                </a:solidFill>
                <a:latin typeface="Arial"/>
                <a:ea typeface="Arial"/>
                <a:cs typeface="Arial"/>
              </a:rPr>
              <a:t>L1 handles L2 entry and exit directly; SPTs emulate nested memory translation</a:t>
            </a:r>
          </a:p>
        </p:txBody>
      </p:sp>
      <p:sp>
        <p:nvSpPr>
          <p:cNvPr id="3" name="矩形 2">
            <a:extLst>
              <a:ext uri="{FF2B5EF4-FFF2-40B4-BE49-F238E27FC236}">
                <a16:creationId xmlns:a16="http://schemas.microsoft.com/office/drawing/2014/main" id="{22934FED-1CC5-4D03-883E-3A969B6DA765}"/>
              </a:ext>
            </a:extLst>
          </p:cNvPr>
          <p:cNvSpPr>
            <a:spLocks noGrp="1"/>
          </p:cNvSpPr>
          <p:nvPr/>
        </p:nvSpPr>
        <p:spPr>
          <a:xfrm>
            <a:off x="1047750" y="2038350"/>
            <a:ext cx="2667000" cy="323850"/>
          </a:xfrm>
          <a:prstGeom prst="rect">
            <a:avLst/>
          </a:prstGeom>
          <a:noFill/>
          <a:ln w="0">
            <a:noFill/>
            <a:prstDash val="solid"/>
          </a:ln>
        </p:spPr>
        <p:txBody>
          <a:bodyPr wrap="square" lIns="0" tIns="0" rIns="0" bIns="0" anchor="t"/>
          <a:lstStyle/>
          <a:p>
            <a:pPr algn="l">
              <a:lnSpc>
                <a:spcPct val="100000"/>
              </a:lnSpc>
              <a:buNone/>
              <a:defRPr sz="1950" b="1">
                <a:solidFill>
                  <a:srgbClr val="111111"/>
                </a:solidFill>
                <a:latin typeface="Arial"/>
                <a:ea typeface="Arial"/>
                <a:cs typeface="Arial"/>
              </a:defRPr>
            </a:pPr>
            <a:r>
              <a:rPr sz="1950" b="1" dirty="0">
                <a:solidFill>
                  <a:srgbClr val="2E6CF7"/>
                </a:solidFill>
                <a:latin typeface="Arial"/>
                <a:ea typeface="Arial"/>
                <a:cs typeface="Arial"/>
              </a:rPr>
              <a:t>PVM / SPT-on-EPT</a:t>
            </a:r>
          </a:p>
        </p:txBody>
      </p:sp>
      <p:sp>
        <p:nvSpPr>
          <p:cNvPr id="4" name="矩形 3">
            <a:extLst>
              <a:ext uri="{FF2B5EF4-FFF2-40B4-BE49-F238E27FC236}">
                <a16:creationId xmlns:a16="http://schemas.microsoft.com/office/drawing/2014/main" id="{23FF91A0-18AB-46DA-B383-5668AE507632}"/>
              </a:ext>
            </a:extLst>
          </p:cNvPr>
          <p:cNvSpPr>
            <a:spLocks noGrp="1"/>
          </p:cNvSpPr>
          <p:nvPr/>
        </p:nvSpPr>
        <p:spPr>
          <a:xfrm>
            <a:off x="4476750" y="2038350"/>
            <a:ext cx="2381250" cy="323850"/>
          </a:xfrm>
          <a:prstGeom prst="rect">
            <a:avLst/>
          </a:prstGeom>
          <a:noFill/>
          <a:ln w="0">
            <a:noFill/>
            <a:prstDash val="solid"/>
          </a:ln>
        </p:spPr>
        <p:txBody>
          <a:bodyPr wrap="square" lIns="0" tIns="0" rIns="0" bIns="0" anchor="t"/>
          <a:lstStyle/>
          <a:p>
            <a:pPr algn="r">
              <a:lnSpc>
                <a:spcPct val="100000"/>
              </a:lnSpc>
              <a:buNone/>
              <a:defRPr sz="2025" b="1">
                <a:solidFill>
                  <a:srgbClr val="111111"/>
                </a:solidFill>
                <a:latin typeface="Arial"/>
                <a:ea typeface="Arial"/>
                <a:cs typeface="Arial"/>
              </a:defRPr>
            </a:pPr>
            <a:r>
              <a:rPr sz="2025" b="1">
                <a:solidFill>
                  <a:srgbClr val="111111"/>
                </a:solidFill>
                <a:latin typeface="Arial"/>
                <a:ea typeface="Arial"/>
                <a:cs typeface="Arial"/>
              </a:rPr>
              <a:t>L1 owns CPU</a:t>
            </a:r>
          </a:p>
        </p:txBody>
      </p:sp>
      <p:sp>
        <p:nvSpPr>
          <p:cNvPr id="5" name="矩形 4">
            <a:extLst>
              <a:ext uri="{FF2B5EF4-FFF2-40B4-BE49-F238E27FC236}">
                <a16:creationId xmlns:a16="http://schemas.microsoft.com/office/drawing/2014/main" id="{F8E8DAD3-1F0E-492C-A44E-B81640DB692C}"/>
              </a:ext>
            </a:extLst>
          </p:cNvPr>
          <p:cNvSpPr>
            <a:spLocks noGrp="1"/>
          </p:cNvSpPr>
          <p:nvPr/>
        </p:nvSpPr>
        <p:spPr>
          <a:xfrm>
            <a:off x="876300" y="2533650"/>
            <a:ext cx="6572250" cy="647700"/>
          </a:xfrm>
          <a:prstGeom prst="rect">
            <a:avLst/>
          </a:prstGeom>
          <a:solidFill>
            <a:srgbClr val="F7F9FC"/>
          </a:solidFill>
          <a:ln w="9525">
            <a:solidFill>
              <a:srgbClr val="D4D7DC"/>
            </a:solidFill>
            <a:prstDash val="solid"/>
          </a:ln>
        </p:spPr>
        <p:txBody>
          <a:bodyPr/>
          <a:lstStyle/>
          <a:p>
            <a:endParaRPr lang="en-US"/>
          </a:p>
        </p:txBody>
      </p:sp>
      <p:sp>
        <p:nvSpPr>
          <p:cNvPr id="6" name="矩形 5">
            <a:extLst>
              <a:ext uri="{FF2B5EF4-FFF2-40B4-BE49-F238E27FC236}">
                <a16:creationId xmlns:a16="http://schemas.microsoft.com/office/drawing/2014/main" id="{058336E7-E448-4CDC-84CB-D7F4C311B335}"/>
              </a:ext>
            </a:extLst>
          </p:cNvPr>
          <p:cNvSpPr>
            <a:spLocks noGrp="1"/>
          </p:cNvSpPr>
          <p:nvPr/>
        </p:nvSpPr>
        <p:spPr>
          <a:xfrm>
            <a:off x="1047750" y="2705100"/>
            <a:ext cx="5524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L2</a:t>
            </a:r>
          </a:p>
        </p:txBody>
      </p:sp>
      <p:sp>
        <p:nvSpPr>
          <p:cNvPr id="7" name="矩形 6">
            <a:extLst>
              <a:ext uri="{FF2B5EF4-FFF2-40B4-BE49-F238E27FC236}">
                <a16:creationId xmlns:a16="http://schemas.microsoft.com/office/drawing/2014/main" id="{CABAA283-10C5-46B4-8C3A-B37658A3B820}"/>
              </a:ext>
            </a:extLst>
          </p:cNvPr>
          <p:cNvSpPr>
            <a:spLocks noGrp="1"/>
          </p:cNvSpPr>
          <p:nvPr/>
        </p:nvSpPr>
        <p:spPr>
          <a:xfrm>
            <a:off x="1771650" y="2705100"/>
            <a:ext cx="5505450" cy="28575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secure container</a:t>
            </a:r>
          </a:p>
        </p:txBody>
      </p:sp>
      <p:sp>
        <p:nvSpPr>
          <p:cNvPr id="8" name="矩形 7">
            <a:extLst>
              <a:ext uri="{FF2B5EF4-FFF2-40B4-BE49-F238E27FC236}">
                <a16:creationId xmlns:a16="http://schemas.microsoft.com/office/drawing/2014/main" id="{9297437A-29DF-47BC-BD02-403E3BB9CEBC}"/>
              </a:ext>
            </a:extLst>
          </p:cNvPr>
          <p:cNvSpPr>
            <a:spLocks noGrp="1"/>
          </p:cNvSpPr>
          <p:nvPr/>
        </p:nvSpPr>
        <p:spPr>
          <a:xfrm>
            <a:off x="876300" y="3600450"/>
            <a:ext cx="6572250" cy="647700"/>
          </a:xfrm>
          <a:prstGeom prst="rect">
            <a:avLst/>
          </a:prstGeom>
          <a:solidFill>
            <a:srgbClr val="FFFFFF"/>
          </a:solidFill>
          <a:ln w="9525">
            <a:solidFill>
              <a:srgbClr val="D4D7DC"/>
            </a:solidFill>
            <a:prstDash val="solid"/>
          </a:ln>
        </p:spPr>
        <p:txBody>
          <a:bodyPr/>
          <a:lstStyle/>
          <a:p>
            <a:endParaRPr lang="en-US"/>
          </a:p>
        </p:txBody>
      </p:sp>
      <p:sp>
        <p:nvSpPr>
          <p:cNvPr id="9" name="矩形 8">
            <a:extLst>
              <a:ext uri="{FF2B5EF4-FFF2-40B4-BE49-F238E27FC236}">
                <a16:creationId xmlns:a16="http://schemas.microsoft.com/office/drawing/2014/main" id="{CFB51C3D-1A04-494A-B257-703149DF6380}"/>
              </a:ext>
            </a:extLst>
          </p:cNvPr>
          <p:cNvSpPr>
            <a:spLocks noGrp="1"/>
          </p:cNvSpPr>
          <p:nvPr/>
        </p:nvSpPr>
        <p:spPr>
          <a:xfrm>
            <a:off x="1047750" y="3771900"/>
            <a:ext cx="5524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L1</a:t>
            </a:r>
          </a:p>
        </p:txBody>
      </p:sp>
      <p:sp>
        <p:nvSpPr>
          <p:cNvPr id="10" name="矩形 9">
            <a:extLst>
              <a:ext uri="{FF2B5EF4-FFF2-40B4-BE49-F238E27FC236}">
                <a16:creationId xmlns:a16="http://schemas.microsoft.com/office/drawing/2014/main" id="{A2618C54-E7C0-4E67-B8DA-D6E7B3D5651B}"/>
              </a:ext>
            </a:extLst>
          </p:cNvPr>
          <p:cNvSpPr>
            <a:spLocks noGrp="1"/>
          </p:cNvSpPr>
          <p:nvPr/>
        </p:nvSpPr>
        <p:spPr>
          <a:xfrm>
            <a:off x="1771650" y="3771900"/>
            <a:ext cx="5505450" cy="28575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cloud VM</a:t>
            </a:r>
          </a:p>
        </p:txBody>
      </p:sp>
      <p:sp>
        <p:nvSpPr>
          <p:cNvPr id="11" name="矩形 10">
            <a:extLst>
              <a:ext uri="{FF2B5EF4-FFF2-40B4-BE49-F238E27FC236}">
                <a16:creationId xmlns:a16="http://schemas.microsoft.com/office/drawing/2014/main" id="{F0C7665F-66CD-406F-8DA0-3A42E811C12F}"/>
              </a:ext>
            </a:extLst>
          </p:cNvPr>
          <p:cNvSpPr>
            <a:spLocks noGrp="1"/>
          </p:cNvSpPr>
          <p:nvPr/>
        </p:nvSpPr>
        <p:spPr>
          <a:xfrm>
            <a:off x="876300" y="4914900"/>
            <a:ext cx="6572250" cy="647700"/>
          </a:xfrm>
          <a:prstGeom prst="rect">
            <a:avLst/>
          </a:prstGeom>
          <a:solidFill>
            <a:srgbClr val="F7F9FC"/>
          </a:solidFill>
          <a:ln w="9525">
            <a:solidFill>
              <a:srgbClr val="D4D7DC"/>
            </a:solidFill>
            <a:prstDash val="solid"/>
          </a:ln>
        </p:spPr>
        <p:txBody>
          <a:bodyPr/>
          <a:lstStyle/>
          <a:p>
            <a:endParaRPr lang="en-US"/>
          </a:p>
        </p:txBody>
      </p:sp>
      <p:sp>
        <p:nvSpPr>
          <p:cNvPr id="12" name="矩形 11">
            <a:extLst>
              <a:ext uri="{FF2B5EF4-FFF2-40B4-BE49-F238E27FC236}">
                <a16:creationId xmlns:a16="http://schemas.microsoft.com/office/drawing/2014/main" id="{BA8142E6-ADF0-4225-BF39-76E03CC0946D}"/>
              </a:ext>
            </a:extLst>
          </p:cNvPr>
          <p:cNvSpPr>
            <a:spLocks noGrp="1"/>
          </p:cNvSpPr>
          <p:nvPr/>
        </p:nvSpPr>
        <p:spPr>
          <a:xfrm>
            <a:off x="1047750" y="5086350"/>
            <a:ext cx="5524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L0</a:t>
            </a:r>
          </a:p>
        </p:txBody>
      </p:sp>
      <p:sp>
        <p:nvSpPr>
          <p:cNvPr id="13" name="矩形 12">
            <a:extLst>
              <a:ext uri="{FF2B5EF4-FFF2-40B4-BE49-F238E27FC236}">
                <a16:creationId xmlns:a16="http://schemas.microsoft.com/office/drawing/2014/main" id="{64F905C2-F95E-417D-A6AF-444053F28EC5}"/>
              </a:ext>
            </a:extLst>
          </p:cNvPr>
          <p:cNvSpPr>
            <a:spLocks noGrp="1"/>
          </p:cNvSpPr>
          <p:nvPr/>
        </p:nvSpPr>
        <p:spPr>
          <a:xfrm>
            <a:off x="1771650" y="5086350"/>
            <a:ext cx="5505450" cy="28575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host hypervisor</a:t>
            </a:r>
          </a:p>
        </p:txBody>
      </p:sp>
      <p:sp>
        <p:nvSpPr>
          <p:cNvPr id="14" name="矩形 13">
            <a:extLst>
              <a:ext uri="{FF2B5EF4-FFF2-40B4-BE49-F238E27FC236}">
                <a16:creationId xmlns:a16="http://schemas.microsoft.com/office/drawing/2014/main" id="{39CF8E07-7E2C-4934-9F53-2B43BB8584FB}"/>
              </a:ext>
            </a:extLst>
          </p:cNvPr>
          <p:cNvSpPr>
            <a:spLocks noGrp="1"/>
          </p:cNvSpPr>
          <p:nvPr/>
        </p:nvSpPr>
        <p:spPr>
          <a:xfrm>
            <a:off x="3123142" y="3731683"/>
            <a:ext cx="1257300" cy="40005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switcher</a:t>
            </a:r>
          </a:p>
        </p:txBody>
      </p:sp>
      <p:sp>
        <p:nvSpPr>
          <p:cNvPr id="15" name="矩形 14">
            <a:extLst>
              <a:ext uri="{FF2B5EF4-FFF2-40B4-BE49-F238E27FC236}">
                <a16:creationId xmlns:a16="http://schemas.microsoft.com/office/drawing/2014/main" id="{6B5E16E8-813F-4F57-B0B4-25D9E289F723}"/>
              </a:ext>
            </a:extLst>
          </p:cNvPr>
          <p:cNvSpPr>
            <a:spLocks noGrp="1"/>
          </p:cNvSpPr>
          <p:nvPr/>
        </p:nvSpPr>
        <p:spPr>
          <a:xfrm>
            <a:off x="4572000" y="3658658"/>
            <a:ext cx="1276350" cy="55245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5000"/>
              </a:lnSpc>
              <a:buNone/>
              <a:defRPr sz="1500" b="0">
                <a:solidFill>
                  <a:srgbClr val="111111"/>
                </a:solidFill>
                <a:latin typeface="Arial"/>
                <a:ea typeface="Arial"/>
                <a:cs typeface="Arial"/>
              </a:defRPr>
            </a:pPr>
            <a:r>
              <a:rPr sz="1500" b="0">
                <a:solidFill>
                  <a:srgbClr val="111111"/>
                </a:solidFill>
                <a:latin typeface="Arial"/>
                <a:ea typeface="Arial"/>
                <a:cs typeface="Arial"/>
              </a:rPr>
              <a:t>SPT(n)</a:t>
            </a:r>
          </a:p>
          <a:p>
            <a:pPr algn="ctr">
              <a:lnSpc>
                <a:spcPct val="105000"/>
              </a:lnSpc>
              <a:buNone/>
              <a:defRPr sz="1500" b="0">
                <a:solidFill>
                  <a:srgbClr val="111111"/>
                </a:solidFill>
                <a:latin typeface="Arial"/>
                <a:ea typeface="Arial"/>
                <a:cs typeface="Arial"/>
              </a:defRPr>
            </a:pPr>
            <a:r>
              <a:rPr sz="1500" b="0">
                <a:solidFill>
                  <a:srgbClr val="111111"/>
                </a:solidFill>
                <a:latin typeface="Arial"/>
                <a:ea typeface="Arial"/>
                <a:cs typeface="Arial"/>
              </a:rPr>
              <a:t>per process</a:t>
            </a:r>
          </a:p>
        </p:txBody>
      </p:sp>
      <p:sp>
        <p:nvSpPr>
          <p:cNvPr id="16" name="矩形 15">
            <a:extLst>
              <a:ext uri="{FF2B5EF4-FFF2-40B4-BE49-F238E27FC236}">
                <a16:creationId xmlns:a16="http://schemas.microsoft.com/office/drawing/2014/main" id="{D001B617-542B-41E9-8CF3-B263B13196A6}"/>
              </a:ext>
            </a:extLst>
          </p:cNvPr>
          <p:cNvSpPr>
            <a:spLocks noGrp="1"/>
          </p:cNvSpPr>
          <p:nvPr/>
        </p:nvSpPr>
        <p:spPr>
          <a:xfrm>
            <a:off x="6134100" y="3657600"/>
            <a:ext cx="1028700" cy="55245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5000"/>
              </a:lnSpc>
              <a:buNone/>
              <a:defRPr sz="1500" b="0">
                <a:solidFill>
                  <a:srgbClr val="111111"/>
                </a:solidFill>
                <a:latin typeface="Arial"/>
                <a:ea typeface="Arial"/>
                <a:cs typeface="Arial"/>
              </a:defRPr>
            </a:pPr>
            <a:r>
              <a:rPr sz="1500" b="0" dirty="0">
                <a:solidFill>
                  <a:srgbClr val="111111"/>
                </a:solidFill>
                <a:latin typeface="Arial"/>
                <a:ea typeface="Arial"/>
                <a:cs typeface="Arial"/>
              </a:rPr>
              <a:t>GPT</a:t>
            </a:r>
            <a:r>
              <a:rPr sz="1500" b="0" baseline="-25000" dirty="0">
                <a:solidFill>
                  <a:srgbClr val="111111"/>
                </a:solidFill>
                <a:latin typeface="Arial"/>
                <a:ea typeface="Arial"/>
                <a:cs typeface="Arial"/>
              </a:rPr>
              <a:t>L1</a:t>
            </a:r>
          </a:p>
          <a:p>
            <a:pPr algn="ctr">
              <a:lnSpc>
                <a:spcPct val="105000"/>
              </a:lnSpc>
              <a:buNone/>
              <a:defRPr sz="1500" b="0">
                <a:solidFill>
                  <a:srgbClr val="111111"/>
                </a:solidFill>
                <a:latin typeface="Arial"/>
                <a:ea typeface="Arial"/>
                <a:cs typeface="Arial"/>
              </a:defRPr>
            </a:pPr>
            <a:r>
              <a:rPr sz="1500" b="0" dirty="0">
                <a:solidFill>
                  <a:srgbClr val="111111"/>
                </a:solidFill>
                <a:latin typeface="Arial"/>
                <a:ea typeface="Arial"/>
                <a:cs typeface="Arial"/>
              </a:rPr>
              <a:t>view</a:t>
            </a:r>
          </a:p>
        </p:txBody>
      </p:sp>
      <p:sp>
        <p:nvSpPr>
          <p:cNvPr id="17" name="矩形 16">
            <a:extLst>
              <a:ext uri="{FF2B5EF4-FFF2-40B4-BE49-F238E27FC236}">
                <a16:creationId xmlns:a16="http://schemas.microsoft.com/office/drawing/2014/main" id="{24378F3F-E6DD-4CF0-A65F-D39E6B9E5862}"/>
              </a:ext>
            </a:extLst>
          </p:cNvPr>
          <p:cNvSpPr>
            <a:spLocks noGrp="1"/>
          </p:cNvSpPr>
          <p:nvPr/>
        </p:nvSpPr>
        <p:spPr>
          <a:xfrm>
            <a:off x="3581400" y="5029200"/>
            <a:ext cx="1428750" cy="381000"/>
          </a:xfrm>
          <a:prstGeom prst="rect">
            <a:avLst/>
          </a:prstGeom>
          <a:solidFill>
            <a:srgbClr val="FAFAFA"/>
          </a:solidFill>
          <a:ln w="9525">
            <a:solidFill>
              <a:srgbClr val="D4D7DC"/>
            </a:solidFill>
            <a:prstDash val="solid"/>
          </a:ln>
        </p:spPr>
        <p:txBody>
          <a:bodyPr wrap="square" lIns="114300" tIns="0" rIns="114300" bIns="0" anchor="ctr"/>
          <a:lstStyle/>
          <a:p>
            <a:pPr algn="ctr">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VMCS</a:t>
            </a:r>
            <a:r>
              <a:rPr sz="1575" b="0" baseline="-25000" dirty="0">
                <a:solidFill>
                  <a:srgbClr val="111111"/>
                </a:solidFill>
                <a:latin typeface="Arial"/>
                <a:ea typeface="Arial"/>
                <a:cs typeface="Arial"/>
              </a:rPr>
              <a:t>0-&gt;1</a:t>
            </a:r>
          </a:p>
        </p:txBody>
      </p:sp>
      <p:sp>
        <p:nvSpPr>
          <p:cNvPr id="18" name="矩形 17">
            <a:extLst>
              <a:ext uri="{FF2B5EF4-FFF2-40B4-BE49-F238E27FC236}">
                <a16:creationId xmlns:a16="http://schemas.microsoft.com/office/drawing/2014/main" id="{D90E29E5-2963-411E-B957-C437848BCB6E}"/>
              </a:ext>
            </a:extLst>
          </p:cNvPr>
          <p:cNvSpPr>
            <a:spLocks noGrp="1"/>
          </p:cNvSpPr>
          <p:nvPr/>
        </p:nvSpPr>
        <p:spPr>
          <a:xfrm>
            <a:off x="5276850" y="5029200"/>
            <a:ext cx="1257300" cy="381000"/>
          </a:xfrm>
          <a:prstGeom prst="rect">
            <a:avLst/>
          </a:prstGeom>
          <a:solidFill>
            <a:srgbClr val="FAFAFA"/>
          </a:solidFill>
          <a:ln w="9525">
            <a:solidFill>
              <a:srgbClr val="D4D7DC"/>
            </a:solidFill>
            <a:prstDash val="solid"/>
          </a:ln>
        </p:spPr>
        <p:txBody>
          <a:bodyPr wrap="square" lIns="114300" tIns="0" rIns="114300" bIns="0" anchor="ctr"/>
          <a:lstStyle/>
          <a:p>
            <a:pPr algn="ctr">
              <a:lnSpc>
                <a:spcPct val="100000"/>
              </a:lnSpc>
              <a:buNone/>
              <a:defRPr sz="1575" b="0">
                <a:solidFill>
                  <a:srgbClr val="111111"/>
                </a:solidFill>
                <a:latin typeface="Arial"/>
                <a:ea typeface="Arial"/>
                <a:cs typeface="Arial"/>
              </a:defRPr>
            </a:pPr>
            <a:r>
              <a:rPr sz="1575" b="0" dirty="0">
                <a:solidFill>
                  <a:srgbClr val="111111"/>
                </a:solidFill>
                <a:latin typeface="Arial"/>
                <a:ea typeface="Arial"/>
                <a:cs typeface="Arial"/>
              </a:rPr>
              <a:t>EPT</a:t>
            </a:r>
            <a:r>
              <a:rPr sz="1575" b="0" baseline="-25000" dirty="0">
                <a:solidFill>
                  <a:srgbClr val="111111"/>
                </a:solidFill>
                <a:latin typeface="Arial"/>
                <a:ea typeface="Arial"/>
                <a:cs typeface="Arial"/>
              </a:rPr>
              <a:t>0-&gt;1</a:t>
            </a:r>
          </a:p>
        </p:txBody>
      </p:sp>
      <p:sp>
        <p:nvSpPr>
          <p:cNvPr id="19" name="直线连接符 18">
            <a:extLst>
              <a:ext uri="{FF2B5EF4-FFF2-40B4-BE49-F238E27FC236}">
                <a16:creationId xmlns:a16="http://schemas.microsoft.com/office/drawing/2014/main" id="{6C28F7D1-ADD6-4EEE-8FB7-72ADCE87291C}"/>
              </a:ext>
            </a:extLst>
          </p:cNvPr>
          <p:cNvSpPr>
            <a:spLocks noGrp="1"/>
          </p:cNvSpPr>
          <p:nvPr/>
        </p:nvSpPr>
        <p:spPr>
          <a:xfrm>
            <a:off x="1504950" y="3409950"/>
            <a:ext cx="5314950" cy="0"/>
          </a:xfrm>
          <a:prstGeom prst="line">
            <a:avLst/>
          </a:prstGeom>
          <a:noFill/>
          <a:ln w="30480">
            <a:solidFill>
              <a:srgbClr val="2E6CF7"/>
            </a:solidFill>
            <a:prstDash val="dash"/>
          </a:ln>
        </p:spPr>
        <p:txBody>
          <a:bodyPr/>
          <a:lstStyle/>
          <a:p>
            <a:endParaRPr lang="en-US"/>
          </a:p>
        </p:txBody>
      </p:sp>
      <p:sp>
        <p:nvSpPr>
          <p:cNvPr id="20" name="直线连接符 19">
            <a:extLst>
              <a:ext uri="{FF2B5EF4-FFF2-40B4-BE49-F238E27FC236}">
                <a16:creationId xmlns:a16="http://schemas.microsoft.com/office/drawing/2014/main" id="{B466868E-6A49-47CC-9936-4001CD32505E}"/>
              </a:ext>
            </a:extLst>
          </p:cNvPr>
          <p:cNvSpPr>
            <a:spLocks noGrp="1"/>
          </p:cNvSpPr>
          <p:nvPr/>
        </p:nvSpPr>
        <p:spPr>
          <a:xfrm>
            <a:off x="1504950" y="4607470"/>
            <a:ext cx="5314950" cy="0"/>
          </a:xfrm>
          <a:prstGeom prst="line">
            <a:avLst/>
          </a:prstGeom>
          <a:noFill/>
          <a:ln w="28575">
            <a:solidFill>
              <a:srgbClr val="5F6368"/>
            </a:solidFill>
            <a:prstDash val="solid"/>
          </a:ln>
        </p:spPr>
        <p:txBody>
          <a:bodyPr/>
          <a:lstStyle/>
          <a:p>
            <a:endParaRPr lang="en-US"/>
          </a:p>
        </p:txBody>
      </p:sp>
      <p:sp>
        <p:nvSpPr>
          <p:cNvPr id="23" name="矩形 22">
            <a:extLst>
              <a:ext uri="{FF2B5EF4-FFF2-40B4-BE49-F238E27FC236}">
                <a16:creationId xmlns:a16="http://schemas.microsoft.com/office/drawing/2014/main" id="{D66BA5D9-D162-4C6C-8FE3-A7D24E85DC09}"/>
              </a:ext>
            </a:extLst>
          </p:cNvPr>
          <p:cNvSpPr>
            <a:spLocks noGrp="1"/>
          </p:cNvSpPr>
          <p:nvPr/>
        </p:nvSpPr>
        <p:spPr>
          <a:xfrm>
            <a:off x="2932642" y="3152775"/>
            <a:ext cx="1009650" cy="457200"/>
          </a:xfrm>
          <a:prstGeom prst="rect">
            <a:avLst/>
          </a:prstGeom>
          <a:noFill/>
          <a:ln w="0">
            <a:noFill/>
            <a:prstDash val="solid"/>
          </a:ln>
        </p:spPr>
        <p:txBody>
          <a:bodyPr wrap="square" lIns="0" tIns="0" rIns="0" bIns="0" anchor="t"/>
          <a:lstStyle/>
          <a:p>
            <a:pPr algn="l">
              <a:lnSpc>
                <a:spcPct val="105000"/>
              </a:lnSpc>
              <a:buNone/>
              <a:defRPr sz="1500" b="0">
                <a:solidFill>
                  <a:srgbClr val="111111"/>
                </a:solidFill>
                <a:latin typeface="Arial"/>
                <a:ea typeface="Arial"/>
                <a:cs typeface="Arial"/>
              </a:defRPr>
            </a:pPr>
            <a:r>
              <a:rPr sz="1500" b="0" dirty="0">
                <a:solidFill>
                  <a:srgbClr val="2E6CF7"/>
                </a:solidFill>
                <a:latin typeface="Arial"/>
                <a:ea typeface="Arial"/>
                <a:cs typeface="Arial"/>
              </a:rPr>
              <a:t>local</a:t>
            </a:r>
          </a:p>
          <a:p>
            <a:pPr algn="l">
              <a:lnSpc>
                <a:spcPct val="105000"/>
              </a:lnSpc>
              <a:buNone/>
              <a:defRPr sz="1500" b="0">
                <a:solidFill>
                  <a:srgbClr val="111111"/>
                </a:solidFill>
                <a:latin typeface="Arial"/>
                <a:ea typeface="Arial"/>
                <a:cs typeface="Arial"/>
              </a:defRPr>
            </a:pPr>
            <a:r>
              <a:rPr sz="1500" b="0" dirty="0">
                <a:solidFill>
                  <a:srgbClr val="2E6CF7"/>
                </a:solidFill>
                <a:latin typeface="Arial"/>
                <a:ea typeface="Arial"/>
                <a:cs typeface="Arial"/>
              </a:rPr>
              <a:t>entry/exit</a:t>
            </a:r>
          </a:p>
        </p:txBody>
      </p:sp>
      <p:sp>
        <p:nvSpPr>
          <p:cNvPr id="24" name="矩形 23">
            <a:extLst>
              <a:ext uri="{FF2B5EF4-FFF2-40B4-BE49-F238E27FC236}">
                <a16:creationId xmlns:a16="http://schemas.microsoft.com/office/drawing/2014/main" id="{958F3788-2C87-4465-966E-C7975A7D0F3C}"/>
              </a:ext>
            </a:extLst>
          </p:cNvPr>
          <p:cNvSpPr>
            <a:spLocks noGrp="1"/>
          </p:cNvSpPr>
          <p:nvPr/>
        </p:nvSpPr>
        <p:spPr>
          <a:xfrm>
            <a:off x="4017434" y="3179233"/>
            <a:ext cx="2667000" cy="266700"/>
          </a:xfrm>
          <a:prstGeom prst="rect">
            <a:avLst/>
          </a:prstGeom>
          <a:noFill/>
          <a:ln w="0">
            <a:noFill/>
            <a:prstDash val="solid"/>
          </a:ln>
        </p:spPr>
        <p:txBody>
          <a:bodyPr wrap="square" lIns="0" tIns="0" rIns="0" bIns="0" anchor="t"/>
          <a:lstStyle/>
          <a:p>
            <a:pPr algn="l">
              <a:lnSpc>
                <a:spcPct val="100000"/>
              </a:lnSpc>
              <a:buNone/>
              <a:defRPr sz="1575" b="0">
                <a:solidFill>
                  <a:srgbClr val="111111"/>
                </a:solidFill>
                <a:latin typeface="Arial"/>
                <a:ea typeface="Arial"/>
                <a:cs typeface="Arial"/>
              </a:defRPr>
            </a:pPr>
            <a:r>
              <a:rPr sz="1575" b="0" dirty="0">
                <a:solidFill>
                  <a:srgbClr val="2E6CF7"/>
                </a:solidFill>
                <a:latin typeface="Arial"/>
                <a:ea typeface="Arial"/>
                <a:cs typeface="Arial"/>
              </a:rPr>
              <a:t>no L0 trap on CPU switch</a:t>
            </a:r>
          </a:p>
        </p:txBody>
      </p:sp>
      <p:sp>
        <p:nvSpPr>
          <p:cNvPr id="27" name="矩形 26">
            <a:extLst>
              <a:ext uri="{FF2B5EF4-FFF2-40B4-BE49-F238E27FC236}">
                <a16:creationId xmlns:a16="http://schemas.microsoft.com/office/drawing/2014/main" id="{3DDFFF41-8645-4AA1-914B-CFE94E798A79}"/>
              </a:ext>
            </a:extLst>
          </p:cNvPr>
          <p:cNvSpPr>
            <a:spLocks noGrp="1"/>
          </p:cNvSpPr>
          <p:nvPr/>
        </p:nvSpPr>
        <p:spPr>
          <a:xfrm>
            <a:off x="8096250" y="2171700"/>
            <a:ext cx="2952750" cy="2857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Memory fault loop</a:t>
            </a:r>
          </a:p>
        </p:txBody>
      </p:sp>
      <p:sp>
        <p:nvSpPr>
          <p:cNvPr id="28" name="矩形 27">
            <a:extLst>
              <a:ext uri="{FF2B5EF4-FFF2-40B4-BE49-F238E27FC236}">
                <a16:creationId xmlns:a16="http://schemas.microsoft.com/office/drawing/2014/main" id="{63FC02C7-DC7B-4D2C-AA90-B7FD2D92CF9A}"/>
              </a:ext>
            </a:extLst>
          </p:cNvPr>
          <p:cNvSpPr>
            <a:spLocks noGrp="1"/>
          </p:cNvSpPr>
          <p:nvPr/>
        </p:nvSpPr>
        <p:spPr>
          <a:xfrm>
            <a:off x="8115300" y="2724150"/>
            <a:ext cx="361950" cy="361950"/>
          </a:xfrm>
          <a:prstGeom prst="rect">
            <a:avLst/>
          </a:prstGeom>
          <a:solidFill>
            <a:srgbClr val="5F6368"/>
          </a:solidFill>
          <a:ln w="9525">
            <a:solidFill>
              <a:srgbClr val="5F6368"/>
            </a:solidFill>
            <a:prstDash val="solid"/>
          </a:ln>
        </p:spPr>
        <p:txBody>
          <a:bodyPr wrap="square" lIns="114300" tIns="0" rIns="114300" bIns="0" anchor="ctr"/>
          <a:lstStyle/>
          <a:p>
            <a:pPr algn="ctr">
              <a:lnSpc>
                <a:spcPct val="100000"/>
              </a:lnSpc>
              <a:buNone/>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29" name="矩形 28">
            <a:extLst>
              <a:ext uri="{FF2B5EF4-FFF2-40B4-BE49-F238E27FC236}">
                <a16:creationId xmlns:a16="http://schemas.microsoft.com/office/drawing/2014/main" id="{12E6CEDA-2E63-4798-8B6F-17AE798A0E3B}"/>
              </a:ext>
            </a:extLst>
          </p:cNvPr>
          <p:cNvSpPr>
            <a:spLocks noGrp="1"/>
          </p:cNvSpPr>
          <p:nvPr/>
        </p:nvSpPr>
        <p:spPr>
          <a:xfrm>
            <a:off x="8629650" y="2714625"/>
            <a:ext cx="2667000" cy="26670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GPT fault</a:t>
            </a:r>
          </a:p>
        </p:txBody>
      </p:sp>
      <p:sp>
        <p:nvSpPr>
          <p:cNvPr id="30" name="矩形 29">
            <a:extLst>
              <a:ext uri="{FF2B5EF4-FFF2-40B4-BE49-F238E27FC236}">
                <a16:creationId xmlns:a16="http://schemas.microsoft.com/office/drawing/2014/main" id="{C977C33B-830A-4016-A6BA-77280C2EF8D8}"/>
              </a:ext>
            </a:extLst>
          </p:cNvPr>
          <p:cNvSpPr>
            <a:spLocks noGrp="1"/>
          </p:cNvSpPr>
          <p:nvPr/>
        </p:nvSpPr>
        <p:spPr>
          <a:xfrm>
            <a:off x="8629650" y="3009900"/>
            <a:ext cx="2724150" cy="24765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inject to L2</a:t>
            </a:r>
          </a:p>
        </p:txBody>
      </p:sp>
      <p:sp>
        <p:nvSpPr>
          <p:cNvPr id="31" name="矩形 30">
            <a:extLst>
              <a:ext uri="{FF2B5EF4-FFF2-40B4-BE49-F238E27FC236}">
                <a16:creationId xmlns:a16="http://schemas.microsoft.com/office/drawing/2014/main" id="{17BFE106-A1FC-4AD6-8E73-5103B2761FF5}"/>
              </a:ext>
            </a:extLst>
          </p:cNvPr>
          <p:cNvSpPr>
            <a:spLocks noGrp="1"/>
          </p:cNvSpPr>
          <p:nvPr/>
        </p:nvSpPr>
        <p:spPr>
          <a:xfrm>
            <a:off x="8115300" y="3638550"/>
            <a:ext cx="361950" cy="361950"/>
          </a:xfrm>
          <a:prstGeom prst="rect">
            <a:avLst/>
          </a:prstGeom>
          <a:solidFill>
            <a:srgbClr val="5F6368"/>
          </a:solidFill>
          <a:ln w="9525">
            <a:solidFill>
              <a:srgbClr val="5F6368"/>
            </a:solidFill>
            <a:prstDash val="solid"/>
          </a:ln>
        </p:spPr>
        <p:txBody>
          <a:bodyPr wrap="square" lIns="114300" tIns="0" rIns="114300" bIns="0" anchor="ctr"/>
          <a:lstStyle/>
          <a:p>
            <a:pPr algn="ctr">
              <a:lnSpc>
                <a:spcPct val="100000"/>
              </a:lnSpc>
              <a:buNone/>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32" name="矩形 31">
            <a:extLst>
              <a:ext uri="{FF2B5EF4-FFF2-40B4-BE49-F238E27FC236}">
                <a16:creationId xmlns:a16="http://schemas.microsoft.com/office/drawing/2014/main" id="{24D4305A-DAC5-4810-B6CE-BA7CC3F1C766}"/>
              </a:ext>
            </a:extLst>
          </p:cNvPr>
          <p:cNvSpPr>
            <a:spLocks noGrp="1"/>
          </p:cNvSpPr>
          <p:nvPr/>
        </p:nvSpPr>
        <p:spPr>
          <a:xfrm>
            <a:off x="8629650" y="3629025"/>
            <a:ext cx="2667000" cy="26670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WP fault</a:t>
            </a:r>
          </a:p>
        </p:txBody>
      </p:sp>
      <p:sp>
        <p:nvSpPr>
          <p:cNvPr id="33" name="矩形 32">
            <a:extLst>
              <a:ext uri="{FF2B5EF4-FFF2-40B4-BE49-F238E27FC236}">
                <a16:creationId xmlns:a16="http://schemas.microsoft.com/office/drawing/2014/main" id="{762C4909-1863-4F52-A1AE-17C738485093}"/>
              </a:ext>
            </a:extLst>
          </p:cNvPr>
          <p:cNvSpPr>
            <a:spLocks noGrp="1"/>
          </p:cNvSpPr>
          <p:nvPr/>
        </p:nvSpPr>
        <p:spPr>
          <a:xfrm>
            <a:off x="8629650" y="3924300"/>
            <a:ext cx="2724150" cy="24765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dirty="0">
                <a:solidFill>
                  <a:srgbClr val="111111"/>
                </a:solidFill>
                <a:latin typeface="Arial"/>
                <a:ea typeface="Arial"/>
                <a:cs typeface="Arial"/>
              </a:rPr>
              <a:t>emulate GPT</a:t>
            </a:r>
            <a:r>
              <a:rPr sz="1500" b="0" baseline="-25000" dirty="0">
                <a:solidFill>
                  <a:srgbClr val="111111"/>
                </a:solidFill>
                <a:latin typeface="Arial"/>
                <a:ea typeface="Arial"/>
                <a:cs typeface="Arial"/>
              </a:rPr>
              <a:t>L2</a:t>
            </a:r>
            <a:r>
              <a:rPr sz="1500" b="0" dirty="0">
                <a:solidFill>
                  <a:srgbClr val="111111"/>
                </a:solidFill>
                <a:latin typeface="Arial"/>
                <a:ea typeface="Arial"/>
                <a:cs typeface="Arial"/>
              </a:rPr>
              <a:t> writes</a:t>
            </a:r>
          </a:p>
        </p:txBody>
      </p:sp>
      <p:sp>
        <p:nvSpPr>
          <p:cNvPr id="34" name="矩形 33">
            <a:extLst>
              <a:ext uri="{FF2B5EF4-FFF2-40B4-BE49-F238E27FC236}">
                <a16:creationId xmlns:a16="http://schemas.microsoft.com/office/drawing/2014/main" id="{AD8D4AC1-1753-4979-98E5-B89133112049}"/>
              </a:ext>
            </a:extLst>
          </p:cNvPr>
          <p:cNvSpPr>
            <a:spLocks noGrp="1"/>
          </p:cNvSpPr>
          <p:nvPr/>
        </p:nvSpPr>
        <p:spPr>
          <a:xfrm>
            <a:off x="8115300" y="4552950"/>
            <a:ext cx="361950" cy="361950"/>
          </a:xfrm>
          <a:prstGeom prst="rect">
            <a:avLst/>
          </a:prstGeom>
          <a:solidFill>
            <a:srgbClr val="A40000"/>
          </a:solidFill>
          <a:ln w="9525">
            <a:solidFill>
              <a:srgbClr val="A40000"/>
            </a:solidFill>
            <a:prstDash val="solid"/>
          </a:ln>
        </p:spPr>
        <p:txBody>
          <a:bodyPr wrap="square" lIns="114300" tIns="0" rIns="114300" bIns="0" anchor="ctr"/>
          <a:lstStyle/>
          <a:p>
            <a:pPr algn="ctr">
              <a:lnSpc>
                <a:spcPct val="100000"/>
              </a:lnSpc>
              <a:buNone/>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35" name="矩形 34">
            <a:extLst>
              <a:ext uri="{FF2B5EF4-FFF2-40B4-BE49-F238E27FC236}">
                <a16:creationId xmlns:a16="http://schemas.microsoft.com/office/drawing/2014/main" id="{7ADB6B07-68F3-4AAA-ACC9-274BE352504F}"/>
              </a:ext>
            </a:extLst>
          </p:cNvPr>
          <p:cNvSpPr>
            <a:spLocks noGrp="1"/>
          </p:cNvSpPr>
          <p:nvPr/>
        </p:nvSpPr>
        <p:spPr>
          <a:xfrm>
            <a:off x="8629650" y="4543425"/>
            <a:ext cx="2667000" cy="266700"/>
          </a:xfrm>
          <a:prstGeom prst="rect">
            <a:avLst/>
          </a:prstGeom>
          <a:noFill/>
          <a:ln w="0">
            <a:noFill/>
            <a:prstDash val="solid"/>
          </a:ln>
        </p:spPr>
        <p:txBody>
          <a:bodyPr wrap="square" lIns="0" tIns="0" rIns="0" bIns="0" anchor="t"/>
          <a:lstStyle/>
          <a:p>
            <a:pPr algn="l">
              <a:lnSpc>
                <a:spcPct val="100000"/>
              </a:lnSpc>
              <a:buNone/>
              <a:defRPr sz="1800" b="1">
                <a:solidFill>
                  <a:srgbClr val="111111"/>
                </a:solidFill>
                <a:latin typeface="Arial"/>
                <a:ea typeface="Arial"/>
                <a:cs typeface="Arial"/>
              </a:defRPr>
            </a:pPr>
            <a:r>
              <a:rPr sz="1800" b="1">
                <a:solidFill>
                  <a:srgbClr val="111111"/>
                </a:solidFill>
                <a:latin typeface="Arial"/>
                <a:ea typeface="Arial"/>
                <a:cs typeface="Arial"/>
              </a:rPr>
              <a:t>SPT fault</a:t>
            </a:r>
          </a:p>
        </p:txBody>
      </p:sp>
      <p:sp>
        <p:nvSpPr>
          <p:cNvPr id="36" name="矩形 35">
            <a:extLst>
              <a:ext uri="{FF2B5EF4-FFF2-40B4-BE49-F238E27FC236}">
                <a16:creationId xmlns:a16="http://schemas.microsoft.com/office/drawing/2014/main" id="{FD71E3BD-BEAE-4418-AB8C-843046234023}"/>
              </a:ext>
            </a:extLst>
          </p:cNvPr>
          <p:cNvSpPr>
            <a:spLocks noGrp="1"/>
          </p:cNvSpPr>
          <p:nvPr/>
        </p:nvSpPr>
        <p:spPr>
          <a:xfrm>
            <a:off x="8629650" y="4838700"/>
            <a:ext cx="2724150" cy="24765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a:solidFill>
                  <a:srgbClr val="111111"/>
                </a:solidFill>
                <a:latin typeface="Arial"/>
                <a:ea typeface="Arial"/>
                <a:cs typeface="Arial"/>
              </a:rPr>
              <a:t>build shadow translation</a:t>
            </a:r>
          </a:p>
        </p:txBody>
      </p:sp>
      <p:sp>
        <p:nvSpPr>
          <p:cNvPr id="37" name="矩形 36">
            <a:extLst>
              <a:ext uri="{FF2B5EF4-FFF2-40B4-BE49-F238E27FC236}">
                <a16:creationId xmlns:a16="http://schemas.microsoft.com/office/drawing/2014/main" id="{9BAACFFD-BA38-44C5-8C17-69051C9C9969}"/>
              </a:ext>
            </a:extLst>
          </p:cNvPr>
          <p:cNvSpPr>
            <a:spLocks noGrp="1"/>
          </p:cNvSpPr>
          <p:nvPr/>
        </p:nvSpPr>
        <p:spPr>
          <a:xfrm>
            <a:off x="1752600" y="6096000"/>
            <a:ext cx="8686800" cy="342900"/>
          </a:xfrm>
          <a:prstGeom prst="rect">
            <a:avLst/>
          </a:prstGeom>
          <a:noFill/>
          <a:ln w="0">
            <a:noFill/>
            <a:prstDash val="solid"/>
          </a:ln>
        </p:spPr>
        <p:txBody>
          <a:bodyPr wrap="square" lIns="0" tIns="0" rIns="0" bIns="0" anchor="t"/>
          <a:lstStyle/>
          <a:p>
            <a:pPr algn="ctr">
              <a:lnSpc>
                <a:spcPct val="100000"/>
              </a:lnSpc>
              <a:buNone/>
              <a:defRPr sz="2250" b="1">
                <a:solidFill>
                  <a:srgbClr val="A40000"/>
                </a:solidFill>
                <a:latin typeface="Arial"/>
                <a:ea typeface="Arial"/>
                <a:cs typeface="Arial"/>
              </a:defRPr>
            </a:pPr>
            <a:r>
              <a:rPr sz="2250" b="1">
                <a:solidFill>
                  <a:srgbClr val="A40000"/>
                </a:solidFill>
                <a:latin typeface="Arial"/>
                <a:ea typeface="Arial"/>
                <a:cs typeface="Arial"/>
              </a:rPr>
              <a:t>Cost moves from L0 traps to SPT maintenance</a:t>
            </a:r>
          </a:p>
        </p:txBody>
      </p:sp>
      <p:sp>
        <p:nvSpPr>
          <p:cNvPr id="38" name="矩形 37">
            <a:extLst>
              <a:ext uri="{FF2B5EF4-FFF2-40B4-BE49-F238E27FC236}">
                <a16:creationId xmlns:a16="http://schemas.microsoft.com/office/drawing/2014/main" id="{A886DFC6-7019-4D9E-8440-5FFD04625FDB}"/>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10</a:t>
            </a:r>
          </a:p>
        </p:txBody>
      </p:sp>
      <p:sp>
        <p:nvSpPr>
          <p:cNvPr id="40" name="上下箭头 39">
            <a:extLst>
              <a:ext uri="{FF2B5EF4-FFF2-40B4-BE49-F238E27FC236}">
                <a16:creationId xmlns:a16="http://schemas.microsoft.com/office/drawing/2014/main" id="{5538783B-B582-717B-98C2-EE2A2613F6E4}"/>
              </a:ext>
            </a:extLst>
          </p:cNvPr>
          <p:cNvSpPr/>
          <p:nvPr/>
        </p:nvSpPr>
        <p:spPr>
          <a:xfrm>
            <a:off x="2625884" y="3183576"/>
            <a:ext cx="230400" cy="429683"/>
          </a:xfrm>
          <a:prstGeom prst="upDownArrow">
            <a:avLst/>
          </a:prstGeom>
          <a:solidFill>
            <a:srgbClr val="FFFF00"/>
          </a:solidFill>
          <a:ln>
            <a:solidFill>
              <a:srgbClr val="888A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上下箭头 40">
            <a:extLst>
              <a:ext uri="{FF2B5EF4-FFF2-40B4-BE49-F238E27FC236}">
                <a16:creationId xmlns:a16="http://schemas.microsoft.com/office/drawing/2014/main" id="{B83F9BA5-03FF-3A03-84E6-F892D5303136}"/>
              </a:ext>
            </a:extLst>
          </p:cNvPr>
          <p:cNvSpPr/>
          <p:nvPr/>
        </p:nvSpPr>
        <p:spPr>
          <a:xfrm>
            <a:off x="6846832" y="4237567"/>
            <a:ext cx="216488" cy="677330"/>
          </a:xfrm>
          <a:prstGeom prst="upDownArrow">
            <a:avLst/>
          </a:prstGeom>
          <a:solidFill>
            <a:srgbClr val="5F6368"/>
          </a:solidFill>
          <a:ln>
            <a:solidFill>
              <a:srgbClr val="5F63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711059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0577FDBF-1030-479E-834B-21B21D18AC97}"/>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sz="3200" b="1" dirty="0">
                <a:solidFill>
                  <a:srgbClr val="A40000"/>
                </a:solidFill>
                <a:latin typeface="+mn-lt"/>
                <a:ea typeface="Arial"/>
                <a:cs typeface="Arial"/>
              </a:rPr>
              <a:t>JANUS</a:t>
            </a:r>
            <a:r>
              <a:rPr lang="en-US" sz="3200" b="1" dirty="0">
                <a:solidFill>
                  <a:srgbClr val="A40000"/>
                </a:solidFill>
                <a:latin typeface="+mn-lt"/>
                <a:ea typeface="Arial"/>
                <a:cs typeface="Arial"/>
              </a:rPr>
              <a:t> -- </a:t>
            </a:r>
            <a:r>
              <a:rPr sz="3200" b="1" dirty="0">
                <a:solidFill>
                  <a:srgbClr val="A40000"/>
                </a:solidFill>
                <a:latin typeface="+mn-lt"/>
                <a:ea typeface="Arial"/>
                <a:cs typeface="Arial"/>
              </a:rPr>
              <a:t> </a:t>
            </a:r>
            <a:r>
              <a:rPr lang="en-US" sz="3200" b="1" dirty="0">
                <a:solidFill>
                  <a:srgbClr val="A40000"/>
                </a:solidFill>
                <a:latin typeface="+mn-lt"/>
                <a:ea typeface="Arial"/>
                <a:cs typeface="Arial"/>
              </a:rPr>
              <a:t>Cross-world, cooperative (L1-L0) nested virtualization</a:t>
            </a:r>
            <a:endParaRPr sz="3200" b="1" dirty="0">
              <a:solidFill>
                <a:srgbClr val="A40000"/>
              </a:solidFill>
              <a:latin typeface="+mn-lt"/>
              <a:ea typeface="Arial"/>
              <a:cs typeface="Arial"/>
            </a:endParaRPr>
          </a:p>
        </p:txBody>
      </p:sp>
      <p:sp>
        <p:nvSpPr>
          <p:cNvPr id="2" name="矩形 1">
            <a:extLst>
              <a:ext uri="{FF2B5EF4-FFF2-40B4-BE49-F238E27FC236}">
                <a16:creationId xmlns:a16="http://schemas.microsoft.com/office/drawing/2014/main" id="{4B11D41E-FF1C-4558-9C5E-D1E0853E1036}"/>
              </a:ext>
            </a:extLst>
          </p:cNvPr>
          <p:cNvSpPr>
            <a:spLocks noGrp="1"/>
          </p:cNvSpPr>
          <p:nvPr/>
        </p:nvSpPr>
        <p:spPr>
          <a:xfrm>
            <a:off x="800100" y="1428750"/>
            <a:ext cx="10287000" cy="361950"/>
          </a:xfrm>
          <a:prstGeom prst="rect">
            <a:avLst/>
          </a:prstGeom>
          <a:noFill/>
          <a:ln w="0">
            <a:noFill/>
            <a:prstDash val="solid"/>
          </a:ln>
        </p:spPr>
        <p:txBody>
          <a:bodyPr wrap="square" lIns="0" tIns="0" rIns="0" bIns="0" anchor="t"/>
          <a:lstStyle/>
          <a:p>
            <a:pPr algn="l">
              <a:lnSpc>
                <a:spcPct val="100000"/>
              </a:lnSpc>
              <a:buNone/>
              <a:defRPr sz="2025" b="0">
                <a:solidFill>
                  <a:srgbClr val="111111"/>
                </a:solidFill>
                <a:latin typeface="Arial"/>
                <a:ea typeface="Arial"/>
                <a:cs typeface="Arial"/>
              </a:defRPr>
            </a:pPr>
            <a:r>
              <a:rPr sz="2025" b="0" dirty="0">
                <a:solidFill>
                  <a:srgbClr val="111111"/>
                </a:solidFill>
                <a:latin typeface="Arial"/>
                <a:ea typeface="Arial"/>
                <a:cs typeface="Arial"/>
              </a:rPr>
              <a:t>L1 keeps frequent L2 events local; L0 remains authoritative for EPT</a:t>
            </a:r>
            <a:r>
              <a:rPr sz="2025" b="0" baseline="-25000" dirty="0">
                <a:solidFill>
                  <a:srgbClr val="111111"/>
                </a:solidFill>
                <a:latin typeface="Arial"/>
                <a:ea typeface="Arial"/>
                <a:cs typeface="Arial"/>
              </a:rPr>
              <a:t>0-&gt;2</a:t>
            </a:r>
          </a:p>
        </p:txBody>
      </p:sp>
      <p:sp>
        <p:nvSpPr>
          <p:cNvPr id="3" name="矩形 2">
            <a:extLst>
              <a:ext uri="{FF2B5EF4-FFF2-40B4-BE49-F238E27FC236}">
                <a16:creationId xmlns:a16="http://schemas.microsoft.com/office/drawing/2014/main" id="{4571BB4F-F1F8-4166-AF43-F617292E983A}"/>
              </a:ext>
            </a:extLst>
          </p:cNvPr>
          <p:cNvSpPr>
            <a:spLocks noGrp="1"/>
          </p:cNvSpPr>
          <p:nvPr/>
        </p:nvSpPr>
        <p:spPr>
          <a:xfrm>
            <a:off x="1048922" y="2179318"/>
            <a:ext cx="9334500" cy="781050"/>
          </a:xfrm>
          <a:prstGeom prst="rect">
            <a:avLst/>
          </a:prstGeom>
          <a:solidFill>
            <a:srgbClr val="F7F9FC"/>
          </a:solidFill>
          <a:ln w="9525">
            <a:solidFill>
              <a:srgbClr val="D4D7DC"/>
            </a:solidFill>
            <a:prstDash val="solid"/>
          </a:ln>
        </p:spPr>
        <p:txBody>
          <a:bodyPr/>
          <a:lstStyle/>
          <a:p>
            <a:endParaRPr lang="en-US"/>
          </a:p>
        </p:txBody>
      </p:sp>
      <p:sp>
        <p:nvSpPr>
          <p:cNvPr id="4" name="矩形 3">
            <a:extLst>
              <a:ext uri="{FF2B5EF4-FFF2-40B4-BE49-F238E27FC236}">
                <a16:creationId xmlns:a16="http://schemas.microsoft.com/office/drawing/2014/main" id="{71A27121-8329-42C9-8E04-B8C66FA5388C}"/>
              </a:ext>
            </a:extLst>
          </p:cNvPr>
          <p:cNvSpPr>
            <a:spLocks noGrp="1"/>
          </p:cNvSpPr>
          <p:nvPr/>
        </p:nvSpPr>
        <p:spPr>
          <a:xfrm>
            <a:off x="1296572" y="2398393"/>
            <a:ext cx="647700" cy="32385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L2</a:t>
            </a:r>
          </a:p>
        </p:txBody>
      </p:sp>
      <p:sp>
        <p:nvSpPr>
          <p:cNvPr id="5" name="矩形 4">
            <a:extLst>
              <a:ext uri="{FF2B5EF4-FFF2-40B4-BE49-F238E27FC236}">
                <a16:creationId xmlns:a16="http://schemas.microsoft.com/office/drawing/2014/main" id="{8ECA91FB-5EB9-404C-B83C-5A459B66A0E1}"/>
              </a:ext>
            </a:extLst>
          </p:cNvPr>
          <p:cNvSpPr>
            <a:spLocks noGrp="1"/>
          </p:cNvSpPr>
          <p:nvPr/>
        </p:nvSpPr>
        <p:spPr>
          <a:xfrm>
            <a:off x="2191922" y="2398393"/>
            <a:ext cx="6858000" cy="323850"/>
          </a:xfrm>
          <a:prstGeom prst="rect">
            <a:avLst/>
          </a:prstGeom>
          <a:noFill/>
          <a:ln w="0">
            <a:noFill/>
            <a:prstDash val="solid"/>
          </a:ln>
        </p:spPr>
        <p:txBody>
          <a:bodyPr wrap="square" lIns="0" tIns="0" rIns="0" bIns="0" anchor="t"/>
          <a:lstStyle/>
          <a:p>
            <a:pPr algn="l">
              <a:lnSpc>
                <a:spcPct val="100000"/>
              </a:lnSpc>
              <a:buNone/>
              <a:defRPr sz="2025" b="1">
                <a:solidFill>
                  <a:srgbClr val="111111"/>
                </a:solidFill>
                <a:latin typeface="Arial"/>
                <a:ea typeface="Arial"/>
                <a:cs typeface="Arial"/>
              </a:defRPr>
            </a:pPr>
            <a:r>
              <a:rPr sz="2025" b="1">
                <a:solidFill>
                  <a:srgbClr val="111111"/>
                </a:solidFill>
                <a:latin typeface="Arial"/>
                <a:ea typeface="Arial"/>
                <a:cs typeface="Arial"/>
              </a:rPr>
              <a:t>secure container</a:t>
            </a:r>
          </a:p>
        </p:txBody>
      </p:sp>
      <p:sp>
        <p:nvSpPr>
          <p:cNvPr id="6" name="矩形 5">
            <a:extLst>
              <a:ext uri="{FF2B5EF4-FFF2-40B4-BE49-F238E27FC236}">
                <a16:creationId xmlns:a16="http://schemas.microsoft.com/office/drawing/2014/main" id="{624079FD-62DE-4C5D-8D12-8B69EC694EB7}"/>
              </a:ext>
            </a:extLst>
          </p:cNvPr>
          <p:cNvSpPr>
            <a:spLocks noGrp="1"/>
          </p:cNvSpPr>
          <p:nvPr/>
        </p:nvSpPr>
        <p:spPr>
          <a:xfrm>
            <a:off x="1048922" y="3493768"/>
            <a:ext cx="9334500" cy="781050"/>
          </a:xfrm>
          <a:prstGeom prst="rect">
            <a:avLst/>
          </a:prstGeom>
          <a:solidFill>
            <a:srgbClr val="FFFFFF"/>
          </a:solidFill>
          <a:ln w="9525">
            <a:solidFill>
              <a:srgbClr val="D4D7DC"/>
            </a:solidFill>
            <a:prstDash val="solid"/>
          </a:ln>
        </p:spPr>
        <p:txBody>
          <a:bodyPr/>
          <a:lstStyle/>
          <a:p>
            <a:endParaRPr lang="en-US"/>
          </a:p>
        </p:txBody>
      </p:sp>
      <p:sp>
        <p:nvSpPr>
          <p:cNvPr id="7" name="矩形 6">
            <a:extLst>
              <a:ext uri="{FF2B5EF4-FFF2-40B4-BE49-F238E27FC236}">
                <a16:creationId xmlns:a16="http://schemas.microsoft.com/office/drawing/2014/main" id="{9FF5465D-9FDC-40C6-9D8D-E106220305CD}"/>
              </a:ext>
            </a:extLst>
          </p:cNvPr>
          <p:cNvSpPr>
            <a:spLocks noGrp="1"/>
          </p:cNvSpPr>
          <p:nvPr/>
        </p:nvSpPr>
        <p:spPr>
          <a:xfrm>
            <a:off x="1296572" y="3712843"/>
            <a:ext cx="647700" cy="32385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L1</a:t>
            </a:r>
          </a:p>
        </p:txBody>
      </p:sp>
      <p:sp>
        <p:nvSpPr>
          <p:cNvPr id="8" name="矩形 7">
            <a:extLst>
              <a:ext uri="{FF2B5EF4-FFF2-40B4-BE49-F238E27FC236}">
                <a16:creationId xmlns:a16="http://schemas.microsoft.com/office/drawing/2014/main" id="{6A8AE217-C8B2-422C-876E-A3F3B947DA2C}"/>
              </a:ext>
            </a:extLst>
          </p:cNvPr>
          <p:cNvSpPr>
            <a:spLocks noGrp="1"/>
          </p:cNvSpPr>
          <p:nvPr/>
        </p:nvSpPr>
        <p:spPr>
          <a:xfrm>
            <a:off x="2191922" y="3712843"/>
            <a:ext cx="6858000" cy="323850"/>
          </a:xfrm>
          <a:prstGeom prst="rect">
            <a:avLst/>
          </a:prstGeom>
          <a:noFill/>
          <a:ln w="0">
            <a:noFill/>
            <a:prstDash val="solid"/>
          </a:ln>
        </p:spPr>
        <p:txBody>
          <a:bodyPr wrap="square" lIns="0" tIns="0" rIns="0" bIns="0" anchor="t"/>
          <a:lstStyle/>
          <a:p>
            <a:pPr algn="l">
              <a:lnSpc>
                <a:spcPct val="100000"/>
              </a:lnSpc>
              <a:buNone/>
              <a:defRPr sz="2025" b="1">
                <a:solidFill>
                  <a:srgbClr val="111111"/>
                </a:solidFill>
                <a:latin typeface="Arial"/>
                <a:ea typeface="Arial"/>
                <a:cs typeface="Arial"/>
              </a:defRPr>
            </a:pPr>
            <a:r>
              <a:rPr sz="2025" b="1">
                <a:solidFill>
                  <a:srgbClr val="111111"/>
                </a:solidFill>
                <a:latin typeface="Arial"/>
                <a:ea typeface="Arial"/>
                <a:cs typeface="Arial"/>
              </a:rPr>
              <a:t>guest hypervisor + switcher</a:t>
            </a:r>
          </a:p>
        </p:txBody>
      </p:sp>
      <p:sp>
        <p:nvSpPr>
          <p:cNvPr id="9" name="矩形 8">
            <a:extLst>
              <a:ext uri="{FF2B5EF4-FFF2-40B4-BE49-F238E27FC236}">
                <a16:creationId xmlns:a16="http://schemas.microsoft.com/office/drawing/2014/main" id="{332087CC-8673-4616-B173-742B54B1BEBA}"/>
              </a:ext>
            </a:extLst>
          </p:cNvPr>
          <p:cNvSpPr>
            <a:spLocks noGrp="1"/>
          </p:cNvSpPr>
          <p:nvPr/>
        </p:nvSpPr>
        <p:spPr>
          <a:xfrm>
            <a:off x="1048922" y="4808218"/>
            <a:ext cx="9334500" cy="781050"/>
          </a:xfrm>
          <a:prstGeom prst="rect">
            <a:avLst/>
          </a:prstGeom>
          <a:solidFill>
            <a:srgbClr val="F7F9FC"/>
          </a:solidFill>
          <a:ln w="9525">
            <a:solidFill>
              <a:srgbClr val="D4D7DC"/>
            </a:solidFill>
            <a:prstDash val="solid"/>
          </a:ln>
        </p:spPr>
        <p:txBody>
          <a:bodyPr/>
          <a:lstStyle/>
          <a:p>
            <a:endParaRPr lang="en-US"/>
          </a:p>
        </p:txBody>
      </p:sp>
      <p:sp>
        <p:nvSpPr>
          <p:cNvPr id="10" name="矩形 9">
            <a:extLst>
              <a:ext uri="{FF2B5EF4-FFF2-40B4-BE49-F238E27FC236}">
                <a16:creationId xmlns:a16="http://schemas.microsoft.com/office/drawing/2014/main" id="{BDAEF3A3-CAD6-48CF-B15C-8561F37039F4}"/>
              </a:ext>
            </a:extLst>
          </p:cNvPr>
          <p:cNvSpPr>
            <a:spLocks noGrp="1"/>
          </p:cNvSpPr>
          <p:nvPr/>
        </p:nvSpPr>
        <p:spPr>
          <a:xfrm>
            <a:off x="1296572" y="5027293"/>
            <a:ext cx="647700" cy="323850"/>
          </a:xfrm>
          <a:prstGeom prst="rect">
            <a:avLst/>
          </a:prstGeom>
          <a:noFill/>
          <a:ln w="0">
            <a:noFill/>
            <a:prstDash val="solid"/>
          </a:ln>
        </p:spPr>
        <p:txBody>
          <a:bodyPr wrap="square" lIns="0" tIns="0" rIns="0" bIns="0" anchor="t"/>
          <a:lstStyle/>
          <a:p>
            <a:pPr algn="l">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L0</a:t>
            </a:r>
          </a:p>
        </p:txBody>
      </p:sp>
      <p:sp>
        <p:nvSpPr>
          <p:cNvPr id="11" name="矩形 10">
            <a:extLst>
              <a:ext uri="{FF2B5EF4-FFF2-40B4-BE49-F238E27FC236}">
                <a16:creationId xmlns:a16="http://schemas.microsoft.com/office/drawing/2014/main" id="{45639C29-47DE-44D2-9155-A758EA43BAF3}"/>
              </a:ext>
            </a:extLst>
          </p:cNvPr>
          <p:cNvSpPr>
            <a:spLocks noGrp="1"/>
          </p:cNvSpPr>
          <p:nvPr/>
        </p:nvSpPr>
        <p:spPr>
          <a:xfrm>
            <a:off x="2191922" y="5027293"/>
            <a:ext cx="6858000" cy="323850"/>
          </a:xfrm>
          <a:prstGeom prst="rect">
            <a:avLst/>
          </a:prstGeom>
          <a:noFill/>
          <a:ln w="0">
            <a:noFill/>
            <a:prstDash val="solid"/>
          </a:ln>
        </p:spPr>
        <p:txBody>
          <a:bodyPr wrap="square" lIns="0" tIns="0" rIns="0" bIns="0" anchor="t"/>
          <a:lstStyle/>
          <a:p>
            <a:pPr algn="l">
              <a:lnSpc>
                <a:spcPct val="100000"/>
              </a:lnSpc>
              <a:buNone/>
              <a:defRPr sz="2025" b="1">
                <a:solidFill>
                  <a:srgbClr val="111111"/>
                </a:solidFill>
                <a:latin typeface="Arial"/>
                <a:ea typeface="Arial"/>
                <a:cs typeface="Arial"/>
              </a:defRPr>
            </a:pPr>
            <a:r>
              <a:rPr sz="2025" b="1" dirty="0">
                <a:solidFill>
                  <a:srgbClr val="111111"/>
                </a:solidFill>
                <a:latin typeface="Arial"/>
                <a:ea typeface="Arial"/>
                <a:cs typeface="Arial"/>
              </a:rPr>
              <a:t>host hypervisor + EPT</a:t>
            </a:r>
            <a:r>
              <a:rPr sz="2025" b="1" baseline="-25000" dirty="0">
                <a:solidFill>
                  <a:srgbClr val="111111"/>
                </a:solidFill>
                <a:latin typeface="Arial"/>
                <a:ea typeface="Arial"/>
                <a:cs typeface="Arial"/>
              </a:rPr>
              <a:t>0-&gt;2</a:t>
            </a:r>
          </a:p>
        </p:txBody>
      </p:sp>
      <p:sp>
        <p:nvSpPr>
          <p:cNvPr id="12" name="直线连接符 11">
            <a:extLst>
              <a:ext uri="{FF2B5EF4-FFF2-40B4-BE49-F238E27FC236}">
                <a16:creationId xmlns:a16="http://schemas.microsoft.com/office/drawing/2014/main" id="{1F3C094C-595D-4CF8-9B56-E21A615D27A0}"/>
              </a:ext>
            </a:extLst>
          </p:cNvPr>
          <p:cNvSpPr>
            <a:spLocks noGrp="1"/>
          </p:cNvSpPr>
          <p:nvPr/>
        </p:nvSpPr>
        <p:spPr>
          <a:xfrm>
            <a:off x="2306222" y="3246118"/>
            <a:ext cx="4648200" cy="0"/>
          </a:xfrm>
          <a:prstGeom prst="line">
            <a:avLst/>
          </a:prstGeom>
          <a:noFill/>
          <a:ln w="28575">
            <a:solidFill>
              <a:srgbClr val="2E6CF7"/>
            </a:solidFill>
            <a:prstDash val="solid"/>
          </a:ln>
        </p:spPr>
        <p:txBody>
          <a:bodyPr/>
          <a:lstStyle/>
          <a:p>
            <a:endParaRPr lang="en-US"/>
          </a:p>
        </p:txBody>
      </p:sp>
      <p:sp>
        <p:nvSpPr>
          <p:cNvPr id="15" name="矩形 14">
            <a:extLst>
              <a:ext uri="{FF2B5EF4-FFF2-40B4-BE49-F238E27FC236}">
                <a16:creationId xmlns:a16="http://schemas.microsoft.com/office/drawing/2014/main" id="{4FB610BF-138D-4965-95B5-8007541B8E16}"/>
              </a:ext>
            </a:extLst>
          </p:cNvPr>
          <p:cNvSpPr>
            <a:spLocks noGrp="1"/>
          </p:cNvSpPr>
          <p:nvPr/>
        </p:nvSpPr>
        <p:spPr>
          <a:xfrm>
            <a:off x="5125622" y="3007993"/>
            <a:ext cx="2571750" cy="41910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dirty="0">
                <a:solidFill>
                  <a:srgbClr val="2E6CF7"/>
                </a:solidFill>
                <a:latin typeface="Arial"/>
                <a:ea typeface="Arial"/>
                <a:cs typeface="Arial"/>
              </a:rPr>
              <a:t>local world switching</a:t>
            </a:r>
          </a:p>
        </p:txBody>
      </p:sp>
      <p:sp>
        <p:nvSpPr>
          <p:cNvPr id="16" name="矩形 15">
            <a:extLst>
              <a:ext uri="{FF2B5EF4-FFF2-40B4-BE49-F238E27FC236}">
                <a16:creationId xmlns:a16="http://schemas.microsoft.com/office/drawing/2014/main" id="{6882FCEE-543A-4AAB-B1B2-4DF7BED4FC93}"/>
              </a:ext>
            </a:extLst>
          </p:cNvPr>
          <p:cNvSpPr>
            <a:spLocks noGrp="1"/>
          </p:cNvSpPr>
          <p:nvPr/>
        </p:nvSpPr>
        <p:spPr>
          <a:xfrm>
            <a:off x="7835704" y="3112768"/>
            <a:ext cx="2819400" cy="285750"/>
          </a:xfrm>
          <a:prstGeom prst="rect">
            <a:avLst/>
          </a:prstGeom>
          <a:noFill/>
          <a:ln w="0">
            <a:noFill/>
            <a:prstDash val="solid"/>
          </a:ln>
        </p:spPr>
        <p:txBody>
          <a:bodyPr wrap="square" lIns="0" tIns="0" rIns="0" bIns="0" anchor="t"/>
          <a:lstStyle/>
          <a:p>
            <a:pPr algn="l">
              <a:lnSpc>
                <a:spcPct val="100000"/>
              </a:lnSpc>
              <a:buNone/>
              <a:defRPr sz="1500" b="0">
                <a:solidFill>
                  <a:srgbClr val="111111"/>
                </a:solidFill>
                <a:latin typeface="Arial"/>
                <a:ea typeface="Arial"/>
                <a:cs typeface="Arial"/>
              </a:defRPr>
            </a:pPr>
            <a:r>
              <a:rPr sz="1500" b="0" dirty="0">
                <a:solidFill>
                  <a:srgbClr val="111111"/>
                </a:solidFill>
                <a:latin typeface="Arial"/>
                <a:ea typeface="Arial"/>
                <a:cs typeface="Arial"/>
              </a:rPr>
              <a:t>common CPU path stays in L1</a:t>
            </a:r>
          </a:p>
        </p:txBody>
      </p:sp>
      <p:sp>
        <p:nvSpPr>
          <p:cNvPr id="17" name="直线连接符 16">
            <a:extLst>
              <a:ext uri="{FF2B5EF4-FFF2-40B4-BE49-F238E27FC236}">
                <a16:creationId xmlns:a16="http://schemas.microsoft.com/office/drawing/2014/main" id="{C5B2B4B5-66E8-42CC-A86C-29CEF28078C8}"/>
              </a:ext>
            </a:extLst>
          </p:cNvPr>
          <p:cNvSpPr>
            <a:spLocks noGrp="1"/>
          </p:cNvSpPr>
          <p:nvPr/>
        </p:nvSpPr>
        <p:spPr>
          <a:xfrm>
            <a:off x="6954422" y="4560568"/>
            <a:ext cx="2505075" cy="0"/>
          </a:xfrm>
          <a:prstGeom prst="line">
            <a:avLst/>
          </a:prstGeom>
          <a:noFill/>
          <a:ln w="28575">
            <a:solidFill>
              <a:srgbClr val="5F6368"/>
            </a:solidFill>
            <a:prstDash val="solid"/>
          </a:ln>
        </p:spPr>
        <p:txBody>
          <a:bodyPr/>
          <a:lstStyle/>
          <a:p>
            <a:endParaRPr lang="en-US"/>
          </a:p>
        </p:txBody>
      </p:sp>
      <p:sp>
        <p:nvSpPr>
          <p:cNvPr id="19" name="矩形 18">
            <a:extLst>
              <a:ext uri="{FF2B5EF4-FFF2-40B4-BE49-F238E27FC236}">
                <a16:creationId xmlns:a16="http://schemas.microsoft.com/office/drawing/2014/main" id="{99689922-D7FA-49D5-811C-DD8BFBEDFDAD}"/>
              </a:ext>
            </a:extLst>
          </p:cNvPr>
          <p:cNvSpPr>
            <a:spLocks noGrp="1"/>
          </p:cNvSpPr>
          <p:nvPr/>
        </p:nvSpPr>
        <p:spPr>
          <a:xfrm>
            <a:off x="6878222" y="4998718"/>
            <a:ext cx="2857500" cy="419100"/>
          </a:xfrm>
          <a:prstGeom prst="rect">
            <a:avLst/>
          </a:prstGeom>
          <a:solidFill>
            <a:srgbClr val="FFFFFF"/>
          </a:solidFill>
          <a:ln w="9525">
            <a:solidFill>
              <a:srgbClr val="D4D7DC"/>
            </a:solidFill>
            <a:prstDash val="solid"/>
          </a:ln>
        </p:spPr>
        <p:txBody>
          <a:bodyPr wrap="square" lIns="114300" tIns="0" rIns="114300" bIns="0" anchor="ctr"/>
          <a:lstStyle/>
          <a:p>
            <a:pPr algn="ctr">
              <a:lnSpc>
                <a:spcPct val="100000"/>
              </a:lnSpc>
              <a:buNone/>
              <a:defRPr sz="1650" b="1">
                <a:solidFill>
                  <a:srgbClr val="111111"/>
                </a:solidFill>
                <a:latin typeface="Arial"/>
                <a:ea typeface="Arial"/>
                <a:cs typeface="Arial"/>
              </a:defRPr>
            </a:pPr>
            <a:r>
              <a:rPr sz="1650" b="1" dirty="0">
                <a:solidFill>
                  <a:srgbClr val="2E6CF7"/>
                </a:solidFill>
                <a:latin typeface="Arial"/>
                <a:ea typeface="Arial"/>
                <a:cs typeface="Arial"/>
              </a:rPr>
              <a:t>host-owned EPT</a:t>
            </a:r>
            <a:r>
              <a:rPr sz="1650" b="1" baseline="-25000" dirty="0">
                <a:solidFill>
                  <a:srgbClr val="2E6CF7"/>
                </a:solidFill>
                <a:latin typeface="Arial"/>
                <a:ea typeface="Arial"/>
                <a:cs typeface="Arial"/>
              </a:rPr>
              <a:t>0-&gt;2</a:t>
            </a:r>
          </a:p>
        </p:txBody>
      </p:sp>
      <p:sp>
        <p:nvSpPr>
          <p:cNvPr id="20" name="矩形 19">
            <a:extLst>
              <a:ext uri="{FF2B5EF4-FFF2-40B4-BE49-F238E27FC236}">
                <a16:creationId xmlns:a16="http://schemas.microsoft.com/office/drawing/2014/main" id="{D45394E1-2E48-4193-82E8-9B0DD3717505}"/>
              </a:ext>
            </a:extLst>
          </p:cNvPr>
          <p:cNvSpPr>
            <a:spLocks noGrp="1"/>
          </p:cNvSpPr>
          <p:nvPr/>
        </p:nvSpPr>
        <p:spPr>
          <a:xfrm>
            <a:off x="5068472" y="4331968"/>
            <a:ext cx="1933575" cy="514350"/>
          </a:xfrm>
          <a:prstGeom prst="rect">
            <a:avLst/>
          </a:prstGeom>
          <a:noFill/>
          <a:ln w="0">
            <a:noFill/>
            <a:prstDash val="solid"/>
          </a:ln>
        </p:spPr>
        <p:txBody>
          <a:bodyPr wrap="square" lIns="0" tIns="0" rIns="0" bIns="0" anchor="t"/>
          <a:lstStyle/>
          <a:p>
            <a:pPr algn="ctr">
              <a:lnSpc>
                <a:spcPct val="105000"/>
              </a:lnSpc>
              <a:buNone/>
              <a:defRPr sz="1500" b="1">
                <a:solidFill>
                  <a:srgbClr val="A40000"/>
                </a:solidFill>
                <a:latin typeface="Arial"/>
                <a:ea typeface="Arial"/>
                <a:cs typeface="Arial"/>
              </a:defRPr>
            </a:pPr>
            <a:r>
              <a:rPr sz="1500" b="1" dirty="0">
                <a:solidFill>
                  <a:srgbClr val="2E6CF7"/>
                </a:solidFill>
                <a:latin typeface="Arial"/>
                <a:ea typeface="Arial"/>
                <a:cs typeface="Arial"/>
              </a:rPr>
              <a:t>narrow</a:t>
            </a:r>
          </a:p>
          <a:p>
            <a:pPr algn="ctr">
              <a:lnSpc>
                <a:spcPct val="105000"/>
              </a:lnSpc>
              <a:buNone/>
              <a:defRPr sz="1500" b="1">
                <a:solidFill>
                  <a:srgbClr val="A40000"/>
                </a:solidFill>
                <a:latin typeface="Arial"/>
                <a:ea typeface="Arial"/>
                <a:cs typeface="Arial"/>
              </a:defRPr>
            </a:pPr>
            <a:r>
              <a:rPr sz="1500" b="1" dirty="0">
                <a:solidFill>
                  <a:srgbClr val="2E6CF7"/>
                </a:solidFill>
                <a:latin typeface="Arial"/>
                <a:ea typeface="Arial"/>
                <a:cs typeface="Arial"/>
              </a:rPr>
              <a:t>L0-L1 contract</a:t>
            </a:r>
          </a:p>
        </p:txBody>
      </p:sp>
      <p:sp>
        <p:nvSpPr>
          <p:cNvPr id="21" name="直线连接符 20">
            <a:extLst>
              <a:ext uri="{FF2B5EF4-FFF2-40B4-BE49-F238E27FC236}">
                <a16:creationId xmlns:a16="http://schemas.microsoft.com/office/drawing/2014/main" id="{4125149E-3F6B-4782-ADA5-D627EC52F285}"/>
              </a:ext>
            </a:extLst>
          </p:cNvPr>
          <p:cNvSpPr>
            <a:spLocks noGrp="1"/>
          </p:cNvSpPr>
          <p:nvPr/>
        </p:nvSpPr>
        <p:spPr>
          <a:xfrm>
            <a:off x="5182772" y="4560568"/>
            <a:ext cx="1504950" cy="0"/>
          </a:xfrm>
          <a:prstGeom prst="line">
            <a:avLst/>
          </a:prstGeom>
          <a:noFill/>
          <a:ln w="23813">
            <a:solidFill>
              <a:srgbClr val="2E6CF7"/>
            </a:solidFill>
            <a:prstDash val="dash"/>
          </a:ln>
        </p:spPr>
        <p:txBody>
          <a:bodyPr/>
          <a:lstStyle/>
          <a:p>
            <a:endParaRPr lang="en-US"/>
          </a:p>
        </p:txBody>
      </p:sp>
      <p:sp>
        <p:nvSpPr>
          <p:cNvPr id="22" name="矩形 21">
            <a:extLst>
              <a:ext uri="{FF2B5EF4-FFF2-40B4-BE49-F238E27FC236}">
                <a16:creationId xmlns:a16="http://schemas.microsoft.com/office/drawing/2014/main" id="{66B06F81-670D-4306-8CFC-041677CF65BB}"/>
              </a:ext>
            </a:extLst>
          </p:cNvPr>
          <p:cNvSpPr>
            <a:spLocks noGrp="1"/>
          </p:cNvSpPr>
          <p:nvPr/>
        </p:nvSpPr>
        <p:spPr>
          <a:xfrm>
            <a:off x="915572" y="5875018"/>
            <a:ext cx="9601200" cy="285750"/>
          </a:xfrm>
          <a:prstGeom prst="rect">
            <a:avLst/>
          </a:prstGeom>
          <a:noFill/>
          <a:ln w="0">
            <a:noFill/>
            <a:prstDash val="solid"/>
          </a:ln>
        </p:spPr>
        <p:txBody>
          <a:bodyPr wrap="square" lIns="0" tIns="0" rIns="0" bIns="0" anchor="t"/>
          <a:lstStyle/>
          <a:p>
            <a:pPr algn="ctr">
              <a:lnSpc>
                <a:spcPct val="100000"/>
              </a:lnSpc>
              <a:buNone/>
              <a:defRPr sz="1875" b="1">
                <a:solidFill>
                  <a:srgbClr val="A40000"/>
                </a:solidFill>
                <a:latin typeface="Arial"/>
                <a:ea typeface="Arial"/>
                <a:cs typeface="Arial"/>
              </a:defRPr>
            </a:pPr>
            <a:r>
              <a:rPr sz="1875" b="1">
                <a:solidFill>
                  <a:srgbClr val="A40000"/>
                </a:solidFill>
                <a:latin typeface="Arial"/>
                <a:ea typeface="Arial"/>
                <a:cs typeface="Arial"/>
              </a:rPr>
              <a:t>Design goal: keep frequent control local, keep final mappings authoritative</a:t>
            </a:r>
          </a:p>
        </p:txBody>
      </p:sp>
      <p:sp>
        <p:nvSpPr>
          <p:cNvPr id="23" name="矩形 22">
            <a:extLst>
              <a:ext uri="{FF2B5EF4-FFF2-40B4-BE49-F238E27FC236}">
                <a16:creationId xmlns:a16="http://schemas.microsoft.com/office/drawing/2014/main" id="{7BFFE22C-A201-4C7D-AE2B-340269F4006D}"/>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12</a:t>
            </a:r>
          </a:p>
        </p:txBody>
      </p:sp>
      <p:sp>
        <p:nvSpPr>
          <p:cNvPr id="25" name="上下箭头 24">
            <a:extLst>
              <a:ext uri="{FF2B5EF4-FFF2-40B4-BE49-F238E27FC236}">
                <a16:creationId xmlns:a16="http://schemas.microsoft.com/office/drawing/2014/main" id="{3319504C-0C3D-610C-705D-C69B05DE0D28}"/>
              </a:ext>
            </a:extLst>
          </p:cNvPr>
          <p:cNvSpPr/>
          <p:nvPr/>
        </p:nvSpPr>
        <p:spPr>
          <a:xfrm>
            <a:off x="3695311" y="2941711"/>
            <a:ext cx="285750" cy="574392"/>
          </a:xfrm>
          <a:prstGeom prst="upDownArrow">
            <a:avLst/>
          </a:prstGeom>
          <a:solidFill>
            <a:srgbClr val="FFFF00"/>
          </a:solidFill>
          <a:ln>
            <a:solidFill>
              <a:srgbClr val="888A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上下箭头 25">
            <a:extLst>
              <a:ext uri="{FF2B5EF4-FFF2-40B4-BE49-F238E27FC236}">
                <a16:creationId xmlns:a16="http://schemas.microsoft.com/office/drawing/2014/main" id="{448AD0B6-F045-7A7D-A7FB-39906ED10BF2}"/>
              </a:ext>
            </a:extLst>
          </p:cNvPr>
          <p:cNvSpPr/>
          <p:nvPr/>
        </p:nvSpPr>
        <p:spPr>
          <a:xfrm>
            <a:off x="8164097" y="4274818"/>
            <a:ext cx="286220" cy="552450"/>
          </a:xfrm>
          <a:prstGeom prst="upDownArrow">
            <a:avLst/>
          </a:prstGeom>
          <a:solidFill>
            <a:srgbClr val="FFFF00"/>
          </a:solidFill>
          <a:ln>
            <a:solidFill>
              <a:srgbClr val="888A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32258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E0105A61-CE43-40D2-A3BE-59F11CDE30C1}"/>
              </a:ext>
            </a:extLst>
          </p:cNvPr>
          <p:cNvSpPr>
            <a:spLocks noGrp="1"/>
          </p:cNvSpPr>
          <p:nvPr/>
        </p:nvSpPr>
        <p:spPr>
          <a:xfrm>
            <a:off x="514350" y="685800"/>
            <a:ext cx="10934700" cy="571500"/>
          </a:xfrm>
          <a:prstGeom prst="rect">
            <a:avLst/>
          </a:prstGeom>
          <a:noFill/>
          <a:ln w="0">
            <a:noFill/>
            <a:prstDash val="solid"/>
          </a:ln>
        </p:spPr>
        <p:txBody>
          <a:bodyPr wrap="square" lIns="0" tIns="0" rIns="0" bIns="0" anchor="t"/>
          <a:lstStyle/>
          <a:p>
            <a:pPr algn="l">
              <a:lnSpc>
                <a:spcPct val="100000"/>
              </a:lnSpc>
              <a:buNone/>
              <a:defRPr sz="3075" b="1">
                <a:solidFill>
                  <a:srgbClr val="A40000"/>
                </a:solidFill>
                <a:latin typeface="Arial"/>
                <a:ea typeface="Arial"/>
                <a:cs typeface="Arial"/>
              </a:defRPr>
            </a:pPr>
            <a:r>
              <a:rPr sz="3075" b="1">
                <a:solidFill>
                  <a:srgbClr val="A40000"/>
                </a:solidFill>
                <a:latin typeface="Arial"/>
                <a:ea typeface="Arial"/>
                <a:cs typeface="Arial"/>
              </a:rPr>
              <a:t>Existing mechanisms make the split feasible</a:t>
            </a:r>
          </a:p>
        </p:txBody>
      </p:sp>
      <p:sp>
        <p:nvSpPr>
          <p:cNvPr id="2" name="矩形 1">
            <a:extLst>
              <a:ext uri="{FF2B5EF4-FFF2-40B4-BE49-F238E27FC236}">
                <a16:creationId xmlns:a16="http://schemas.microsoft.com/office/drawing/2014/main" id="{B9FDFF89-2469-4221-9FF6-0D76ECDBEDD7}"/>
              </a:ext>
            </a:extLst>
          </p:cNvPr>
          <p:cNvSpPr>
            <a:spLocks noGrp="1"/>
          </p:cNvSpPr>
          <p:nvPr/>
        </p:nvSpPr>
        <p:spPr>
          <a:xfrm>
            <a:off x="800100" y="1428750"/>
            <a:ext cx="10287000" cy="361950"/>
          </a:xfrm>
          <a:prstGeom prst="rect">
            <a:avLst/>
          </a:prstGeom>
          <a:noFill/>
          <a:ln w="0">
            <a:noFill/>
            <a:prstDash val="solid"/>
          </a:ln>
        </p:spPr>
        <p:txBody>
          <a:bodyPr wrap="square" lIns="0" tIns="0" rIns="0" bIns="0" anchor="t"/>
          <a:lstStyle/>
          <a:p>
            <a:pPr algn="l">
              <a:lnSpc>
                <a:spcPct val="100000"/>
              </a:lnSpc>
              <a:buNone/>
              <a:defRPr sz="2025" b="0">
                <a:solidFill>
                  <a:srgbClr val="111111"/>
                </a:solidFill>
                <a:latin typeface="Arial"/>
                <a:ea typeface="Arial"/>
                <a:cs typeface="Arial"/>
              </a:defRPr>
            </a:pPr>
            <a:r>
              <a:rPr sz="2025" b="0" dirty="0">
                <a:solidFill>
                  <a:srgbClr val="111111"/>
                </a:solidFill>
                <a:latin typeface="Arial"/>
                <a:ea typeface="Arial"/>
                <a:cs typeface="Arial"/>
              </a:rPr>
              <a:t>JANUS reuses existing page-table, EPTP-switching, and #VE mechanisms</a:t>
            </a:r>
          </a:p>
        </p:txBody>
      </p:sp>
      <p:sp>
        <p:nvSpPr>
          <p:cNvPr id="3" name="直线连接符 2">
            <a:extLst>
              <a:ext uri="{FF2B5EF4-FFF2-40B4-BE49-F238E27FC236}">
                <a16:creationId xmlns:a16="http://schemas.microsoft.com/office/drawing/2014/main" id="{D42B4661-1900-49D5-B14D-5E073C6F1C57}"/>
              </a:ext>
            </a:extLst>
          </p:cNvPr>
          <p:cNvSpPr>
            <a:spLocks noGrp="1"/>
          </p:cNvSpPr>
          <p:nvPr/>
        </p:nvSpPr>
        <p:spPr>
          <a:xfrm>
            <a:off x="857250" y="2133600"/>
            <a:ext cx="10477500" cy="0"/>
          </a:xfrm>
          <a:prstGeom prst="line">
            <a:avLst/>
          </a:prstGeom>
          <a:noFill/>
          <a:ln w="9525">
            <a:solidFill>
              <a:srgbClr val="D4D7DC"/>
            </a:solidFill>
            <a:prstDash val="solid"/>
          </a:ln>
        </p:spPr>
        <p:txBody>
          <a:bodyPr/>
          <a:lstStyle/>
          <a:p>
            <a:endParaRPr lang="en-US"/>
          </a:p>
        </p:txBody>
      </p:sp>
      <p:sp>
        <p:nvSpPr>
          <p:cNvPr id="4" name="直线连接符 3">
            <a:extLst>
              <a:ext uri="{FF2B5EF4-FFF2-40B4-BE49-F238E27FC236}">
                <a16:creationId xmlns:a16="http://schemas.microsoft.com/office/drawing/2014/main" id="{05A85072-4302-483D-B10E-2B623E7B1819}"/>
              </a:ext>
            </a:extLst>
          </p:cNvPr>
          <p:cNvSpPr>
            <a:spLocks noGrp="1"/>
          </p:cNvSpPr>
          <p:nvPr/>
        </p:nvSpPr>
        <p:spPr>
          <a:xfrm>
            <a:off x="857250" y="5619750"/>
            <a:ext cx="10477500" cy="0"/>
          </a:xfrm>
          <a:prstGeom prst="line">
            <a:avLst/>
          </a:prstGeom>
          <a:noFill/>
          <a:ln w="9525">
            <a:solidFill>
              <a:srgbClr val="D4D7DC"/>
            </a:solidFill>
            <a:prstDash val="solid"/>
          </a:ln>
        </p:spPr>
        <p:txBody>
          <a:bodyPr/>
          <a:lstStyle/>
          <a:p>
            <a:endParaRPr lang="en-US"/>
          </a:p>
        </p:txBody>
      </p:sp>
      <p:sp>
        <p:nvSpPr>
          <p:cNvPr id="5" name="矩形 4">
            <a:extLst>
              <a:ext uri="{FF2B5EF4-FFF2-40B4-BE49-F238E27FC236}">
                <a16:creationId xmlns:a16="http://schemas.microsoft.com/office/drawing/2014/main" id="{B90674BD-1061-407E-97C6-50F2AA181590}"/>
              </a:ext>
            </a:extLst>
          </p:cNvPr>
          <p:cNvSpPr>
            <a:spLocks noGrp="1"/>
          </p:cNvSpPr>
          <p:nvPr/>
        </p:nvSpPr>
        <p:spPr>
          <a:xfrm>
            <a:off x="952500" y="2362200"/>
            <a:ext cx="400050" cy="400050"/>
          </a:xfrm>
          <a:prstGeom prst="rect">
            <a:avLst/>
          </a:prstGeom>
          <a:noFill/>
          <a:ln w="0">
            <a:noFill/>
            <a:prstDash val="solid"/>
          </a:ln>
        </p:spPr>
        <p:txBody>
          <a:bodyPr wrap="square" lIns="0" tIns="0" rIns="0" bIns="0" anchor="t"/>
          <a:lstStyle/>
          <a:p>
            <a:pPr algn="ctr">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1</a:t>
            </a:r>
          </a:p>
        </p:txBody>
      </p:sp>
      <p:sp>
        <p:nvSpPr>
          <p:cNvPr id="6" name="矩形 5">
            <a:extLst>
              <a:ext uri="{FF2B5EF4-FFF2-40B4-BE49-F238E27FC236}">
                <a16:creationId xmlns:a16="http://schemas.microsoft.com/office/drawing/2014/main" id="{0C17EA77-E72A-4CCD-A31C-5121A16A139B}"/>
              </a:ext>
            </a:extLst>
          </p:cNvPr>
          <p:cNvSpPr>
            <a:spLocks noGrp="1"/>
          </p:cNvSpPr>
          <p:nvPr/>
        </p:nvSpPr>
        <p:spPr>
          <a:xfrm>
            <a:off x="1466850" y="2409825"/>
            <a:ext cx="262890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Root-level mediation</a:t>
            </a:r>
          </a:p>
        </p:txBody>
      </p:sp>
      <p:sp>
        <p:nvSpPr>
          <p:cNvPr id="7" name="矩形 6">
            <a:extLst>
              <a:ext uri="{FF2B5EF4-FFF2-40B4-BE49-F238E27FC236}">
                <a16:creationId xmlns:a16="http://schemas.microsoft.com/office/drawing/2014/main" id="{CF724474-92D8-4574-8B82-1A11C2947897}"/>
              </a:ext>
            </a:extLst>
          </p:cNvPr>
          <p:cNvSpPr>
            <a:spLocks noGrp="1"/>
          </p:cNvSpPr>
          <p:nvPr/>
        </p:nvSpPr>
        <p:spPr>
          <a:xfrm>
            <a:off x="1524000" y="3067050"/>
            <a:ext cx="1200150" cy="285750"/>
          </a:xfrm>
          <a:prstGeom prst="rect">
            <a:avLst/>
          </a:prstGeom>
          <a:solidFill>
            <a:srgbClr val="FFFF00"/>
          </a:solidFill>
          <a:ln w="13335">
            <a:solidFill>
              <a:srgbClr val="5F6368"/>
            </a:solidFill>
            <a:prstDash val="solid"/>
          </a:ln>
        </p:spPr>
        <p:txBody>
          <a:bodyPr wrap="square" lIns="95250" tIns="0" rIns="95250" bIns="0" anchor="ctr"/>
          <a:lstStyle/>
          <a:p>
            <a:pPr algn="ctr">
              <a:lnSpc>
                <a:spcPct val="100000"/>
              </a:lnSpc>
              <a:buNone/>
              <a:defRPr sz="1575" b="1">
                <a:solidFill>
                  <a:srgbClr val="111111"/>
                </a:solidFill>
                <a:latin typeface="Arial"/>
                <a:ea typeface="Arial"/>
                <a:cs typeface="Arial"/>
              </a:defRPr>
            </a:pPr>
            <a:r>
              <a:rPr sz="1575" b="1">
                <a:solidFill>
                  <a:srgbClr val="111111"/>
                </a:solidFill>
                <a:latin typeface="Arial"/>
                <a:ea typeface="Arial"/>
                <a:cs typeface="Arial"/>
              </a:rPr>
              <a:t>PGD</a:t>
            </a:r>
          </a:p>
        </p:txBody>
      </p:sp>
      <p:sp>
        <p:nvSpPr>
          <p:cNvPr id="8" name="矩形 7">
            <a:extLst>
              <a:ext uri="{FF2B5EF4-FFF2-40B4-BE49-F238E27FC236}">
                <a16:creationId xmlns:a16="http://schemas.microsoft.com/office/drawing/2014/main" id="{8A8C2CFE-D70D-43D6-8D6A-41FC8E427ED1}"/>
              </a:ext>
            </a:extLst>
          </p:cNvPr>
          <p:cNvSpPr>
            <a:spLocks noGrp="1"/>
          </p:cNvSpPr>
          <p:nvPr/>
        </p:nvSpPr>
        <p:spPr>
          <a:xfrm>
            <a:off x="1809750" y="3448050"/>
            <a:ext cx="1200150" cy="285750"/>
          </a:xfrm>
          <a:prstGeom prst="rect">
            <a:avLst/>
          </a:prstGeom>
          <a:solidFill>
            <a:srgbClr val="FFFFFF"/>
          </a:solidFill>
          <a:ln w="9525">
            <a:solidFill>
              <a:srgbClr val="D4D7DC"/>
            </a:solidFill>
            <a:prstDash val="solid"/>
          </a:ln>
        </p:spPr>
        <p:txBody>
          <a:bodyPr wrap="square" lIns="95250" tIns="0" rIns="9525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PUD</a:t>
            </a:r>
          </a:p>
        </p:txBody>
      </p:sp>
      <p:sp>
        <p:nvSpPr>
          <p:cNvPr id="9" name="矩形 8">
            <a:extLst>
              <a:ext uri="{FF2B5EF4-FFF2-40B4-BE49-F238E27FC236}">
                <a16:creationId xmlns:a16="http://schemas.microsoft.com/office/drawing/2014/main" id="{D08D9C6F-350E-441C-8545-2B1452F701AB}"/>
              </a:ext>
            </a:extLst>
          </p:cNvPr>
          <p:cNvSpPr>
            <a:spLocks noGrp="1"/>
          </p:cNvSpPr>
          <p:nvPr/>
        </p:nvSpPr>
        <p:spPr>
          <a:xfrm>
            <a:off x="2095500" y="3829050"/>
            <a:ext cx="1200150" cy="285750"/>
          </a:xfrm>
          <a:prstGeom prst="rect">
            <a:avLst/>
          </a:prstGeom>
          <a:solidFill>
            <a:srgbClr val="FFFFFF"/>
          </a:solidFill>
          <a:ln w="9525">
            <a:solidFill>
              <a:srgbClr val="D4D7DC"/>
            </a:solidFill>
            <a:prstDash val="solid"/>
          </a:ln>
        </p:spPr>
        <p:txBody>
          <a:bodyPr wrap="square" lIns="95250" tIns="0" rIns="9525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PMD</a:t>
            </a:r>
          </a:p>
        </p:txBody>
      </p:sp>
      <p:sp>
        <p:nvSpPr>
          <p:cNvPr id="10" name="矩形 9">
            <a:extLst>
              <a:ext uri="{FF2B5EF4-FFF2-40B4-BE49-F238E27FC236}">
                <a16:creationId xmlns:a16="http://schemas.microsoft.com/office/drawing/2014/main" id="{0540C76E-7CB1-4197-9990-2F9A8C37AF0E}"/>
              </a:ext>
            </a:extLst>
          </p:cNvPr>
          <p:cNvSpPr>
            <a:spLocks noGrp="1"/>
          </p:cNvSpPr>
          <p:nvPr/>
        </p:nvSpPr>
        <p:spPr>
          <a:xfrm>
            <a:off x="2381250" y="4210050"/>
            <a:ext cx="1200150" cy="285750"/>
          </a:xfrm>
          <a:prstGeom prst="rect">
            <a:avLst/>
          </a:prstGeom>
          <a:solidFill>
            <a:srgbClr val="FFFFFF"/>
          </a:solidFill>
          <a:ln w="9525">
            <a:solidFill>
              <a:srgbClr val="D4D7DC"/>
            </a:solidFill>
            <a:prstDash val="solid"/>
          </a:ln>
        </p:spPr>
        <p:txBody>
          <a:bodyPr wrap="square" lIns="95250" tIns="0" rIns="9525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PTE</a:t>
            </a:r>
          </a:p>
        </p:txBody>
      </p:sp>
      <p:sp>
        <p:nvSpPr>
          <p:cNvPr id="11" name="矩形 10">
            <a:extLst>
              <a:ext uri="{FF2B5EF4-FFF2-40B4-BE49-F238E27FC236}">
                <a16:creationId xmlns:a16="http://schemas.microsoft.com/office/drawing/2014/main" id="{9E0447E0-12A5-4D0D-921D-4F9CA8E660CD}"/>
              </a:ext>
            </a:extLst>
          </p:cNvPr>
          <p:cNvSpPr>
            <a:spLocks noGrp="1"/>
          </p:cNvSpPr>
          <p:nvPr/>
        </p:nvSpPr>
        <p:spPr>
          <a:xfrm>
            <a:off x="990600" y="4781550"/>
            <a:ext cx="3124200" cy="49530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Pin only critical PGD root;</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leave lower levels writable</a:t>
            </a:r>
          </a:p>
        </p:txBody>
      </p:sp>
      <p:sp>
        <p:nvSpPr>
          <p:cNvPr id="12" name="矩形 11">
            <a:extLst>
              <a:ext uri="{FF2B5EF4-FFF2-40B4-BE49-F238E27FC236}">
                <a16:creationId xmlns:a16="http://schemas.microsoft.com/office/drawing/2014/main" id="{1FEC59AD-10AB-4B9C-9E8C-994F37CD4667}"/>
              </a:ext>
            </a:extLst>
          </p:cNvPr>
          <p:cNvSpPr>
            <a:spLocks noGrp="1"/>
          </p:cNvSpPr>
          <p:nvPr/>
        </p:nvSpPr>
        <p:spPr>
          <a:xfrm>
            <a:off x="4495800" y="2362200"/>
            <a:ext cx="400050" cy="400050"/>
          </a:xfrm>
          <a:prstGeom prst="rect">
            <a:avLst/>
          </a:prstGeom>
          <a:noFill/>
          <a:ln w="0">
            <a:noFill/>
            <a:prstDash val="solid"/>
          </a:ln>
        </p:spPr>
        <p:txBody>
          <a:bodyPr wrap="square" lIns="0" tIns="0" rIns="0" bIns="0" anchor="t"/>
          <a:lstStyle/>
          <a:p>
            <a:pPr algn="ctr">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2</a:t>
            </a:r>
          </a:p>
        </p:txBody>
      </p:sp>
      <p:sp>
        <p:nvSpPr>
          <p:cNvPr id="13" name="矩形 12">
            <a:extLst>
              <a:ext uri="{FF2B5EF4-FFF2-40B4-BE49-F238E27FC236}">
                <a16:creationId xmlns:a16="http://schemas.microsoft.com/office/drawing/2014/main" id="{DAFB1A6B-ECDD-4CF9-B572-62D147D3B1A4}"/>
              </a:ext>
            </a:extLst>
          </p:cNvPr>
          <p:cNvSpPr>
            <a:spLocks noGrp="1"/>
          </p:cNvSpPr>
          <p:nvPr/>
        </p:nvSpPr>
        <p:spPr>
          <a:xfrm>
            <a:off x="5010150" y="2409825"/>
            <a:ext cx="264795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Trap-free EPTP switch</a:t>
            </a:r>
          </a:p>
        </p:txBody>
      </p:sp>
      <p:sp>
        <p:nvSpPr>
          <p:cNvPr id="14" name="矩形 13">
            <a:extLst>
              <a:ext uri="{FF2B5EF4-FFF2-40B4-BE49-F238E27FC236}">
                <a16:creationId xmlns:a16="http://schemas.microsoft.com/office/drawing/2014/main" id="{E888FD04-9123-474D-BAD5-0362888A48D6}"/>
              </a:ext>
            </a:extLst>
          </p:cNvPr>
          <p:cNvSpPr>
            <a:spLocks noGrp="1"/>
          </p:cNvSpPr>
          <p:nvPr/>
        </p:nvSpPr>
        <p:spPr>
          <a:xfrm>
            <a:off x="5029200" y="3314700"/>
            <a:ext cx="990600" cy="514350"/>
          </a:xfrm>
          <a:prstGeom prst="rect">
            <a:avLst/>
          </a:prstGeom>
          <a:solidFill>
            <a:srgbClr val="FFFFFF"/>
          </a:solidFill>
          <a:ln w="11430">
            <a:solidFill>
              <a:srgbClr val="D4D7DC"/>
            </a:solidFill>
            <a:prstDash val="solid"/>
          </a:ln>
        </p:spPr>
        <p:txBody>
          <a:bodyPr wrap="square" lIns="95250" tIns="0" rIns="95250" bIns="0" anchor="ctr"/>
          <a:lstStyle/>
          <a:p>
            <a:pPr algn="ctr">
              <a:lnSpc>
                <a:spcPct val="100000"/>
              </a:lnSpc>
              <a:buNone/>
              <a:defRPr sz="1575" b="1">
                <a:solidFill>
                  <a:srgbClr val="111111"/>
                </a:solidFill>
                <a:latin typeface="Arial"/>
                <a:ea typeface="Arial"/>
                <a:cs typeface="Arial"/>
              </a:defRPr>
            </a:pPr>
            <a:r>
              <a:rPr sz="1575" b="1" dirty="0">
                <a:solidFill>
                  <a:srgbClr val="111111"/>
                </a:solidFill>
                <a:latin typeface="Arial"/>
                <a:ea typeface="Arial"/>
                <a:cs typeface="Arial"/>
              </a:rPr>
              <a:t>EPT</a:t>
            </a:r>
            <a:r>
              <a:rPr sz="1575" b="1" baseline="-25000" dirty="0">
                <a:solidFill>
                  <a:srgbClr val="111111"/>
                </a:solidFill>
                <a:latin typeface="Arial"/>
                <a:ea typeface="Arial"/>
                <a:cs typeface="Arial"/>
              </a:rPr>
              <a:t>0-&gt;1</a:t>
            </a:r>
          </a:p>
        </p:txBody>
      </p:sp>
      <p:sp>
        <p:nvSpPr>
          <p:cNvPr id="15" name="右箭头 14">
            <a:extLst>
              <a:ext uri="{FF2B5EF4-FFF2-40B4-BE49-F238E27FC236}">
                <a16:creationId xmlns:a16="http://schemas.microsoft.com/office/drawing/2014/main" id="{F8D85D19-A2DF-4261-9378-A24B48391B14}"/>
              </a:ext>
            </a:extLst>
          </p:cNvPr>
          <p:cNvSpPr>
            <a:spLocks noGrp="1"/>
          </p:cNvSpPr>
          <p:nvPr/>
        </p:nvSpPr>
        <p:spPr>
          <a:xfrm>
            <a:off x="6248400" y="3457575"/>
            <a:ext cx="514350" cy="228600"/>
          </a:xfrm>
          <a:prstGeom prst="rightArrow">
            <a:avLst/>
          </a:prstGeom>
          <a:solidFill>
            <a:srgbClr val="FFFF00"/>
          </a:solidFill>
          <a:ln w="0">
            <a:solidFill>
              <a:srgbClr val="5F6368"/>
            </a:solidFill>
            <a:prstDash val="solid"/>
          </a:ln>
        </p:spPr>
        <p:txBody>
          <a:bodyPr/>
          <a:lstStyle/>
          <a:p>
            <a:endParaRPr lang="en-US"/>
          </a:p>
        </p:txBody>
      </p:sp>
      <p:sp>
        <p:nvSpPr>
          <p:cNvPr id="16" name="矩形 15">
            <a:extLst>
              <a:ext uri="{FF2B5EF4-FFF2-40B4-BE49-F238E27FC236}">
                <a16:creationId xmlns:a16="http://schemas.microsoft.com/office/drawing/2014/main" id="{4B52133A-9CFB-4D64-84C9-5C300F2F3573}"/>
              </a:ext>
            </a:extLst>
          </p:cNvPr>
          <p:cNvSpPr>
            <a:spLocks noGrp="1"/>
          </p:cNvSpPr>
          <p:nvPr/>
        </p:nvSpPr>
        <p:spPr>
          <a:xfrm>
            <a:off x="6991350" y="3314700"/>
            <a:ext cx="990600" cy="514350"/>
          </a:xfrm>
          <a:prstGeom prst="rect">
            <a:avLst/>
          </a:prstGeom>
          <a:solidFill>
            <a:srgbClr val="FFFFFF"/>
          </a:solidFill>
          <a:ln w="11430">
            <a:solidFill>
              <a:srgbClr val="D4D7DC"/>
            </a:solidFill>
            <a:prstDash val="solid"/>
          </a:ln>
        </p:spPr>
        <p:txBody>
          <a:bodyPr wrap="square" lIns="95250" tIns="0" rIns="95250" bIns="0" anchor="ctr"/>
          <a:lstStyle/>
          <a:p>
            <a:pPr algn="ctr">
              <a:lnSpc>
                <a:spcPct val="100000"/>
              </a:lnSpc>
              <a:buNone/>
              <a:defRPr sz="1575" b="1">
                <a:solidFill>
                  <a:srgbClr val="111111"/>
                </a:solidFill>
                <a:latin typeface="Arial"/>
                <a:ea typeface="Arial"/>
                <a:cs typeface="Arial"/>
              </a:defRPr>
            </a:pPr>
            <a:r>
              <a:rPr sz="1575" b="1" dirty="0">
                <a:solidFill>
                  <a:srgbClr val="111111"/>
                </a:solidFill>
                <a:latin typeface="Arial"/>
                <a:ea typeface="Arial"/>
                <a:cs typeface="Arial"/>
              </a:rPr>
              <a:t>EPT</a:t>
            </a:r>
            <a:r>
              <a:rPr sz="1575" b="1" baseline="-25000" dirty="0">
                <a:solidFill>
                  <a:srgbClr val="111111"/>
                </a:solidFill>
                <a:latin typeface="Arial"/>
                <a:ea typeface="Arial"/>
                <a:cs typeface="Arial"/>
              </a:rPr>
              <a:t>0-&gt;2</a:t>
            </a:r>
          </a:p>
        </p:txBody>
      </p:sp>
      <p:sp>
        <p:nvSpPr>
          <p:cNvPr id="17" name="矩形 16">
            <a:extLst>
              <a:ext uri="{FF2B5EF4-FFF2-40B4-BE49-F238E27FC236}">
                <a16:creationId xmlns:a16="http://schemas.microsoft.com/office/drawing/2014/main" id="{7514FD1B-9369-471E-9B2B-86EBD2E14A67}"/>
              </a:ext>
            </a:extLst>
          </p:cNvPr>
          <p:cNvSpPr>
            <a:spLocks noGrp="1"/>
          </p:cNvSpPr>
          <p:nvPr/>
        </p:nvSpPr>
        <p:spPr>
          <a:xfrm>
            <a:off x="4686300" y="4781550"/>
            <a:ext cx="3429000" cy="49530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VMFUNC switches memory views</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without a host exit</a:t>
            </a:r>
          </a:p>
        </p:txBody>
      </p:sp>
      <p:sp>
        <p:nvSpPr>
          <p:cNvPr id="18" name="矩形 17">
            <a:extLst>
              <a:ext uri="{FF2B5EF4-FFF2-40B4-BE49-F238E27FC236}">
                <a16:creationId xmlns:a16="http://schemas.microsoft.com/office/drawing/2014/main" id="{5CE699D8-E468-46DE-95D4-CACBCB5C3EAB}"/>
              </a:ext>
            </a:extLst>
          </p:cNvPr>
          <p:cNvSpPr>
            <a:spLocks noGrp="1"/>
          </p:cNvSpPr>
          <p:nvPr/>
        </p:nvSpPr>
        <p:spPr>
          <a:xfrm>
            <a:off x="8039100" y="2362200"/>
            <a:ext cx="400050" cy="400050"/>
          </a:xfrm>
          <a:prstGeom prst="rect">
            <a:avLst/>
          </a:prstGeom>
          <a:noFill/>
          <a:ln w="0">
            <a:noFill/>
            <a:prstDash val="solid"/>
          </a:ln>
        </p:spPr>
        <p:txBody>
          <a:bodyPr wrap="square" lIns="0" tIns="0" rIns="0" bIns="0" anchor="t"/>
          <a:lstStyle/>
          <a:p>
            <a:pPr algn="ctr">
              <a:lnSpc>
                <a:spcPct val="100000"/>
              </a:lnSpc>
              <a:buNone/>
              <a:defRPr sz="2100" b="1">
                <a:solidFill>
                  <a:srgbClr val="111111"/>
                </a:solidFill>
                <a:latin typeface="Arial"/>
                <a:ea typeface="Arial"/>
                <a:cs typeface="Arial"/>
              </a:defRPr>
            </a:pPr>
            <a:r>
              <a:rPr sz="2100" b="1">
                <a:solidFill>
                  <a:srgbClr val="111111"/>
                </a:solidFill>
                <a:latin typeface="Arial"/>
                <a:ea typeface="Arial"/>
                <a:cs typeface="Arial"/>
              </a:rPr>
              <a:t>3</a:t>
            </a:r>
          </a:p>
        </p:txBody>
      </p:sp>
      <p:sp>
        <p:nvSpPr>
          <p:cNvPr id="19" name="矩形 18">
            <a:extLst>
              <a:ext uri="{FF2B5EF4-FFF2-40B4-BE49-F238E27FC236}">
                <a16:creationId xmlns:a16="http://schemas.microsoft.com/office/drawing/2014/main" id="{381B5349-26EC-4BC2-97F0-AE1D5982B317}"/>
              </a:ext>
            </a:extLst>
          </p:cNvPr>
          <p:cNvSpPr>
            <a:spLocks noGrp="1"/>
          </p:cNvSpPr>
          <p:nvPr/>
        </p:nvSpPr>
        <p:spPr>
          <a:xfrm>
            <a:off x="8553450" y="2409825"/>
            <a:ext cx="2686050" cy="323850"/>
          </a:xfrm>
          <a:prstGeom prst="rect">
            <a:avLst/>
          </a:prstGeom>
          <a:noFill/>
          <a:ln w="0">
            <a:noFill/>
            <a:prstDash val="solid"/>
          </a:ln>
        </p:spPr>
        <p:txBody>
          <a:bodyPr wrap="square" lIns="0" tIns="0" rIns="0" bIns="0" anchor="t"/>
          <a:lstStyle/>
          <a:p>
            <a:pPr algn="l">
              <a:lnSpc>
                <a:spcPct val="100000"/>
              </a:lnSpc>
              <a:buNone/>
              <a:defRPr sz="1875" b="1">
                <a:solidFill>
                  <a:srgbClr val="111111"/>
                </a:solidFill>
                <a:latin typeface="Arial"/>
                <a:ea typeface="Arial"/>
                <a:cs typeface="Arial"/>
              </a:defRPr>
            </a:pPr>
            <a:r>
              <a:rPr sz="1875" b="1" dirty="0">
                <a:solidFill>
                  <a:srgbClr val="2E6CF7"/>
                </a:solidFill>
                <a:latin typeface="Arial"/>
                <a:ea typeface="Arial"/>
                <a:cs typeface="Arial"/>
              </a:rPr>
              <a:t>Guest-level EPT fault</a:t>
            </a:r>
          </a:p>
        </p:txBody>
      </p:sp>
      <p:sp>
        <p:nvSpPr>
          <p:cNvPr id="20" name="矩形 19">
            <a:extLst>
              <a:ext uri="{FF2B5EF4-FFF2-40B4-BE49-F238E27FC236}">
                <a16:creationId xmlns:a16="http://schemas.microsoft.com/office/drawing/2014/main" id="{3E1C3EBF-5E3A-4402-934C-974ED961DA0F}"/>
              </a:ext>
            </a:extLst>
          </p:cNvPr>
          <p:cNvSpPr>
            <a:spLocks noGrp="1"/>
          </p:cNvSpPr>
          <p:nvPr/>
        </p:nvSpPr>
        <p:spPr>
          <a:xfrm>
            <a:off x="8610600" y="3333750"/>
            <a:ext cx="990600" cy="476250"/>
          </a:xfrm>
          <a:prstGeom prst="rect">
            <a:avLst/>
          </a:prstGeom>
          <a:solidFill>
            <a:srgbClr val="FFFFFF"/>
          </a:solidFill>
          <a:ln w="11430">
            <a:solidFill>
              <a:srgbClr val="D4D7DC"/>
            </a:solidFill>
            <a:prstDash val="solid"/>
          </a:ln>
        </p:spPr>
        <p:txBody>
          <a:bodyPr wrap="square" lIns="95250" tIns="0" rIns="9525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#VE</a:t>
            </a:r>
          </a:p>
        </p:txBody>
      </p:sp>
      <p:sp>
        <p:nvSpPr>
          <p:cNvPr id="21" name="右箭头 20">
            <a:extLst>
              <a:ext uri="{FF2B5EF4-FFF2-40B4-BE49-F238E27FC236}">
                <a16:creationId xmlns:a16="http://schemas.microsoft.com/office/drawing/2014/main" id="{E8F5D5B0-CF97-4EAA-BCF1-8BE31D4D865B}"/>
              </a:ext>
            </a:extLst>
          </p:cNvPr>
          <p:cNvSpPr>
            <a:spLocks noGrp="1"/>
          </p:cNvSpPr>
          <p:nvPr/>
        </p:nvSpPr>
        <p:spPr>
          <a:xfrm>
            <a:off x="9810750" y="3457575"/>
            <a:ext cx="514350" cy="228600"/>
          </a:xfrm>
          <a:prstGeom prst="rightArrow">
            <a:avLst/>
          </a:prstGeom>
          <a:solidFill>
            <a:srgbClr val="FFFF00"/>
          </a:solidFill>
          <a:ln w="0">
            <a:solidFill>
              <a:srgbClr val="5F6368"/>
            </a:solidFill>
            <a:prstDash val="solid"/>
          </a:ln>
        </p:spPr>
        <p:txBody>
          <a:bodyPr/>
          <a:lstStyle/>
          <a:p>
            <a:endParaRPr lang="en-US"/>
          </a:p>
        </p:txBody>
      </p:sp>
      <p:sp>
        <p:nvSpPr>
          <p:cNvPr id="22" name="矩形 21">
            <a:extLst>
              <a:ext uri="{FF2B5EF4-FFF2-40B4-BE49-F238E27FC236}">
                <a16:creationId xmlns:a16="http://schemas.microsoft.com/office/drawing/2014/main" id="{07AE0CAB-4013-4117-8AAA-792AFA21319E}"/>
              </a:ext>
            </a:extLst>
          </p:cNvPr>
          <p:cNvSpPr>
            <a:spLocks noGrp="1"/>
          </p:cNvSpPr>
          <p:nvPr/>
        </p:nvSpPr>
        <p:spPr>
          <a:xfrm>
            <a:off x="10515600" y="3333750"/>
            <a:ext cx="800100" cy="476250"/>
          </a:xfrm>
          <a:prstGeom prst="rect">
            <a:avLst/>
          </a:prstGeom>
          <a:solidFill>
            <a:srgbClr val="FFFFFF"/>
          </a:solidFill>
          <a:ln w="11430">
            <a:solidFill>
              <a:srgbClr val="D4D7DC"/>
            </a:solidFill>
            <a:prstDash val="solid"/>
          </a:ln>
        </p:spPr>
        <p:txBody>
          <a:bodyPr wrap="square" lIns="95250" tIns="0" rIns="9525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MAP</a:t>
            </a:r>
          </a:p>
        </p:txBody>
      </p:sp>
      <p:sp>
        <p:nvSpPr>
          <p:cNvPr id="23" name="矩形 22">
            <a:extLst>
              <a:ext uri="{FF2B5EF4-FFF2-40B4-BE49-F238E27FC236}">
                <a16:creationId xmlns:a16="http://schemas.microsoft.com/office/drawing/2014/main" id="{0453661E-2781-472A-80AE-31CC39112EC8}"/>
              </a:ext>
            </a:extLst>
          </p:cNvPr>
          <p:cNvSpPr>
            <a:spLocks noGrp="1"/>
          </p:cNvSpPr>
          <p:nvPr/>
        </p:nvSpPr>
        <p:spPr>
          <a:xfrm>
            <a:off x="8172450" y="4781550"/>
            <a:ext cx="3295650" cy="495300"/>
          </a:xfrm>
          <a:prstGeom prst="rect">
            <a:avLst/>
          </a:prstGeom>
          <a:noFill/>
          <a:ln w="0">
            <a:noFill/>
            <a:prstDash val="solid"/>
          </a:ln>
        </p:spPr>
        <p:txBody>
          <a:bodyPr wrap="square" lIns="0" tIns="0" rIns="0" bIns="0" anchor="t"/>
          <a:lstStyle/>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#VE diagnoses selected misses</a:t>
            </a:r>
          </a:p>
          <a:p>
            <a:pPr algn="ctr">
              <a:lnSpc>
                <a:spcPct val="105000"/>
              </a:lnSpc>
              <a:buNone/>
              <a:defRPr sz="1650" b="0">
                <a:solidFill>
                  <a:srgbClr val="111111"/>
                </a:solidFill>
                <a:latin typeface="Arial"/>
                <a:ea typeface="Arial"/>
                <a:cs typeface="Arial"/>
              </a:defRPr>
            </a:pPr>
            <a:r>
              <a:rPr sz="1650" b="0">
                <a:solidFill>
                  <a:srgbClr val="111111"/>
                </a:solidFill>
                <a:latin typeface="Arial"/>
                <a:ea typeface="Arial"/>
                <a:cs typeface="Arial"/>
              </a:rPr>
              <a:t>before asking L0 to map</a:t>
            </a:r>
          </a:p>
        </p:txBody>
      </p:sp>
      <p:sp>
        <p:nvSpPr>
          <p:cNvPr id="24" name="矩形 23">
            <a:extLst>
              <a:ext uri="{FF2B5EF4-FFF2-40B4-BE49-F238E27FC236}">
                <a16:creationId xmlns:a16="http://schemas.microsoft.com/office/drawing/2014/main" id="{C95A7E3D-7141-4389-A3BE-FFA0EBD3C87B}"/>
              </a:ext>
            </a:extLst>
          </p:cNvPr>
          <p:cNvSpPr>
            <a:spLocks noGrp="1"/>
          </p:cNvSpPr>
          <p:nvPr/>
        </p:nvSpPr>
        <p:spPr>
          <a:xfrm>
            <a:off x="800100" y="5962650"/>
            <a:ext cx="10591800" cy="304800"/>
          </a:xfrm>
          <a:prstGeom prst="rect">
            <a:avLst/>
          </a:prstGeom>
          <a:noFill/>
          <a:ln w="0">
            <a:noFill/>
            <a:prstDash val="solid"/>
          </a:ln>
        </p:spPr>
        <p:txBody>
          <a:bodyPr wrap="square" lIns="0" tIns="0" rIns="0" bIns="0" anchor="t"/>
          <a:lstStyle/>
          <a:p>
            <a:pPr algn="ctr">
              <a:lnSpc>
                <a:spcPct val="100000"/>
              </a:lnSpc>
              <a:buNone/>
              <a:defRPr sz="1875" b="1">
                <a:solidFill>
                  <a:srgbClr val="A40000"/>
                </a:solidFill>
                <a:latin typeface="Arial"/>
                <a:ea typeface="Arial"/>
                <a:cs typeface="Arial"/>
              </a:defRPr>
            </a:pPr>
            <a:r>
              <a:rPr sz="1875" b="1" dirty="0">
                <a:solidFill>
                  <a:srgbClr val="A40000"/>
                </a:solidFill>
                <a:latin typeface="Arial"/>
                <a:ea typeface="Arial"/>
                <a:cs typeface="Arial"/>
              </a:rPr>
              <a:t>Feasibility comes from protecting roots, switching views, and repairing misses</a:t>
            </a:r>
          </a:p>
        </p:txBody>
      </p:sp>
      <p:sp>
        <p:nvSpPr>
          <p:cNvPr id="25" name="矩形 24">
            <a:extLst>
              <a:ext uri="{FF2B5EF4-FFF2-40B4-BE49-F238E27FC236}">
                <a16:creationId xmlns:a16="http://schemas.microsoft.com/office/drawing/2014/main" id="{5C237CF6-0EF4-49CE-9B49-C4E77BC14C93}"/>
              </a:ext>
            </a:extLst>
          </p:cNvPr>
          <p:cNvSpPr>
            <a:spLocks noGrp="1"/>
          </p:cNvSpPr>
          <p:nvPr/>
        </p:nvSpPr>
        <p:spPr>
          <a:xfrm>
            <a:off x="11430000" y="6343650"/>
            <a:ext cx="323850" cy="2286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13</a:t>
            </a:r>
          </a:p>
        </p:txBody>
      </p:sp>
    </p:spTree>
    <p:extLst>
      <p:ext uri="{BB962C8B-B14F-4D97-AF65-F5344CB8AC3E}">
        <p14:creationId xmlns:p14="http://schemas.microsoft.com/office/powerpoint/2010/main" val="28683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9" grpId="0" animBg="1"/>
      <p:bldP spid="10" grpId="0" animBg="1"/>
      <p:bldP spid="11" grpId="0"/>
      <p:bldP spid="12" grpId="0"/>
      <p:bldP spid="13" grpId="0"/>
      <p:bldP spid="14" grpId="0" animBg="1"/>
      <p:bldP spid="16" grpId="0" animBg="1"/>
      <p:bldP spid="17" grpId="0"/>
      <p:bldP spid="18" grpId="0"/>
      <p:bldP spid="19" grpId="0"/>
      <p:bldP spid="20" grpId="0" animBg="1"/>
      <p:bldP spid="22" grpId="0" animBg="1"/>
      <p:bldP spid="23" grpId="0"/>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8E677CBD-E89A-4701-AD30-A8107E1CBB15}"/>
              </a:ext>
            </a:extLst>
          </p:cNvPr>
          <p:cNvSpPr>
            <a:spLocks noGrp="1"/>
          </p:cNvSpPr>
          <p:nvPr/>
        </p:nvSpPr>
        <p:spPr>
          <a:xfrm>
            <a:off x="514350" y="628650"/>
            <a:ext cx="11144250" cy="59055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sz="3150" b="1">
                <a:solidFill>
                  <a:srgbClr val="A40000"/>
                </a:solidFill>
                <a:latin typeface="Arial"/>
                <a:ea typeface="Arial"/>
                <a:cs typeface="Arial"/>
              </a:rPr>
              <a:t>Host-owned EPT0-&gt;2 stays coherent under reclamation</a:t>
            </a:r>
          </a:p>
        </p:txBody>
      </p:sp>
      <p:sp>
        <p:nvSpPr>
          <p:cNvPr id="2" name="矩形 1">
            <a:extLst>
              <a:ext uri="{FF2B5EF4-FFF2-40B4-BE49-F238E27FC236}">
                <a16:creationId xmlns:a16="http://schemas.microsoft.com/office/drawing/2014/main" id="{14D076CA-A774-4A3A-AD5F-96F1F7FD0368}"/>
              </a:ext>
            </a:extLst>
          </p:cNvPr>
          <p:cNvSpPr>
            <a:spLocks noGrp="1"/>
          </p:cNvSpPr>
          <p:nvPr/>
        </p:nvSpPr>
        <p:spPr>
          <a:xfrm>
            <a:off x="800100" y="1390650"/>
            <a:ext cx="10572750" cy="400050"/>
          </a:xfrm>
          <a:prstGeom prst="rect">
            <a:avLst/>
          </a:prstGeom>
          <a:noFill/>
          <a:ln w="0">
            <a:noFill/>
            <a:prstDash val="solid"/>
          </a:ln>
        </p:spPr>
        <p:txBody>
          <a:bodyPr wrap="square" lIns="0" tIns="0" rIns="0" bIns="0" anchor="t"/>
          <a:lstStyle/>
          <a:p>
            <a:pPr algn="l">
              <a:lnSpc>
                <a:spcPct val="100000"/>
              </a:lnSpc>
              <a:buNone/>
              <a:defRPr sz="1875" b="0">
                <a:solidFill>
                  <a:srgbClr val="111111"/>
                </a:solidFill>
                <a:latin typeface="Arial"/>
                <a:ea typeface="Arial"/>
                <a:cs typeface="Arial"/>
              </a:defRPr>
            </a:pPr>
            <a:r>
              <a:rPr sz="1875" b="0">
                <a:solidFill>
                  <a:srgbClr val="111111"/>
                </a:solidFill>
                <a:latin typeface="Arial"/>
                <a:ea typeface="Arial"/>
                <a:cs typeface="Arial"/>
              </a:rPr>
              <a:t>L0 owns final mappings; L1 delegates unmap requests while preserving local page metadata</a:t>
            </a:r>
          </a:p>
        </p:txBody>
      </p:sp>
      <p:sp>
        <p:nvSpPr>
          <p:cNvPr id="3" name="矩形 2">
            <a:extLst>
              <a:ext uri="{FF2B5EF4-FFF2-40B4-BE49-F238E27FC236}">
                <a16:creationId xmlns:a16="http://schemas.microsoft.com/office/drawing/2014/main" id="{212D375C-8DD4-42CD-8FAB-636BB9290C27}"/>
              </a:ext>
            </a:extLst>
          </p:cNvPr>
          <p:cNvSpPr>
            <a:spLocks noGrp="1"/>
          </p:cNvSpPr>
          <p:nvPr/>
        </p:nvSpPr>
        <p:spPr>
          <a:xfrm>
            <a:off x="704850" y="2095500"/>
            <a:ext cx="10763250" cy="1104900"/>
          </a:xfrm>
          <a:prstGeom prst="rect">
            <a:avLst/>
          </a:prstGeom>
          <a:solidFill>
            <a:srgbClr val="FFFFFF"/>
          </a:solidFill>
          <a:ln w="9525">
            <a:solidFill>
              <a:srgbClr val="D9D9D9"/>
            </a:solidFill>
            <a:prstDash val="solid"/>
          </a:ln>
        </p:spPr>
        <p:txBody>
          <a:bodyPr/>
          <a:lstStyle/>
          <a:p>
            <a:endParaRPr lang="en-US"/>
          </a:p>
        </p:txBody>
      </p:sp>
      <p:sp>
        <p:nvSpPr>
          <p:cNvPr id="4" name="矩形 3">
            <a:extLst>
              <a:ext uri="{FF2B5EF4-FFF2-40B4-BE49-F238E27FC236}">
                <a16:creationId xmlns:a16="http://schemas.microsoft.com/office/drawing/2014/main" id="{8503D165-9D18-488C-9A42-0F301CAA8BE1}"/>
              </a:ext>
            </a:extLst>
          </p:cNvPr>
          <p:cNvSpPr>
            <a:spLocks noGrp="1"/>
          </p:cNvSpPr>
          <p:nvPr/>
        </p:nvSpPr>
        <p:spPr>
          <a:xfrm>
            <a:off x="704850" y="2095500"/>
            <a:ext cx="1828800" cy="1104900"/>
          </a:xfrm>
          <a:prstGeom prst="rect">
            <a:avLst/>
          </a:prstGeom>
          <a:solidFill>
            <a:srgbClr val="F8F8F8"/>
          </a:solidFill>
          <a:ln w="9525">
            <a:solidFill>
              <a:srgbClr val="D9D9D9"/>
            </a:solidFill>
            <a:prstDash val="solid"/>
          </a:ln>
        </p:spPr>
        <p:txBody>
          <a:bodyPr/>
          <a:lstStyle/>
          <a:p>
            <a:endParaRPr lang="en-US"/>
          </a:p>
        </p:txBody>
      </p:sp>
      <p:sp>
        <p:nvSpPr>
          <p:cNvPr id="5" name="矩形 4">
            <a:extLst>
              <a:ext uri="{FF2B5EF4-FFF2-40B4-BE49-F238E27FC236}">
                <a16:creationId xmlns:a16="http://schemas.microsoft.com/office/drawing/2014/main" id="{B8CBEEC8-1602-4273-A7CF-4E05D2534B8C}"/>
              </a:ext>
            </a:extLst>
          </p:cNvPr>
          <p:cNvSpPr>
            <a:spLocks noGrp="1"/>
          </p:cNvSpPr>
          <p:nvPr/>
        </p:nvSpPr>
        <p:spPr>
          <a:xfrm>
            <a:off x="876300" y="2247900"/>
            <a:ext cx="1485900" cy="266700"/>
          </a:xfrm>
          <a:prstGeom prst="rect">
            <a:avLst/>
          </a:prstGeom>
          <a:noFill/>
          <a:ln w="0">
            <a:noFill/>
            <a:prstDash val="solid"/>
          </a:ln>
        </p:spPr>
        <p:txBody>
          <a:bodyPr wrap="square" lIns="0" tIns="0" rIns="0" bIns="0" anchor="t"/>
          <a:lstStyle/>
          <a:p>
            <a:pPr algn="ctr">
              <a:lnSpc>
                <a:spcPct val="100000"/>
              </a:lnSpc>
              <a:buNone/>
              <a:defRPr sz="1950" b="1">
                <a:solidFill>
                  <a:srgbClr val="111111"/>
                </a:solidFill>
                <a:latin typeface="Arial"/>
                <a:ea typeface="Arial"/>
                <a:cs typeface="Arial"/>
              </a:defRPr>
            </a:pPr>
            <a:r>
              <a:rPr sz="1950" b="1">
                <a:solidFill>
                  <a:srgbClr val="111111"/>
                </a:solidFill>
                <a:latin typeface="Arial"/>
                <a:ea typeface="Arial"/>
                <a:cs typeface="Arial"/>
              </a:rPr>
              <a:t>L0</a:t>
            </a:r>
          </a:p>
        </p:txBody>
      </p:sp>
      <p:sp>
        <p:nvSpPr>
          <p:cNvPr id="6" name="矩形 5">
            <a:extLst>
              <a:ext uri="{FF2B5EF4-FFF2-40B4-BE49-F238E27FC236}">
                <a16:creationId xmlns:a16="http://schemas.microsoft.com/office/drawing/2014/main" id="{017A9B8F-AFEE-44DB-98D4-9BA55E264562}"/>
              </a:ext>
            </a:extLst>
          </p:cNvPr>
          <p:cNvSpPr>
            <a:spLocks noGrp="1"/>
          </p:cNvSpPr>
          <p:nvPr/>
        </p:nvSpPr>
        <p:spPr>
          <a:xfrm>
            <a:off x="857250" y="2552700"/>
            <a:ext cx="1524000" cy="400050"/>
          </a:xfrm>
          <a:prstGeom prst="rect">
            <a:avLst/>
          </a:prstGeom>
          <a:noFill/>
          <a:ln w="0">
            <a:noFill/>
            <a:prstDash val="solid"/>
          </a:ln>
        </p:spPr>
        <p:txBody>
          <a:bodyPr wrap="square" lIns="0" tIns="0" rIns="0" bIns="0" anchor="t"/>
          <a:lstStyle/>
          <a:p>
            <a:pPr algn="ctr">
              <a:lnSpc>
                <a:spcPct val="105000"/>
              </a:lnSpc>
              <a:buNone/>
              <a:defRPr sz="1425" b="0">
                <a:solidFill>
                  <a:srgbClr val="5F6368"/>
                </a:solidFill>
                <a:latin typeface="Arial"/>
                <a:ea typeface="Arial"/>
                <a:cs typeface="Arial"/>
              </a:defRPr>
            </a:pPr>
            <a:r>
              <a:rPr sz="1425" b="0">
                <a:solidFill>
                  <a:srgbClr val="5F6368"/>
                </a:solidFill>
                <a:latin typeface="Arial"/>
                <a:ea typeface="Arial"/>
                <a:cs typeface="Arial"/>
              </a:rPr>
              <a:t>host reclaim</a:t>
            </a:r>
          </a:p>
          <a:p>
            <a:pPr algn="ctr">
              <a:lnSpc>
                <a:spcPct val="105000"/>
              </a:lnSpc>
              <a:buNone/>
              <a:defRPr sz="1425" b="0">
                <a:solidFill>
                  <a:srgbClr val="5F6368"/>
                </a:solidFill>
                <a:latin typeface="Arial"/>
                <a:ea typeface="Arial"/>
                <a:cs typeface="Arial"/>
              </a:defRPr>
            </a:pPr>
            <a:r>
              <a:rPr sz="1425" b="0">
                <a:solidFill>
                  <a:srgbClr val="5F6368"/>
                </a:solidFill>
                <a:latin typeface="Arial"/>
                <a:ea typeface="Arial"/>
                <a:cs typeface="Arial"/>
              </a:rPr>
              <a:t>path</a:t>
            </a:r>
          </a:p>
        </p:txBody>
      </p:sp>
      <p:sp>
        <p:nvSpPr>
          <p:cNvPr id="7" name="矩形 6">
            <a:extLst>
              <a:ext uri="{FF2B5EF4-FFF2-40B4-BE49-F238E27FC236}">
                <a16:creationId xmlns:a16="http://schemas.microsoft.com/office/drawing/2014/main" id="{418AE76D-6D82-4A0E-A1F8-E41A47C6A0D3}"/>
              </a:ext>
            </a:extLst>
          </p:cNvPr>
          <p:cNvSpPr>
            <a:spLocks noGrp="1"/>
          </p:cNvSpPr>
          <p:nvPr/>
        </p:nvSpPr>
        <p:spPr>
          <a:xfrm>
            <a:off x="3086100" y="2362200"/>
            <a:ext cx="1562100" cy="41910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0000"/>
              </a:lnSpc>
              <a:buNone/>
              <a:defRPr sz="1650" b="0">
                <a:solidFill>
                  <a:srgbClr val="111111"/>
                </a:solidFill>
                <a:latin typeface="Arial"/>
                <a:ea typeface="Arial"/>
                <a:cs typeface="Arial"/>
              </a:defRPr>
            </a:pPr>
            <a:r>
              <a:rPr sz="1650" b="0">
                <a:solidFill>
                  <a:srgbClr val="111111"/>
                </a:solidFill>
                <a:latin typeface="Arial"/>
                <a:ea typeface="Arial"/>
                <a:cs typeface="Arial"/>
              </a:rPr>
              <a:t>mmu_notifier</a:t>
            </a:r>
          </a:p>
        </p:txBody>
      </p:sp>
      <p:sp>
        <p:nvSpPr>
          <p:cNvPr id="9" name="直线连接符 8">
            <a:extLst>
              <a:ext uri="{FF2B5EF4-FFF2-40B4-BE49-F238E27FC236}">
                <a16:creationId xmlns:a16="http://schemas.microsoft.com/office/drawing/2014/main" id="{A20DD793-7B42-47E4-82B2-E23B75B5FCAE}"/>
              </a:ext>
            </a:extLst>
          </p:cNvPr>
          <p:cNvSpPr>
            <a:spLocks noGrp="1"/>
          </p:cNvSpPr>
          <p:nvPr/>
        </p:nvSpPr>
        <p:spPr>
          <a:xfrm>
            <a:off x="5448300" y="2571750"/>
            <a:ext cx="0" cy="0"/>
          </a:xfrm>
          <a:prstGeom prst="line">
            <a:avLst/>
          </a:prstGeom>
          <a:noFill/>
          <a:ln w="47625">
            <a:solidFill>
              <a:srgbClr val="5F6368"/>
            </a:solidFill>
            <a:prstDash val="solid"/>
          </a:ln>
        </p:spPr>
        <p:txBody>
          <a:bodyPr/>
          <a:lstStyle/>
          <a:p>
            <a:endParaRPr lang="en-US"/>
          </a:p>
        </p:txBody>
      </p:sp>
      <p:sp>
        <p:nvSpPr>
          <p:cNvPr id="11" name="矩形 10">
            <a:extLst>
              <a:ext uri="{FF2B5EF4-FFF2-40B4-BE49-F238E27FC236}">
                <a16:creationId xmlns:a16="http://schemas.microsoft.com/office/drawing/2014/main" id="{96DD89AC-021A-4ABE-9241-308AF7254A95}"/>
              </a:ext>
            </a:extLst>
          </p:cNvPr>
          <p:cNvSpPr>
            <a:spLocks noGrp="1"/>
          </p:cNvSpPr>
          <p:nvPr/>
        </p:nvSpPr>
        <p:spPr>
          <a:xfrm>
            <a:off x="5619750" y="2266950"/>
            <a:ext cx="1676400" cy="60960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2000"/>
              </a:lnSpc>
              <a:buNone/>
              <a:defRPr sz="1575" b="0">
                <a:solidFill>
                  <a:srgbClr val="111111"/>
                </a:solidFill>
                <a:latin typeface="Arial"/>
                <a:ea typeface="Arial"/>
                <a:cs typeface="Arial"/>
              </a:defRPr>
            </a:pPr>
            <a:r>
              <a:rPr sz="1575" b="0" dirty="0" err="1">
                <a:solidFill>
                  <a:srgbClr val="111111"/>
                </a:solidFill>
                <a:latin typeface="Arial"/>
                <a:ea typeface="Arial"/>
                <a:cs typeface="Arial"/>
              </a:rPr>
              <a:t>rmap</a:t>
            </a:r>
            <a:r>
              <a:rPr sz="1575" b="0" dirty="0">
                <a:solidFill>
                  <a:srgbClr val="111111"/>
                </a:solidFill>
                <a:latin typeface="Arial"/>
                <a:ea typeface="Arial"/>
                <a:cs typeface="Arial"/>
              </a:rPr>
              <a:t> keyed</a:t>
            </a:r>
          </a:p>
          <a:p>
            <a:pPr algn="ctr">
              <a:lnSpc>
                <a:spcPct val="102000"/>
              </a:lnSpc>
              <a:buNone/>
              <a:defRPr sz="1575" b="0">
                <a:solidFill>
                  <a:srgbClr val="111111"/>
                </a:solidFill>
                <a:latin typeface="Arial"/>
                <a:ea typeface="Arial"/>
                <a:cs typeface="Arial"/>
              </a:defRPr>
            </a:pPr>
            <a:r>
              <a:rPr sz="1575" b="0" dirty="0">
                <a:solidFill>
                  <a:srgbClr val="111111"/>
                </a:solidFill>
                <a:latin typeface="Arial"/>
                <a:ea typeface="Arial"/>
                <a:cs typeface="Arial"/>
              </a:rPr>
              <a:t>by GPA</a:t>
            </a:r>
            <a:r>
              <a:rPr sz="1575" b="0" baseline="-25000" dirty="0">
                <a:solidFill>
                  <a:srgbClr val="111111"/>
                </a:solidFill>
                <a:latin typeface="Arial"/>
                <a:ea typeface="Arial"/>
                <a:cs typeface="Arial"/>
              </a:rPr>
              <a:t>L1</a:t>
            </a:r>
          </a:p>
        </p:txBody>
      </p:sp>
      <p:sp>
        <p:nvSpPr>
          <p:cNvPr id="13" name="直线连接符 12">
            <a:extLst>
              <a:ext uri="{FF2B5EF4-FFF2-40B4-BE49-F238E27FC236}">
                <a16:creationId xmlns:a16="http://schemas.microsoft.com/office/drawing/2014/main" id="{16E020FE-8CE4-44E9-B42D-2CA3FAF3CA9F}"/>
              </a:ext>
            </a:extLst>
          </p:cNvPr>
          <p:cNvSpPr>
            <a:spLocks noGrp="1"/>
          </p:cNvSpPr>
          <p:nvPr/>
        </p:nvSpPr>
        <p:spPr>
          <a:xfrm>
            <a:off x="8096250" y="2571750"/>
            <a:ext cx="0" cy="0"/>
          </a:xfrm>
          <a:prstGeom prst="line">
            <a:avLst/>
          </a:prstGeom>
          <a:noFill/>
          <a:ln w="47625">
            <a:solidFill>
              <a:srgbClr val="5F6368"/>
            </a:solidFill>
            <a:prstDash val="solid"/>
          </a:ln>
        </p:spPr>
        <p:txBody>
          <a:bodyPr/>
          <a:lstStyle/>
          <a:p>
            <a:endParaRPr lang="en-US"/>
          </a:p>
        </p:txBody>
      </p:sp>
      <p:sp>
        <p:nvSpPr>
          <p:cNvPr id="15" name="矩形 14">
            <a:extLst>
              <a:ext uri="{FF2B5EF4-FFF2-40B4-BE49-F238E27FC236}">
                <a16:creationId xmlns:a16="http://schemas.microsoft.com/office/drawing/2014/main" id="{960680A5-CA59-44EC-BD99-256029BA482D}"/>
              </a:ext>
            </a:extLst>
          </p:cNvPr>
          <p:cNvSpPr>
            <a:spLocks noGrp="1"/>
          </p:cNvSpPr>
          <p:nvPr/>
        </p:nvSpPr>
        <p:spPr>
          <a:xfrm>
            <a:off x="8267700" y="2266950"/>
            <a:ext cx="1562100" cy="609600"/>
          </a:xfrm>
          <a:prstGeom prst="rect">
            <a:avLst/>
          </a:prstGeom>
          <a:solidFill>
            <a:srgbClr val="FFFF00"/>
          </a:solidFill>
          <a:ln w="9525">
            <a:solidFill>
              <a:srgbClr val="5F6368"/>
            </a:solidFill>
            <a:prstDash val="solid"/>
          </a:ln>
        </p:spPr>
        <p:txBody>
          <a:bodyPr wrap="square" lIns="76200" tIns="0" rIns="76200" bIns="0" anchor="ctr"/>
          <a:lstStyle/>
          <a:p>
            <a:pPr algn="ctr">
              <a:lnSpc>
                <a:spcPct val="100000"/>
              </a:lnSpc>
              <a:buNone/>
              <a:defRPr sz="1650" b="1">
                <a:solidFill>
                  <a:srgbClr val="111111"/>
                </a:solidFill>
                <a:latin typeface="Arial"/>
                <a:ea typeface="Arial"/>
                <a:cs typeface="Arial"/>
              </a:defRPr>
            </a:pPr>
            <a:r>
              <a:rPr sz="1650" b="1" dirty="0">
                <a:solidFill>
                  <a:srgbClr val="2E6CF7"/>
                </a:solidFill>
                <a:latin typeface="Arial"/>
                <a:ea typeface="Arial"/>
                <a:cs typeface="Arial"/>
              </a:rPr>
              <a:t>zap</a:t>
            </a:r>
          </a:p>
          <a:p>
            <a:pPr algn="ctr">
              <a:lnSpc>
                <a:spcPct val="100000"/>
              </a:lnSpc>
              <a:buNone/>
              <a:defRPr sz="1650" b="1">
                <a:solidFill>
                  <a:srgbClr val="111111"/>
                </a:solidFill>
                <a:latin typeface="Arial"/>
                <a:ea typeface="Arial"/>
                <a:cs typeface="Arial"/>
              </a:defRPr>
            </a:pPr>
            <a:r>
              <a:rPr sz="1650" b="1" dirty="0">
                <a:solidFill>
                  <a:srgbClr val="2E6CF7"/>
                </a:solidFill>
                <a:latin typeface="Arial"/>
                <a:ea typeface="Arial"/>
                <a:cs typeface="Arial"/>
              </a:rPr>
              <a:t>EPT</a:t>
            </a:r>
            <a:r>
              <a:rPr sz="1650" b="1" baseline="-25000" dirty="0">
                <a:solidFill>
                  <a:srgbClr val="2E6CF7"/>
                </a:solidFill>
                <a:latin typeface="Arial"/>
                <a:ea typeface="Arial"/>
                <a:cs typeface="Arial"/>
              </a:rPr>
              <a:t>0-&gt;2</a:t>
            </a:r>
          </a:p>
        </p:txBody>
      </p:sp>
      <p:sp>
        <p:nvSpPr>
          <p:cNvPr id="16" name="矩形 15">
            <a:extLst>
              <a:ext uri="{FF2B5EF4-FFF2-40B4-BE49-F238E27FC236}">
                <a16:creationId xmlns:a16="http://schemas.microsoft.com/office/drawing/2014/main" id="{C52D0532-BC6E-49F9-84EF-D439F0D70C6C}"/>
              </a:ext>
            </a:extLst>
          </p:cNvPr>
          <p:cNvSpPr>
            <a:spLocks noGrp="1"/>
          </p:cNvSpPr>
          <p:nvPr/>
        </p:nvSpPr>
        <p:spPr>
          <a:xfrm>
            <a:off x="3333580" y="2928936"/>
            <a:ext cx="5999601" cy="338137"/>
          </a:xfrm>
          <a:prstGeom prst="rect">
            <a:avLst/>
          </a:prstGeom>
          <a:noFill/>
          <a:ln w="0">
            <a:noFill/>
            <a:prstDash val="solid"/>
          </a:ln>
        </p:spPr>
        <p:txBody>
          <a:bodyPr wrap="square" lIns="0" tIns="0" rIns="0" bIns="0" anchor="t"/>
          <a:lstStyle/>
          <a:p>
            <a:pPr algn="ctr">
              <a:lnSpc>
                <a:spcPct val="100000"/>
              </a:lnSpc>
              <a:buNone/>
              <a:defRPr sz="1350" b="0">
                <a:solidFill>
                  <a:srgbClr val="5F6368"/>
                </a:solidFill>
                <a:latin typeface="Arial"/>
                <a:ea typeface="Arial"/>
                <a:cs typeface="Arial"/>
              </a:defRPr>
            </a:pPr>
            <a:r>
              <a:rPr sz="1600" b="0" dirty="0">
                <a:solidFill>
                  <a:srgbClr val="2E6CF7"/>
                </a:solidFill>
                <a:latin typeface="Arial"/>
                <a:ea typeface="Arial"/>
                <a:cs typeface="Arial"/>
              </a:rPr>
              <a:t>reclaimed GPA</a:t>
            </a:r>
            <a:r>
              <a:rPr lang="en-US" sz="1600" b="0" dirty="0">
                <a:solidFill>
                  <a:srgbClr val="2E6CF7"/>
                </a:solidFill>
                <a:latin typeface="Arial"/>
                <a:ea typeface="Arial"/>
                <a:cs typeface="Arial"/>
              </a:rPr>
              <a:t> </a:t>
            </a:r>
            <a:r>
              <a:rPr sz="1600" b="0" baseline="-25000" dirty="0">
                <a:solidFill>
                  <a:srgbClr val="2E6CF7"/>
                </a:solidFill>
                <a:latin typeface="Arial"/>
                <a:ea typeface="Arial"/>
                <a:cs typeface="Arial"/>
              </a:rPr>
              <a:t>L1</a:t>
            </a:r>
            <a:r>
              <a:rPr sz="1600" b="0" dirty="0">
                <a:solidFill>
                  <a:srgbClr val="2E6CF7"/>
                </a:solidFill>
                <a:latin typeface="Arial"/>
                <a:ea typeface="Arial"/>
                <a:cs typeface="Arial"/>
              </a:rPr>
              <a:t> range invalidates all derived GPA</a:t>
            </a:r>
            <a:r>
              <a:rPr lang="en-US" sz="1600" b="0" dirty="0">
                <a:solidFill>
                  <a:srgbClr val="2E6CF7"/>
                </a:solidFill>
                <a:latin typeface="Arial"/>
                <a:ea typeface="Arial"/>
                <a:cs typeface="Arial"/>
              </a:rPr>
              <a:t> </a:t>
            </a:r>
            <a:r>
              <a:rPr sz="1600" b="0" baseline="-25000" dirty="0">
                <a:solidFill>
                  <a:srgbClr val="2E6CF7"/>
                </a:solidFill>
                <a:latin typeface="Arial"/>
                <a:ea typeface="Arial"/>
                <a:cs typeface="Arial"/>
              </a:rPr>
              <a:t>L2</a:t>
            </a:r>
            <a:r>
              <a:rPr sz="1600" b="0" dirty="0">
                <a:solidFill>
                  <a:srgbClr val="2E6CF7"/>
                </a:solidFill>
                <a:latin typeface="Arial"/>
                <a:ea typeface="Arial"/>
                <a:cs typeface="Arial"/>
              </a:rPr>
              <a:t> mappings</a:t>
            </a:r>
          </a:p>
        </p:txBody>
      </p:sp>
      <p:sp>
        <p:nvSpPr>
          <p:cNvPr id="17" name="矩形 16">
            <a:extLst>
              <a:ext uri="{FF2B5EF4-FFF2-40B4-BE49-F238E27FC236}">
                <a16:creationId xmlns:a16="http://schemas.microsoft.com/office/drawing/2014/main" id="{36A199E1-EEDE-4C90-860D-3EEBE6E02EE6}"/>
              </a:ext>
            </a:extLst>
          </p:cNvPr>
          <p:cNvSpPr>
            <a:spLocks noGrp="1"/>
          </p:cNvSpPr>
          <p:nvPr/>
        </p:nvSpPr>
        <p:spPr>
          <a:xfrm>
            <a:off x="704850" y="3467100"/>
            <a:ext cx="10763250" cy="1104900"/>
          </a:xfrm>
          <a:prstGeom prst="rect">
            <a:avLst/>
          </a:prstGeom>
          <a:solidFill>
            <a:srgbClr val="FFFFFF"/>
          </a:solidFill>
          <a:ln w="9525">
            <a:solidFill>
              <a:srgbClr val="D9D9D9"/>
            </a:solidFill>
            <a:prstDash val="solid"/>
          </a:ln>
        </p:spPr>
        <p:txBody>
          <a:bodyPr/>
          <a:lstStyle/>
          <a:p>
            <a:endParaRPr lang="en-US"/>
          </a:p>
        </p:txBody>
      </p:sp>
      <p:sp>
        <p:nvSpPr>
          <p:cNvPr id="18" name="矩形 17">
            <a:extLst>
              <a:ext uri="{FF2B5EF4-FFF2-40B4-BE49-F238E27FC236}">
                <a16:creationId xmlns:a16="http://schemas.microsoft.com/office/drawing/2014/main" id="{EB4E5676-BFE7-4CEF-8584-3D594272F86B}"/>
              </a:ext>
            </a:extLst>
          </p:cNvPr>
          <p:cNvSpPr>
            <a:spLocks noGrp="1"/>
          </p:cNvSpPr>
          <p:nvPr/>
        </p:nvSpPr>
        <p:spPr>
          <a:xfrm>
            <a:off x="704850" y="3467100"/>
            <a:ext cx="1828800" cy="1104900"/>
          </a:xfrm>
          <a:prstGeom prst="rect">
            <a:avLst/>
          </a:prstGeom>
          <a:solidFill>
            <a:srgbClr val="F8F8F8"/>
          </a:solidFill>
          <a:ln w="9525">
            <a:solidFill>
              <a:srgbClr val="D9D9D9"/>
            </a:solidFill>
            <a:prstDash val="solid"/>
          </a:ln>
        </p:spPr>
        <p:txBody>
          <a:bodyPr/>
          <a:lstStyle/>
          <a:p>
            <a:endParaRPr lang="en-US"/>
          </a:p>
        </p:txBody>
      </p:sp>
      <p:sp>
        <p:nvSpPr>
          <p:cNvPr id="19" name="矩形 18">
            <a:extLst>
              <a:ext uri="{FF2B5EF4-FFF2-40B4-BE49-F238E27FC236}">
                <a16:creationId xmlns:a16="http://schemas.microsoft.com/office/drawing/2014/main" id="{C56F0995-16DF-4493-BA34-B1B80705468C}"/>
              </a:ext>
            </a:extLst>
          </p:cNvPr>
          <p:cNvSpPr>
            <a:spLocks noGrp="1"/>
          </p:cNvSpPr>
          <p:nvPr/>
        </p:nvSpPr>
        <p:spPr>
          <a:xfrm>
            <a:off x="876300" y="3619500"/>
            <a:ext cx="1485900" cy="266700"/>
          </a:xfrm>
          <a:prstGeom prst="rect">
            <a:avLst/>
          </a:prstGeom>
          <a:noFill/>
          <a:ln w="0">
            <a:noFill/>
            <a:prstDash val="solid"/>
          </a:ln>
        </p:spPr>
        <p:txBody>
          <a:bodyPr wrap="square" lIns="0" tIns="0" rIns="0" bIns="0" anchor="t"/>
          <a:lstStyle/>
          <a:p>
            <a:pPr algn="ctr">
              <a:lnSpc>
                <a:spcPct val="100000"/>
              </a:lnSpc>
              <a:buNone/>
              <a:defRPr sz="1950" b="1">
                <a:solidFill>
                  <a:srgbClr val="111111"/>
                </a:solidFill>
                <a:latin typeface="Arial"/>
                <a:ea typeface="Arial"/>
                <a:cs typeface="Arial"/>
              </a:defRPr>
            </a:pPr>
            <a:r>
              <a:rPr sz="1950" b="1">
                <a:solidFill>
                  <a:srgbClr val="111111"/>
                </a:solidFill>
                <a:latin typeface="Arial"/>
                <a:ea typeface="Arial"/>
                <a:cs typeface="Arial"/>
              </a:rPr>
              <a:t>L1</a:t>
            </a:r>
          </a:p>
        </p:txBody>
      </p:sp>
      <p:sp>
        <p:nvSpPr>
          <p:cNvPr id="20" name="矩形 19">
            <a:extLst>
              <a:ext uri="{FF2B5EF4-FFF2-40B4-BE49-F238E27FC236}">
                <a16:creationId xmlns:a16="http://schemas.microsoft.com/office/drawing/2014/main" id="{E6C18911-C257-438F-9B19-8BC7F6384F1A}"/>
              </a:ext>
            </a:extLst>
          </p:cNvPr>
          <p:cNvSpPr>
            <a:spLocks noGrp="1"/>
          </p:cNvSpPr>
          <p:nvPr/>
        </p:nvSpPr>
        <p:spPr>
          <a:xfrm>
            <a:off x="857250" y="3924300"/>
            <a:ext cx="1524000" cy="400050"/>
          </a:xfrm>
          <a:prstGeom prst="rect">
            <a:avLst/>
          </a:prstGeom>
          <a:noFill/>
          <a:ln w="0">
            <a:noFill/>
            <a:prstDash val="solid"/>
          </a:ln>
        </p:spPr>
        <p:txBody>
          <a:bodyPr wrap="square" lIns="0" tIns="0" rIns="0" bIns="0" anchor="t"/>
          <a:lstStyle/>
          <a:p>
            <a:pPr algn="ctr">
              <a:lnSpc>
                <a:spcPct val="105000"/>
              </a:lnSpc>
              <a:buNone/>
              <a:defRPr sz="1425" b="0">
                <a:solidFill>
                  <a:srgbClr val="5F6368"/>
                </a:solidFill>
                <a:latin typeface="Arial"/>
                <a:ea typeface="Arial"/>
                <a:cs typeface="Arial"/>
              </a:defRPr>
            </a:pPr>
            <a:r>
              <a:rPr sz="1425" b="0">
                <a:solidFill>
                  <a:srgbClr val="5F6368"/>
                </a:solidFill>
                <a:latin typeface="Arial"/>
                <a:ea typeface="Arial"/>
                <a:cs typeface="Arial"/>
              </a:rPr>
              <a:t>guest reclaim</a:t>
            </a:r>
          </a:p>
          <a:p>
            <a:pPr algn="ctr">
              <a:lnSpc>
                <a:spcPct val="105000"/>
              </a:lnSpc>
              <a:buNone/>
              <a:defRPr sz="1425" b="0">
                <a:solidFill>
                  <a:srgbClr val="5F6368"/>
                </a:solidFill>
                <a:latin typeface="Arial"/>
                <a:ea typeface="Arial"/>
                <a:cs typeface="Arial"/>
              </a:defRPr>
            </a:pPr>
            <a:r>
              <a:rPr sz="1425" b="0">
                <a:solidFill>
                  <a:srgbClr val="5F6368"/>
                </a:solidFill>
                <a:latin typeface="Arial"/>
                <a:ea typeface="Arial"/>
                <a:cs typeface="Arial"/>
              </a:rPr>
              <a:t>path</a:t>
            </a:r>
          </a:p>
        </p:txBody>
      </p:sp>
      <p:sp>
        <p:nvSpPr>
          <p:cNvPr id="21" name="矩形 20">
            <a:extLst>
              <a:ext uri="{FF2B5EF4-FFF2-40B4-BE49-F238E27FC236}">
                <a16:creationId xmlns:a16="http://schemas.microsoft.com/office/drawing/2014/main" id="{EC42E929-9765-4A48-8E3F-FCF267183E34}"/>
              </a:ext>
            </a:extLst>
          </p:cNvPr>
          <p:cNvSpPr>
            <a:spLocks noGrp="1"/>
          </p:cNvSpPr>
          <p:nvPr/>
        </p:nvSpPr>
        <p:spPr>
          <a:xfrm>
            <a:off x="2971800" y="3733800"/>
            <a:ext cx="1790700" cy="41910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invalidate_range</a:t>
            </a:r>
          </a:p>
        </p:txBody>
      </p:sp>
      <p:sp>
        <p:nvSpPr>
          <p:cNvPr id="23" name="直线连接符 22">
            <a:extLst>
              <a:ext uri="{FF2B5EF4-FFF2-40B4-BE49-F238E27FC236}">
                <a16:creationId xmlns:a16="http://schemas.microsoft.com/office/drawing/2014/main" id="{E2179E6F-2BD9-42DA-9F83-BF40619EED73}"/>
              </a:ext>
            </a:extLst>
          </p:cNvPr>
          <p:cNvSpPr>
            <a:spLocks noGrp="1"/>
          </p:cNvSpPr>
          <p:nvPr/>
        </p:nvSpPr>
        <p:spPr>
          <a:xfrm>
            <a:off x="5562600" y="3943350"/>
            <a:ext cx="0" cy="0"/>
          </a:xfrm>
          <a:prstGeom prst="line">
            <a:avLst/>
          </a:prstGeom>
          <a:noFill/>
          <a:ln w="47625">
            <a:solidFill>
              <a:srgbClr val="5F6368"/>
            </a:solidFill>
            <a:prstDash val="solid"/>
          </a:ln>
        </p:spPr>
        <p:txBody>
          <a:bodyPr/>
          <a:lstStyle/>
          <a:p>
            <a:endParaRPr lang="en-US"/>
          </a:p>
        </p:txBody>
      </p:sp>
      <p:sp>
        <p:nvSpPr>
          <p:cNvPr id="25" name="矩形 24">
            <a:extLst>
              <a:ext uri="{FF2B5EF4-FFF2-40B4-BE49-F238E27FC236}">
                <a16:creationId xmlns:a16="http://schemas.microsoft.com/office/drawing/2014/main" id="{DB6E9C96-71E5-42A7-A32A-758863C829AE}"/>
              </a:ext>
            </a:extLst>
          </p:cNvPr>
          <p:cNvSpPr>
            <a:spLocks noGrp="1"/>
          </p:cNvSpPr>
          <p:nvPr/>
        </p:nvSpPr>
        <p:spPr>
          <a:xfrm>
            <a:off x="5734050" y="3733800"/>
            <a:ext cx="1809750" cy="419100"/>
          </a:xfrm>
          <a:prstGeom prst="rect">
            <a:avLst/>
          </a:prstGeom>
          <a:solidFill>
            <a:srgbClr val="FFFF00"/>
          </a:solidFill>
          <a:ln w="9525">
            <a:solidFill>
              <a:srgbClr val="5F6368"/>
            </a:solidFill>
            <a:prstDash val="solid"/>
          </a:ln>
        </p:spPr>
        <p:txBody>
          <a:bodyPr wrap="square" lIns="76200" tIns="0" rIns="76200" bIns="0" anchor="ctr"/>
          <a:lstStyle/>
          <a:p>
            <a:pPr algn="ctr">
              <a:lnSpc>
                <a:spcPct val="100000"/>
              </a:lnSpc>
              <a:buNone/>
              <a:defRPr sz="1650" b="1">
                <a:solidFill>
                  <a:srgbClr val="111111"/>
                </a:solidFill>
                <a:latin typeface="Arial"/>
                <a:ea typeface="Arial"/>
                <a:cs typeface="Arial"/>
              </a:defRPr>
            </a:pPr>
            <a:r>
              <a:rPr sz="1650" b="1" dirty="0">
                <a:solidFill>
                  <a:srgbClr val="2E6CF7"/>
                </a:solidFill>
                <a:latin typeface="Arial"/>
                <a:ea typeface="Arial"/>
                <a:cs typeface="Arial"/>
              </a:rPr>
              <a:t>JANUS_UNMAP</a:t>
            </a:r>
          </a:p>
        </p:txBody>
      </p:sp>
      <p:sp>
        <p:nvSpPr>
          <p:cNvPr id="27" name="直线连接符 26">
            <a:extLst>
              <a:ext uri="{FF2B5EF4-FFF2-40B4-BE49-F238E27FC236}">
                <a16:creationId xmlns:a16="http://schemas.microsoft.com/office/drawing/2014/main" id="{36B70B73-0B32-4435-8044-16C8DD7EFFED}"/>
              </a:ext>
            </a:extLst>
          </p:cNvPr>
          <p:cNvSpPr>
            <a:spLocks noGrp="1"/>
          </p:cNvSpPr>
          <p:nvPr/>
        </p:nvSpPr>
        <p:spPr>
          <a:xfrm>
            <a:off x="8343900" y="3943350"/>
            <a:ext cx="0" cy="0"/>
          </a:xfrm>
          <a:prstGeom prst="line">
            <a:avLst/>
          </a:prstGeom>
          <a:noFill/>
          <a:ln w="47625">
            <a:solidFill>
              <a:srgbClr val="5F6368"/>
            </a:solidFill>
            <a:prstDash val="solid"/>
          </a:ln>
        </p:spPr>
        <p:txBody>
          <a:bodyPr/>
          <a:lstStyle/>
          <a:p>
            <a:endParaRPr lang="en-US"/>
          </a:p>
        </p:txBody>
      </p:sp>
      <p:sp>
        <p:nvSpPr>
          <p:cNvPr id="29" name="矩形 28">
            <a:extLst>
              <a:ext uri="{FF2B5EF4-FFF2-40B4-BE49-F238E27FC236}">
                <a16:creationId xmlns:a16="http://schemas.microsoft.com/office/drawing/2014/main" id="{E18CDD06-B48F-4714-89A0-B05E12B39A81}"/>
              </a:ext>
            </a:extLst>
          </p:cNvPr>
          <p:cNvSpPr>
            <a:spLocks noGrp="1"/>
          </p:cNvSpPr>
          <p:nvPr/>
        </p:nvSpPr>
        <p:spPr>
          <a:xfrm>
            <a:off x="8515350" y="3733800"/>
            <a:ext cx="1314450" cy="41910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0000"/>
              </a:lnSpc>
              <a:buNone/>
              <a:defRPr sz="1650" b="1">
                <a:solidFill>
                  <a:srgbClr val="111111"/>
                </a:solidFill>
                <a:latin typeface="Arial"/>
                <a:ea typeface="Arial"/>
                <a:cs typeface="Arial"/>
              </a:defRPr>
            </a:pPr>
            <a:r>
              <a:rPr sz="1650" b="1">
                <a:solidFill>
                  <a:srgbClr val="111111"/>
                </a:solidFill>
                <a:latin typeface="Arial"/>
                <a:ea typeface="Arial"/>
                <a:cs typeface="Arial"/>
              </a:rPr>
              <a:t>L0 zap</a:t>
            </a:r>
          </a:p>
        </p:txBody>
      </p:sp>
      <p:sp>
        <p:nvSpPr>
          <p:cNvPr id="30" name="矩形 29">
            <a:extLst>
              <a:ext uri="{FF2B5EF4-FFF2-40B4-BE49-F238E27FC236}">
                <a16:creationId xmlns:a16="http://schemas.microsoft.com/office/drawing/2014/main" id="{EE3E7CC9-AB0D-4266-B8B5-FEDF148DF285}"/>
              </a:ext>
            </a:extLst>
          </p:cNvPr>
          <p:cNvSpPr>
            <a:spLocks noGrp="1"/>
          </p:cNvSpPr>
          <p:nvPr/>
        </p:nvSpPr>
        <p:spPr>
          <a:xfrm>
            <a:off x="4398586" y="4251433"/>
            <a:ext cx="5482459" cy="285741"/>
          </a:xfrm>
          <a:prstGeom prst="rect">
            <a:avLst/>
          </a:prstGeom>
          <a:noFill/>
          <a:ln w="0">
            <a:noFill/>
            <a:prstDash val="solid"/>
          </a:ln>
        </p:spPr>
        <p:txBody>
          <a:bodyPr wrap="square" lIns="0" tIns="0" rIns="0" bIns="0" anchor="t"/>
          <a:lstStyle/>
          <a:p>
            <a:pPr algn="ctr">
              <a:lnSpc>
                <a:spcPct val="100000"/>
              </a:lnSpc>
              <a:buNone/>
              <a:defRPr sz="1350" b="0">
                <a:solidFill>
                  <a:srgbClr val="5F6368"/>
                </a:solidFill>
                <a:latin typeface="Arial"/>
                <a:ea typeface="Arial"/>
                <a:cs typeface="Arial"/>
              </a:defRPr>
            </a:pPr>
            <a:r>
              <a:rPr sz="1600" b="0" dirty="0">
                <a:solidFill>
                  <a:srgbClr val="2E6CF7"/>
                </a:solidFill>
                <a:latin typeface="Arial"/>
                <a:ea typeface="Arial"/>
                <a:cs typeface="Arial"/>
              </a:rPr>
              <a:t>L1 asks for final-map invalidation; L0 remains the authority</a:t>
            </a:r>
          </a:p>
        </p:txBody>
      </p:sp>
      <p:sp>
        <p:nvSpPr>
          <p:cNvPr id="31" name="矩形 30">
            <a:extLst>
              <a:ext uri="{FF2B5EF4-FFF2-40B4-BE49-F238E27FC236}">
                <a16:creationId xmlns:a16="http://schemas.microsoft.com/office/drawing/2014/main" id="{BD446C71-99F6-4D77-B3F3-F7AEAB3A1865}"/>
              </a:ext>
            </a:extLst>
          </p:cNvPr>
          <p:cNvSpPr>
            <a:spLocks noGrp="1"/>
          </p:cNvSpPr>
          <p:nvPr/>
        </p:nvSpPr>
        <p:spPr>
          <a:xfrm>
            <a:off x="3028950" y="4972050"/>
            <a:ext cx="2095500" cy="55245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set_pfn_access</a:t>
            </a:r>
          </a:p>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set_pfn_dirty</a:t>
            </a:r>
          </a:p>
        </p:txBody>
      </p:sp>
      <p:sp>
        <p:nvSpPr>
          <p:cNvPr id="35" name="矩形 34">
            <a:extLst>
              <a:ext uri="{FF2B5EF4-FFF2-40B4-BE49-F238E27FC236}">
                <a16:creationId xmlns:a16="http://schemas.microsoft.com/office/drawing/2014/main" id="{F71D444F-71A7-4499-BF3A-C88EFB9FEE0A}"/>
              </a:ext>
            </a:extLst>
          </p:cNvPr>
          <p:cNvSpPr>
            <a:spLocks noGrp="1"/>
          </p:cNvSpPr>
          <p:nvPr/>
        </p:nvSpPr>
        <p:spPr>
          <a:xfrm>
            <a:off x="6286500" y="4972050"/>
            <a:ext cx="2095500" cy="552450"/>
          </a:xfrm>
          <a:prstGeom prst="rect">
            <a:avLst/>
          </a:prstGeom>
          <a:solidFill>
            <a:srgbClr val="FFFFFF"/>
          </a:solidFill>
          <a:ln w="9525">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L1 metadata</a:t>
            </a:r>
          </a:p>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stays coherent</a:t>
            </a:r>
          </a:p>
        </p:txBody>
      </p:sp>
      <p:sp>
        <p:nvSpPr>
          <p:cNvPr id="36" name="矩形 35">
            <a:extLst>
              <a:ext uri="{FF2B5EF4-FFF2-40B4-BE49-F238E27FC236}">
                <a16:creationId xmlns:a16="http://schemas.microsoft.com/office/drawing/2014/main" id="{E237A923-5509-4CD6-9296-5AA12823B7E2}"/>
              </a:ext>
            </a:extLst>
          </p:cNvPr>
          <p:cNvSpPr>
            <a:spLocks noGrp="1"/>
          </p:cNvSpPr>
          <p:nvPr/>
        </p:nvSpPr>
        <p:spPr>
          <a:xfrm>
            <a:off x="8515350" y="5105400"/>
            <a:ext cx="1981200" cy="266700"/>
          </a:xfrm>
          <a:prstGeom prst="rect">
            <a:avLst/>
          </a:prstGeom>
          <a:noFill/>
          <a:ln w="0">
            <a:noFill/>
            <a:prstDash val="solid"/>
          </a:ln>
        </p:spPr>
        <p:txBody>
          <a:bodyPr wrap="square" lIns="0" tIns="0" rIns="0" bIns="0" anchor="t"/>
          <a:lstStyle/>
          <a:p>
            <a:pPr algn="l">
              <a:lnSpc>
                <a:spcPct val="100000"/>
              </a:lnSpc>
              <a:buNone/>
              <a:defRPr sz="1575" b="0">
                <a:solidFill>
                  <a:srgbClr val="5F6368"/>
                </a:solidFill>
                <a:latin typeface="Arial"/>
                <a:ea typeface="Arial"/>
                <a:cs typeface="Arial"/>
              </a:defRPr>
            </a:pPr>
            <a:r>
              <a:rPr sz="1575" b="0">
                <a:solidFill>
                  <a:srgbClr val="5F6368"/>
                </a:solidFill>
                <a:latin typeface="Arial"/>
                <a:ea typeface="Arial"/>
                <a:cs typeface="Arial"/>
              </a:rPr>
              <a:t>local policy state</a:t>
            </a:r>
          </a:p>
        </p:txBody>
      </p:sp>
      <p:sp>
        <p:nvSpPr>
          <p:cNvPr id="37" name="矩形 36">
            <a:extLst>
              <a:ext uri="{FF2B5EF4-FFF2-40B4-BE49-F238E27FC236}">
                <a16:creationId xmlns:a16="http://schemas.microsoft.com/office/drawing/2014/main" id="{D0F9FDB7-9BB1-4747-BB1B-1E35C83832F3}"/>
              </a:ext>
            </a:extLst>
          </p:cNvPr>
          <p:cNvSpPr>
            <a:spLocks noGrp="1"/>
          </p:cNvSpPr>
          <p:nvPr/>
        </p:nvSpPr>
        <p:spPr>
          <a:xfrm>
            <a:off x="1181100" y="5924550"/>
            <a:ext cx="9829800" cy="400050"/>
          </a:xfrm>
          <a:prstGeom prst="rect">
            <a:avLst/>
          </a:prstGeom>
          <a:noFill/>
          <a:ln w="0">
            <a:noFill/>
            <a:prstDash val="solid"/>
          </a:ln>
        </p:spPr>
        <p:txBody>
          <a:bodyPr wrap="square" lIns="0" tIns="0" rIns="0" bIns="0" anchor="t"/>
          <a:lstStyle/>
          <a:p>
            <a:pPr algn="ctr">
              <a:lnSpc>
                <a:spcPct val="100000"/>
              </a:lnSpc>
              <a:buNone/>
              <a:defRPr sz="2325" b="1">
                <a:solidFill>
                  <a:srgbClr val="A40000"/>
                </a:solidFill>
                <a:latin typeface="Arial"/>
                <a:ea typeface="Arial"/>
                <a:cs typeface="Arial"/>
              </a:defRPr>
            </a:pPr>
            <a:r>
              <a:rPr sz="2325" b="1" dirty="0">
                <a:solidFill>
                  <a:srgbClr val="A40000"/>
                </a:solidFill>
                <a:latin typeface="Arial"/>
                <a:ea typeface="Arial"/>
                <a:cs typeface="Arial"/>
              </a:rPr>
              <a:t>A narrow </a:t>
            </a:r>
            <a:r>
              <a:rPr sz="2325" b="1" dirty="0" err="1">
                <a:solidFill>
                  <a:srgbClr val="A40000"/>
                </a:solidFill>
                <a:latin typeface="Arial"/>
                <a:ea typeface="Arial"/>
                <a:cs typeface="Arial"/>
              </a:rPr>
              <a:t>unmap</a:t>
            </a:r>
            <a:r>
              <a:rPr sz="2325" b="1" dirty="0">
                <a:solidFill>
                  <a:srgbClr val="A40000"/>
                </a:solidFill>
                <a:latin typeface="Arial"/>
                <a:ea typeface="Arial"/>
                <a:cs typeface="Arial"/>
              </a:rPr>
              <a:t> contract replaces L1 shadow-page maintenance</a:t>
            </a:r>
          </a:p>
        </p:txBody>
      </p:sp>
      <p:sp>
        <p:nvSpPr>
          <p:cNvPr id="38" name="矩形 37">
            <a:extLst>
              <a:ext uri="{FF2B5EF4-FFF2-40B4-BE49-F238E27FC236}">
                <a16:creationId xmlns:a16="http://schemas.microsoft.com/office/drawing/2014/main" id="{B95BF3E4-D089-4A9A-A2E4-2459C92B3D02}"/>
              </a:ext>
            </a:extLst>
          </p:cNvPr>
          <p:cNvSpPr>
            <a:spLocks noGrp="1"/>
          </p:cNvSpPr>
          <p:nvPr/>
        </p:nvSpPr>
        <p:spPr>
          <a:xfrm>
            <a:off x="11334750" y="6343650"/>
            <a:ext cx="381000" cy="2667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19</a:t>
            </a:r>
          </a:p>
        </p:txBody>
      </p:sp>
      <p:cxnSp>
        <p:nvCxnSpPr>
          <p:cNvPr id="41" name="直线箭头连接符 40">
            <a:extLst>
              <a:ext uri="{FF2B5EF4-FFF2-40B4-BE49-F238E27FC236}">
                <a16:creationId xmlns:a16="http://schemas.microsoft.com/office/drawing/2014/main" id="{42A5CE55-164F-E6DC-075B-18D9424E73FE}"/>
              </a:ext>
            </a:extLst>
          </p:cNvPr>
          <p:cNvCxnSpPr>
            <a:stCxn id="7" idx="3"/>
          </p:cNvCxnSpPr>
          <p:nvPr/>
        </p:nvCxnSpPr>
        <p:spPr>
          <a:xfrm>
            <a:off x="4648200" y="2571750"/>
            <a:ext cx="97155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41">
            <a:extLst>
              <a:ext uri="{FF2B5EF4-FFF2-40B4-BE49-F238E27FC236}">
                <a16:creationId xmlns:a16="http://schemas.microsoft.com/office/drawing/2014/main" id="{0E58A3F3-9618-B7B4-0E2D-83EA157A8FAF}"/>
              </a:ext>
            </a:extLst>
          </p:cNvPr>
          <p:cNvCxnSpPr/>
          <p:nvPr/>
        </p:nvCxnSpPr>
        <p:spPr>
          <a:xfrm>
            <a:off x="7296150" y="2538412"/>
            <a:ext cx="97155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42">
            <a:extLst>
              <a:ext uri="{FF2B5EF4-FFF2-40B4-BE49-F238E27FC236}">
                <a16:creationId xmlns:a16="http://schemas.microsoft.com/office/drawing/2014/main" id="{1DDA00B7-93E8-69BC-B748-EF0A0AA062C3}"/>
              </a:ext>
            </a:extLst>
          </p:cNvPr>
          <p:cNvCxnSpPr/>
          <p:nvPr/>
        </p:nvCxnSpPr>
        <p:spPr>
          <a:xfrm>
            <a:off x="4762500" y="3943350"/>
            <a:ext cx="97155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线箭头连接符 43">
            <a:extLst>
              <a:ext uri="{FF2B5EF4-FFF2-40B4-BE49-F238E27FC236}">
                <a16:creationId xmlns:a16="http://schemas.microsoft.com/office/drawing/2014/main" id="{BEBBE22C-C816-D8C2-6B53-DADD67677673}"/>
              </a:ext>
            </a:extLst>
          </p:cNvPr>
          <p:cNvCxnSpPr/>
          <p:nvPr/>
        </p:nvCxnSpPr>
        <p:spPr>
          <a:xfrm>
            <a:off x="7543800" y="3943350"/>
            <a:ext cx="97155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a:extLst>
              <a:ext uri="{FF2B5EF4-FFF2-40B4-BE49-F238E27FC236}">
                <a16:creationId xmlns:a16="http://schemas.microsoft.com/office/drawing/2014/main" id="{D8DFBF45-BABC-1445-95E5-4135CDA3C7A8}"/>
              </a:ext>
            </a:extLst>
          </p:cNvPr>
          <p:cNvCxnSpPr>
            <a:cxnSpLocks/>
            <a:stCxn id="31" idx="3"/>
            <a:endCxn id="35" idx="1"/>
          </p:cNvCxnSpPr>
          <p:nvPr/>
        </p:nvCxnSpPr>
        <p:spPr>
          <a:xfrm>
            <a:off x="5124450" y="5248275"/>
            <a:ext cx="116205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44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11" grpId="0" animBg="1"/>
      <p:bldP spid="15" grpId="0" animBg="1"/>
      <p:bldP spid="16" grpId="0"/>
      <p:bldP spid="19" grpId="0"/>
      <p:bldP spid="20" grpId="0"/>
      <p:bldP spid="21" grpId="0" animBg="1"/>
      <p:bldP spid="25" grpId="0" animBg="1"/>
      <p:bldP spid="29" grpId="0" animBg="1"/>
      <p:bldP spid="30" grpId="0"/>
      <p:bldP spid="31" grpId="0" animBg="1"/>
      <p:bldP spid="35" grpId="0" animBg="1"/>
      <p:bldP spid="36" grpId="0"/>
      <p:bldP spid="3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60E1D605-BE35-4C14-A145-944E01635BC4}"/>
              </a:ext>
            </a:extLst>
          </p:cNvPr>
          <p:cNvSpPr>
            <a:spLocks noGrp="1"/>
          </p:cNvSpPr>
          <p:nvPr/>
        </p:nvSpPr>
        <p:spPr>
          <a:xfrm>
            <a:off x="514350" y="628650"/>
            <a:ext cx="11144250" cy="590550"/>
          </a:xfrm>
          <a:prstGeom prst="rect">
            <a:avLst/>
          </a:prstGeom>
          <a:noFill/>
          <a:ln w="0">
            <a:noFill/>
            <a:prstDash val="solid"/>
          </a:ln>
        </p:spPr>
        <p:txBody>
          <a:bodyPr wrap="square" lIns="0" tIns="0" rIns="0" bIns="0" anchor="t"/>
          <a:lstStyle/>
          <a:p>
            <a:pPr algn="l">
              <a:lnSpc>
                <a:spcPct val="100000"/>
              </a:lnSpc>
              <a:buNone/>
              <a:defRPr sz="3150" b="1">
                <a:solidFill>
                  <a:srgbClr val="A40000"/>
                </a:solidFill>
                <a:latin typeface="Arial"/>
                <a:ea typeface="Arial"/>
                <a:cs typeface="Arial"/>
              </a:defRPr>
            </a:pPr>
            <a:r>
              <a:rPr sz="3150" b="1">
                <a:solidFill>
                  <a:srgbClr val="A40000"/>
                </a:solidFill>
                <a:latin typeface="Arial"/>
                <a:ea typeface="Arial"/>
                <a:cs typeface="Arial"/>
              </a:rPr>
              <a:t>GPA split makes hardware dirty tracking work for L2</a:t>
            </a:r>
          </a:p>
        </p:txBody>
      </p:sp>
      <p:sp>
        <p:nvSpPr>
          <p:cNvPr id="2" name="矩形 1">
            <a:extLst>
              <a:ext uri="{FF2B5EF4-FFF2-40B4-BE49-F238E27FC236}">
                <a16:creationId xmlns:a16="http://schemas.microsoft.com/office/drawing/2014/main" id="{7AAFF4BA-2B26-4B69-B8E1-47B585B0A207}"/>
              </a:ext>
            </a:extLst>
          </p:cNvPr>
          <p:cNvSpPr>
            <a:spLocks noGrp="1"/>
          </p:cNvSpPr>
          <p:nvPr/>
        </p:nvSpPr>
        <p:spPr>
          <a:xfrm>
            <a:off x="800100" y="1390650"/>
            <a:ext cx="10572750" cy="400050"/>
          </a:xfrm>
          <a:prstGeom prst="rect">
            <a:avLst/>
          </a:prstGeom>
          <a:noFill/>
          <a:ln w="0">
            <a:noFill/>
            <a:prstDash val="solid"/>
          </a:ln>
        </p:spPr>
        <p:txBody>
          <a:bodyPr wrap="square" lIns="0" tIns="0" rIns="0" bIns="0" anchor="t"/>
          <a:lstStyle/>
          <a:p>
            <a:pPr algn="l">
              <a:lnSpc>
                <a:spcPct val="100000"/>
              </a:lnSpc>
              <a:buNone/>
              <a:defRPr sz="1875" b="0">
                <a:solidFill>
                  <a:srgbClr val="111111"/>
                </a:solidFill>
                <a:latin typeface="Arial"/>
                <a:ea typeface="Arial"/>
                <a:cs typeface="Arial"/>
              </a:defRPr>
            </a:pPr>
            <a:r>
              <a:rPr sz="1875" b="0">
                <a:solidFill>
                  <a:srgbClr val="111111"/>
                </a:solidFill>
                <a:latin typeface="Arial"/>
                <a:ea typeface="Arial"/>
                <a:cs typeface="Arial"/>
              </a:rPr>
              <a:t>PML logs only GPAs; disjoint L1/L2 ranges let L0 classify entries without write-protecting pages</a:t>
            </a:r>
          </a:p>
        </p:txBody>
      </p:sp>
      <p:sp>
        <p:nvSpPr>
          <p:cNvPr id="3" name="矩形 2">
            <a:extLst>
              <a:ext uri="{FF2B5EF4-FFF2-40B4-BE49-F238E27FC236}">
                <a16:creationId xmlns:a16="http://schemas.microsoft.com/office/drawing/2014/main" id="{49A184A6-43B3-42DE-9C9D-D7EAB8A70255}"/>
              </a:ext>
            </a:extLst>
          </p:cNvPr>
          <p:cNvSpPr>
            <a:spLocks noGrp="1"/>
          </p:cNvSpPr>
          <p:nvPr/>
        </p:nvSpPr>
        <p:spPr>
          <a:xfrm>
            <a:off x="1047750" y="2038350"/>
            <a:ext cx="1885950" cy="533400"/>
          </a:xfrm>
          <a:prstGeom prst="rect">
            <a:avLst/>
          </a:prstGeom>
          <a:noFill/>
          <a:ln w="0">
            <a:noFill/>
            <a:prstDash val="solid"/>
          </a:ln>
        </p:spPr>
        <p:txBody>
          <a:bodyPr wrap="square" lIns="0" tIns="0" rIns="0" bIns="0" anchor="t"/>
          <a:lstStyle/>
          <a:p>
            <a:pPr algn="ctr">
              <a:lnSpc>
                <a:spcPct val="105000"/>
              </a:lnSpc>
              <a:buNone/>
              <a:defRPr sz="1725" b="0">
                <a:solidFill>
                  <a:srgbClr val="111111"/>
                </a:solidFill>
                <a:latin typeface="Arial"/>
                <a:ea typeface="Arial"/>
                <a:cs typeface="Arial"/>
              </a:defRPr>
            </a:pPr>
            <a:r>
              <a:rPr sz="1725" b="0">
                <a:solidFill>
                  <a:srgbClr val="111111"/>
                </a:solidFill>
                <a:latin typeface="Arial"/>
                <a:ea typeface="Arial"/>
                <a:cs typeface="Arial"/>
              </a:rPr>
              <a:t>Flush PML buffer</a:t>
            </a:r>
          </a:p>
          <a:p>
            <a:pPr algn="ctr">
              <a:lnSpc>
                <a:spcPct val="105000"/>
              </a:lnSpc>
              <a:buNone/>
              <a:defRPr sz="1725" b="0">
                <a:solidFill>
                  <a:srgbClr val="111111"/>
                </a:solidFill>
                <a:latin typeface="Arial"/>
                <a:ea typeface="Arial"/>
                <a:cs typeface="Arial"/>
              </a:defRPr>
            </a:pPr>
            <a:r>
              <a:rPr sz="1725" b="0">
                <a:solidFill>
                  <a:srgbClr val="111111"/>
                </a:solidFill>
                <a:latin typeface="Arial"/>
                <a:ea typeface="Arial"/>
                <a:cs typeface="Arial"/>
              </a:rPr>
              <a:t>on VM exit</a:t>
            </a:r>
          </a:p>
        </p:txBody>
      </p:sp>
      <p:sp>
        <p:nvSpPr>
          <p:cNvPr id="5" name="直线连接符 4">
            <a:extLst>
              <a:ext uri="{FF2B5EF4-FFF2-40B4-BE49-F238E27FC236}">
                <a16:creationId xmlns:a16="http://schemas.microsoft.com/office/drawing/2014/main" id="{4C7F40D5-5299-41D9-99D6-DA14F3A7CA1D}"/>
              </a:ext>
            </a:extLst>
          </p:cNvPr>
          <p:cNvSpPr>
            <a:spLocks noGrp="1"/>
          </p:cNvSpPr>
          <p:nvPr/>
        </p:nvSpPr>
        <p:spPr>
          <a:xfrm>
            <a:off x="2000250" y="3028950"/>
            <a:ext cx="0" cy="0"/>
          </a:xfrm>
          <a:prstGeom prst="line">
            <a:avLst/>
          </a:prstGeom>
          <a:noFill/>
          <a:ln w="47625">
            <a:solidFill>
              <a:srgbClr val="5F6368"/>
            </a:solidFill>
            <a:prstDash val="solid"/>
          </a:ln>
        </p:spPr>
        <p:txBody>
          <a:bodyPr/>
          <a:lstStyle/>
          <a:p>
            <a:endParaRPr lang="en-US"/>
          </a:p>
        </p:txBody>
      </p:sp>
      <p:sp>
        <p:nvSpPr>
          <p:cNvPr id="7" name="矩形 6">
            <a:extLst>
              <a:ext uri="{FF2B5EF4-FFF2-40B4-BE49-F238E27FC236}">
                <a16:creationId xmlns:a16="http://schemas.microsoft.com/office/drawing/2014/main" id="{CBA368AD-61AB-4D65-A88D-A61DDA9BC208}"/>
              </a:ext>
            </a:extLst>
          </p:cNvPr>
          <p:cNvSpPr>
            <a:spLocks noGrp="1"/>
          </p:cNvSpPr>
          <p:nvPr/>
        </p:nvSpPr>
        <p:spPr>
          <a:xfrm>
            <a:off x="1009650" y="3086100"/>
            <a:ext cx="1962150" cy="1790700"/>
          </a:xfrm>
          <a:prstGeom prst="rect">
            <a:avLst/>
          </a:prstGeom>
          <a:solidFill>
            <a:srgbClr val="FFFFFF"/>
          </a:solidFill>
          <a:ln w="11430">
            <a:solidFill>
              <a:srgbClr val="5F6368"/>
            </a:solidFill>
            <a:prstDash val="solid"/>
          </a:ln>
        </p:spPr>
        <p:txBody>
          <a:bodyPr/>
          <a:lstStyle/>
          <a:p>
            <a:endParaRPr lang="en-US"/>
          </a:p>
        </p:txBody>
      </p:sp>
      <p:sp>
        <p:nvSpPr>
          <p:cNvPr id="8" name="矩形 7">
            <a:extLst>
              <a:ext uri="{FF2B5EF4-FFF2-40B4-BE49-F238E27FC236}">
                <a16:creationId xmlns:a16="http://schemas.microsoft.com/office/drawing/2014/main" id="{252292FF-709B-4939-B435-D67EE35319B2}"/>
              </a:ext>
            </a:extLst>
          </p:cNvPr>
          <p:cNvSpPr>
            <a:spLocks noGrp="1"/>
          </p:cNvSpPr>
          <p:nvPr/>
        </p:nvSpPr>
        <p:spPr>
          <a:xfrm>
            <a:off x="1181100" y="3219450"/>
            <a:ext cx="1619250" cy="266700"/>
          </a:xfrm>
          <a:prstGeom prst="rect">
            <a:avLst/>
          </a:prstGeom>
          <a:noFill/>
          <a:ln w="0">
            <a:noFill/>
            <a:prstDash val="solid"/>
          </a:ln>
        </p:spPr>
        <p:txBody>
          <a:bodyPr wrap="square" lIns="0" tIns="0" rIns="0" bIns="0" anchor="t"/>
          <a:lstStyle/>
          <a:p>
            <a:pPr algn="ctr">
              <a:lnSpc>
                <a:spcPct val="100000"/>
              </a:lnSpc>
              <a:buNone/>
              <a:defRPr sz="1650" b="1">
                <a:solidFill>
                  <a:srgbClr val="111111"/>
                </a:solidFill>
                <a:latin typeface="Arial"/>
                <a:ea typeface="Arial"/>
                <a:cs typeface="Arial"/>
              </a:defRPr>
            </a:pPr>
            <a:r>
              <a:rPr sz="1650" dirty="0">
                <a:solidFill>
                  <a:srgbClr val="111111"/>
                </a:solidFill>
                <a:latin typeface="Arial"/>
                <a:ea typeface="Arial"/>
                <a:cs typeface="Arial"/>
              </a:rPr>
              <a:t>PML buffer</a:t>
            </a:r>
          </a:p>
        </p:txBody>
      </p:sp>
      <p:sp>
        <p:nvSpPr>
          <p:cNvPr id="9" name="矩形 8">
            <a:extLst>
              <a:ext uri="{FF2B5EF4-FFF2-40B4-BE49-F238E27FC236}">
                <a16:creationId xmlns:a16="http://schemas.microsoft.com/office/drawing/2014/main" id="{7572620D-28C4-4F7A-B4C9-4455056BBD92}"/>
              </a:ext>
            </a:extLst>
          </p:cNvPr>
          <p:cNvSpPr>
            <a:spLocks noGrp="1"/>
          </p:cNvSpPr>
          <p:nvPr/>
        </p:nvSpPr>
        <p:spPr>
          <a:xfrm>
            <a:off x="1276350" y="3600450"/>
            <a:ext cx="1428750" cy="285750"/>
          </a:xfrm>
          <a:prstGeom prst="rect">
            <a:avLst/>
          </a:prstGeom>
          <a:solidFill>
            <a:srgbClr val="FFFFFF"/>
          </a:solidFill>
          <a:ln w="9525">
            <a:solidFill>
              <a:srgbClr val="D9D9D9"/>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GPA L1</a:t>
            </a:r>
          </a:p>
        </p:txBody>
      </p:sp>
      <p:sp>
        <p:nvSpPr>
          <p:cNvPr id="10" name="矩形 9">
            <a:extLst>
              <a:ext uri="{FF2B5EF4-FFF2-40B4-BE49-F238E27FC236}">
                <a16:creationId xmlns:a16="http://schemas.microsoft.com/office/drawing/2014/main" id="{A7D07673-0C79-42DE-818A-F61B670E201A}"/>
              </a:ext>
            </a:extLst>
          </p:cNvPr>
          <p:cNvSpPr>
            <a:spLocks noGrp="1"/>
          </p:cNvSpPr>
          <p:nvPr/>
        </p:nvSpPr>
        <p:spPr>
          <a:xfrm>
            <a:off x="1276350" y="3886200"/>
            <a:ext cx="1428750" cy="285750"/>
          </a:xfrm>
          <a:prstGeom prst="rect">
            <a:avLst/>
          </a:prstGeom>
          <a:solidFill>
            <a:srgbClr val="FFFF00"/>
          </a:solidFill>
          <a:ln w="9525">
            <a:solidFill>
              <a:srgbClr val="5F6368"/>
            </a:solidFill>
            <a:prstDash val="solid"/>
          </a:ln>
        </p:spPr>
        <p:txBody>
          <a:bodyPr wrap="square" lIns="76200" tIns="0" rIns="76200" bIns="0" anchor="ctr"/>
          <a:lstStyle/>
          <a:p>
            <a:pPr algn="ctr">
              <a:lnSpc>
                <a:spcPct val="100000"/>
              </a:lnSpc>
              <a:buNone/>
              <a:defRPr sz="1575" b="1">
                <a:solidFill>
                  <a:srgbClr val="A40000"/>
                </a:solidFill>
                <a:latin typeface="Arial"/>
                <a:ea typeface="Arial"/>
                <a:cs typeface="Arial"/>
              </a:defRPr>
            </a:pPr>
            <a:r>
              <a:rPr sz="1575" b="1">
                <a:solidFill>
                  <a:srgbClr val="A40000"/>
                </a:solidFill>
                <a:latin typeface="Arial"/>
                <a:ea typeface="Arial"/>
                <a:cs typeface="Arial"/>
              </a:rPr>
              <a:t>GPA L2</a:t>
            </a:r>
          </a:p>
        </p:txBody>
      </p:sp>
      <p:sp>
        <p:nvSpPr>
          <p:cNvPr id="11" name="矩形 10">
            <a:extLst>
              <a:ext uri="{FF2B5EF4-FFF2-40B4-BE49-F238E27FC236}">
                <a16:creationId xmlns:a16="http://schemas.microsoft.com/office/drawing/2014/main" id="{B433E2D8-E80C-4C40-91A7-996713B91E31}"/>
              </a:ext>
            </a:extLst>
          </p:cNvPr>
          <p:cNvSpPr>
            <a:spLocks noGrp="1"/>
          </p:cNvSpPr>
          <p:nvPr/>
        </p:nvSpPr>
        <p:spPr>
          <a:xfrm>
            <a:off x="1276350" y="4171950"/>
            <a:ext cx="1428750" cy="285750"/>
          </a:xfrm>
          <a:prstGeom prst="rect">
            <a:avLst/>
          </a:prstGeom>
          <a:solidFill>
            <a:srgbClr val="FFFFFF"/>
          </a:solidFill>
          <a:ln w="9525">
            <a:solidFill>
              <a:srgbClr val="D9D9D9"/>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575" b="0">
                <a:solidFill>
                  <a:srgbClr val="111111"/>
                </a:solidFill>
                <a:latin typeface="Arial"/>
                <a:ea typeface="Arial"/>
                <a:cs typeface="Arial"/>
              </a:rPr>
              <a:t>GPA L1</a:t>
            </a:r>
          </a:p>
        </p:txBody>
      </p:sp>
      <p:sp>
        <p:nvSpPr>
          <p:cNvPr id="12" name="矩形 11">
            <a:extLst>
              <a:ext uri="{FF2B5EF4-FFF2-40B4-BE49-F238E27FC236}">
                <a16:creationId xmlns:a16="http://schemas.microsoft.com/office/drawing/2014/main" id="{B23B99C3-DCE2-4E92-8F52-6BAE5913578F}"/>
              </a:ext>
            </a:extLst>
          </p:cNvPr>
          <p:cNvSpPr>
            <a:spLocks noGrp="1"/>
          </p:cNvSpPr>
          <p:nvPr/>
        </p:nvSpPr>
        <p:spPr>
          <a:xfrm>
            <a:off x="1276350" y="4457700"/>
            <a:ext cx="1428750" cy="285750"/>
          </a:xfrm>
          <a:prstGeom prst="rect">
            <a:avLst/>
          </a:prstGeom>
          <a:solidFill>
            <a:srgbClr val="FFFF00"/>
          </a:solidFill>
          <a:ln w="9525">
            <a:solidFill>
              <a:srgbClr val="5F6368"/>
            </a:solidFill>
            <a:prstDash val="solid"/>
          </a:ln>
        </p:spPr>
        <p:txBody>
          <a:bodyPr wrap="square" lIns="76200" tIns="0" rIns="76200" bIns="0" anchor="ctr"/>
          <a:lstStyle/>
          <a:p>
            <a:pPr algn="ctr">
              <a:lnSpc>
                <a:spcPct val="100000"/>
              </a:lnSpc>
              <a:buNone/>
              <a:defRPr sz="1575" b="1">
                <a:solidFill>
                  <a:srgbClr val="A40000"/>
                </a:solidFill>
                <a:latin typeface="Arial"/>
                <a:ea typeface="Arial"/>
                <a:cs typeface="Arial"/>
              </a:defRPr>
            </a:pPr>
            <a:r>
              <a:rPr sz="1575" b="1">
                <a:solidFill>
                  <a:srgbClr val="A40000"/>
                </a:solidFill>
                <a:latin typeface="Arial"/>
                <a:ea typeface="Arial"/>
                <a:cs typeface="Arial"/>
              </a:rPr>
              <a:t>GPA L2</a:t>
            </a:r>
          </a:p>
        </p:txBody>
      </p:sp>
      <p:sp>
        <p:nvSpPr>
          <p:cNvPr id="14" name="直线连接符 13">
            <a:extLst>
              <a:ext uri="{FF2B5EF4-FFF2-40B4-BE49-F238E27FC236}">
                <a16:creationId xmlns:a16="http://schemas.microsoft.com/office/drawing/2014/main" id="{06569E79-E7EB-4150-A483-960030B5A8C1}"/>
              </a:ext>
            </a:extLst>
          </p:cNvPr>
          <p:cNvSpPr>
            <a:spLocks noGrp="1"/>
          </p:cNvSpPr>
          <p:nvPr/>
        </p:nvSpPr>
        <p:spPr>
          <a:xfrm>
            <a:off x="4038600" y="4000500"/>
            <a:ext cx="0" cy="0"/>
          </a:xfrm>
          <a:prstGeom prst="line">
            <a:avLst/>
          </a:prstGeom>
          <a:noFill/>
          <a:ln w="47625">
            <a:solidFill>
              <a:srgbClr val="5F6368"/>
            </a:solidFill>
            <a:prstDash val="solid"/>
          </a:ln>
        </p:spPr>
        <p:txBody>
          <a:bodyPr/>
          <a:lstStyle/>
          <a:p>
            <a:endParaRPr lang="en-US"/>
          </a:p>
        </p:txBody>
      </p:sp>
      <p:sp>
        <p:nvSpPr>
          <p:cNvPr id="17" name="矩形 16">
            <a:extLst>
              <a:ext uri="{FF2B5EF4-FFF2-40B4-BE49-F238E27FC236}">
                <a16:creationId xmlns:a16="http://schemas.microsoft.com/office/drawing/2014/main" id="{57C76BF0-2FB0-47B4-803D-0BB00825E38B}"/>
              </a:ext>
            </a:extLst>
          </p:cNvPr>
          <p:cNvSpPr>
            <a:spLocks noGrp="1"/>
          </p:cNvSpPr>
          <p:nvPr/>
        </p:nvSpPr>
        <p:spPr>
          <a:xfrm>
            <a:off x="4133850" y="4438650"/>
            <a:ext cx="2228850" cy="247650"/>
          </a:xfrm>
          <a:prstGeom prst="rect">
            <a:avLst/>
          </a:prstGeom>
          <a:noFill/>
          <a:ln w="0">
            <a:noFill/>
            <a:prstDash val="solid"/>
          </a:ln>
        </p:spPr>
        <p:txBody>
          <a:bodyPr wrap="square" lIns="0" tIns="0" rIns="0" bIns="0" anchor="t"/>
          <a:lstStyle/>
          <a:p>
            <a:pPr algn="ctr">
              <a:lnSpc>
                <a:spcPct val="100000"/>
              </a:lnSpc>
              <a:buNone/>
              <a:defRPr sz="1425" b="0">
                <a:solidFill>
                  <a:srgbClr val="5F6368"/>
                </a:solidFill>
                <a:latin typeface="Arial"/>
                <a:ea typeface="Arial"/>
                <a:cs typeface="Arial"/>
              </a:defRPr>
            </a:pPr>
            <a:r>
              <a:rPr sz="1600" b="0" dirty="0">
                <a:solidFill>
                  <a:srgbClr val="5F6368"/>
                </a:solidFill>
                <a:latin typeface="Arial"/>
                <a:ea typeface="Arial"/>
                <a:cs typeface="Arial"/>
              </a:rPr>
              <a:t>dedicated L2 GPA region</a:t>
            </a:r>
          </a:p>
        </p:txBody>
      </p:sp>
      <p:sp>
        <p:nvSpPr>
          <p:cNvPr id="21" name="矩形 20">
            <a:extLst>
              <a:ext uri="{FF2B5EF4-FFF2-40B4-BE49-F238E27FC236}">
                <a16:creationId xmlns:a16="http://schemas.microsoft.com/office/drawing/2014/main" id="{8179673F-E02A-4DE3-B911-CFCB39EABC9A}"/>
              </a:ext>
            </a:extLst>
          </p:cNvPr>
          <p:cNvSpPr>
            <a:spLocks noGrp="1"/>
          </p:cNvSpPr>
          <p:nvPr/>
        </p:nvSpPr>
        <p:spPr>
          <a:xfrm>
            <a:off x="6838950" y="2781300"/>
            <a:ext cx="1485900" cy="609600"/>
          </a:xfrm>
          <a:prstGeom prst="rect">
            <a:avLst/>
          </a:prstGeom>
          <a:solidFill>
            <a:srgbClr val="2E6CF7"/>
          </a:solidFill>
          <a:ln w="9525">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600" b="0" dirty="0">
                <a:solidFill>
                  <a:schemeClr val="bg1"/>
                </a:solidFill>
                <a:latin typeface="Arial"/>
                <a:ea typeface="Arial"/>
                <a:cs typeface="Arial"/>
              </a:rPr>
              <a:t>L1 GPA</a:t>
            </a:r>
          </a:p>
          <a:p>
            <a:pPr algn="ctr">
              <a:lnSpc>
                <a:spcPct val="100000"/>
              </a:lnSpc>
              <a:buNone/>
              <a:defRPr sz="1575" b="0">
                <a:solidFill>
                  <a:srgbClr val="111111"/>
                </a:solidFill>
                <a:latin typeface="Arial"/>
                <a:ea typeface="Arial"/>
                <a:cs typeface="Arial"/>
              </a:defRPr>
            </a:pPr>
            <a:r>
              <a:rPr sz="1600" b="0" dirty="0">
                <a:solidFill>
                  <a:schemeClr val="bg1"/>
                </a:solidFill>
                <a:latin typeface="Arial"/>
                <a:ea typeface="Arial"/>
                <a:cs typeface="Arial"/>
              </a:rPr>
              <a:t>set dirty bit</a:t>
            </a:r>
          </a:p>
        </p:txBody>
      </p:sp>
      <p:sp>
        <p:nvSpPr>
          <p:cNvPr id="23" name="直线连接符 22">
            <a:extLst>
              <a:ext uri="{FF2B5EF4-FFF2-40B4-BE49-F238E27FC236}">
                <a16:creationId xmlns:a16="http://schemas.microsoft.com/office/drawing/2014/main" id="{56820F56-91BB-428F-8977-6E6F739924C1}"/>
              </a:ext>
            </a:extLst>
          </p:cNvPr>
          <p:cNvSpPr>
            <a:spLocks noGrp="1"/>
          </p:cNvSpPr>
          <p:nvPr/>
        </p:nvSpPr>
        <p:spPr>
          <a:xfrm>
            <a:off x="7105650" y="4171950"/>
            <a:ext cx="0" cy="0"/>
          </a:xfrm>
          <a:prstGeom prst="line">
            <a:avLst/>
          </a:prstGeom>
          <a:noFill/>
          <a:ln w="38100">
            <a:solidFill>
              <a:srgbClr val="5F6368"/>
            </a:solidFill>
            <a:prstDash val="solid"/>
          </a:ln>
        </p:spPr>
        <p:txBody>
          <a:bodyPr/>
          <a:lstStyle/>
          <a:p>
            <a:endParaRPr lang="en-US"/>
          </a:p>
        </p:txBody>
      </p:sp>
      <p:sp>
        <p:nvSpPr>
          <p:cNvPr id="25" name="矩形 24">
            <a:extLst>
              <a:ext uri="{FF2B5EF4-FFF2-40B4-BE49-F238E27FC236}">
                <a16:creationId xmlns:a16="http://schemas.microsoft.com/office/drawing/2014/main" id="{890536DE-B5F7-441E-9C45-9EC09532F49B}"/>
              </a:ext>
            </a:extLst>
          </p:cNvPr>
          <p:cNvSpPr>
            <a:spLocks noGrp="1"/>
          </p:cNvSpPr>
          <p:nvPr/>
        </p:nvSpPr>
        <p:spPr>
          <a:xfrm>
            <a:off x="7277100" y="3848100"/>
            <a:ext cx="2190750" cy="685800"/>
          </a:xfrm>
          <a:prstGeom prst="rect">
            <a:avLst/>
          </a:prstGeom>
          <a:solidFill>
            <a:srgbClr val="2E6CF7"/>
          </a:solidFill>
          <a:ln w="9525">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sz="1600" b="0" dirty="0">
                <a:solidFill>
                  <a:schemeClr val="bg1"/>
                </a:solidFill>
                <a:latin typeface="Arial"/>
                <a:ea typeface="Arial"/>
                <a:cs typeface="Arial"/>
              </a:rPr>
              <a:t>L2 GPA</a:t>
            </a:r>
          </a:p>
          <a:p>
            <a:pPr algn="ctr">
              <a:lnSpc>
                <a:spcPct val="100000"/>
              </a:lnSpc>
              <a:buNone/>
              <a:defRPr sz="1575" b="0">
                <a:solidFill>
                  <a:srgbClr val="111111"/>
                </a:solidFill>
                <a:latin typeface="Arial"/>
                <a:ea typeface="Arial"/>
                <a:cs typeface="Arial"/>
              </a:defRPr>
            </a:pPr>
            <a:r>
              <a:rPr sz="1600" b="0" dirty="0">
                <a:solidFill>
                  <a:schemeClr val="bg1"/>
                </a:solidFill>
                <a:latin typeface="Arial"/>
                <a:ea typeface="Arial"/>
                <a:cs typeface="Arial"/>
              </a:rPr>
              <a:t>walk EPT</a:t>
            </a:r>
            <a:r>
              <a:rPr sz="1600" b="0" baseline="-25000" dirty="0">
                <a:solidFill>
                  <a:schemeClr val="bg1"/>
                </a:solidFill>
                <a:latin typeface="Arial"/>
                <a:ea typeface="Arial"/>
                <a:cs typeface="Arial"/>
              </a:rPr>
              <a:t>0-&gt;2 </a:t>
            </a:r>
            <a:r>
              <a:rPr sz="1600" b="0" dirty="0" err="1">
                <a:solidFill>
                  <a:schemeClr val="bg1"/>
                </a:solidFill>
                <a:latin typeface="Arial"/>
                <a:ea typeface="Arial"/>
                <a:cs typeface="Arial"/>
              </a:rPr>
              <a:t>rmap</a:t>
            </a:r>
            <a:endParaRPr sz="1600" b="0" dirty="0">
              <a:solidFill>
                <a:schemeClr val="bg1"/>
              </a:solidFill>
              <a:latin typeface="Arial"/>
              <a:ea typeface="Arial"/>
              <a:cs typeface="Arial"/>
            </a:endParaRPr>
          </a:p>
        </p:txBody>
      </p:sp>
      <p:sp>
        <p:nvSpPr>
          <p:cNvPr id="26" name="矩形 25">
            <a:extLst>
              <a:ext uri="{FF2B5EF4-FFF2-40B4-BE49-F238E27FC236}">
                <a16:creationId xmlns:a16="http://schemas.microsoft.com/office/drawing/2014/main" id="{F855FCD3-F4A5-454E-AB45-CC491749C646}"/>
              </a:ext>
            </a:extLst>
          </p:cNvPr>
          <p:cNvSpPr>
            <a:spLocks noGrp="1"/>
          </p:cNvSpPr>
          <p:nvPr/>
        </p:nvSpPr>
        <p:spPr>
          <a:xfrm>
            <a:off x="8839200" y="2038350"/>
            <a:ext cx="2590800" cy="285750"/>
          </a:xfrm>
          <a:prstGeom prst="rect">
            <a:avLst/>
          </a:prstGeom>
          <a:noFill/>
          <a:ln w="0">
            <a:noFill/>
            <a:prstDash val="solid"/>
          </a:ln>
        </p:spPr>
        <p:txBody>
          <a:bodyPr wrap="square" lIns="0" tIns="0" rIns="0" bIns="0" anchor="t"/>
          <a:lstStyle/>
          <a:p>
            <a:pPr algn="ctr">
              <a:lnSpc>
                <a:spcPct val="100000"/>
              </a:lnSpc>
              <a:buNone/>
              <a:defRPr sz="1875" b="1">
                <a:solidFill>
                  <a:srgbClr val="111111"/>
                </a:solidFill>
                <a:latin typeface="Arial"/>
                <a:ea typeface="Arial"/>
                <a:cs typeface="Arial"/>
              </a:defRPr>
            </a:pPr>
            <a:r>
              <a:rPr sz="1875" b="1">
                <a:solidFill>
                  <a:srgbClr val="111111"/>
                </a:solidFill>
                <a:latin typeface="Arial"/>
                <a:ea typeface="Arial"/>
                <a:cs typeface="Arial"/>
              </a:rPr>
              <a:t>Dirty bitmap</a:t>
            </a:r>
          </a:p>
        </p:txBody>
      </p:sp>
      <p:sp>
        <p:nvSpPr>
          <p:cNvPr id="27" name="矩形 26">
            <a:extLst>
              <a:ext uri="{FF2B5EF4-FFF2-40B4-BE49-F238E27FC236}">
                <a16:creationId xmlns:a16="http://schemas.microsoft.com/office/drawing/2014/main" id="{4A138364-EDCB-4F2C-8A59-546A06E4DC11}"/>
              </a:ext>
            </a:extLst>
          </p:cNvPr>
          <p:cNvSpPr>
            <a:spLocks noGrp="1"/>
          </p:cNvSpPr>
          <p:nvPr/>
        </p:nvSpPr>
        <p:spPr>
          <a:xfrm>
            <a:off x="8667750" y="2419350"/>
            <a:ext cx="2895600" cy="533400"/>
          </a:xfrm>
          <a:prstGeom prst="rect">
            <a:avLst/>
          </a:prstGeom>
          <a:solidFill>
            <a:srgbClr val="FFFFFF"/>
          </a:solidFill>
          <a:ln w="9525">
            <a:solidFill>
              <a:srgbClr val="5F6368"/>
            </a:solidFill>
            <a:prstDash val="solid"/>
          </a:ln>
        </p:spPr>
        <p:txBody>
          <a:bodyPr/>
          <a:lstStyle/>
          <a:p>
            <a:endParaRPr lang="en-US"/>
          </a:p>
        </p:txBody>
      </p:sp>
      <p:sp>
        <p:nvSpPr>
          <p:cNvPr id="28" name="矩形 27">
            <a:extLst>
              <a:ext uri="{FF2B5EF4-FFF2-40B4-BE49-F238E27FC236}">
                <a16:creationId xmlns:a16="http://schemas.microsoft.com/office/drawing/2014/main" id="{53A009CD-9AE9-4B3A-ADF9-B0F9EBB99B7E}"/>
              </a:ext>
            </a:extLst>
          </p:cNvPr>
          <p:cNvSpPr>
            <a:spLocks noGrp="1"/>
          </p:cNvSpPr>
          <p:nvPr/>
        </p:nvSpPr>
        <p:spPr>
          <a:xfrm>
            <a:off x="8667750" y="2419350"/>
            <a:ext cx="419100" cy="533400"/>
          </a:xfrm>
          <a:prstGeom prst="rect">
            <a:avLst/>
          </a:prstGeom>
          <a:solidFill>
            <a:schemeClr val="bg2">
              <a:lumMod val="25000"/>
            </a:schemeClr>
          </a:solidFill>
          <a:ln w="9525">
            <a:solidFill>
              <a:srgbClr val="D9D9D9"/>
            </a:solidFill>
            <a:prstDash val="solid"/>
          </a:ln>
        </p:spPr>
        <p:txBody>
          <a:bodyPr/>
          <a:lstStyle/>
          <a:p>
            <a:endParaRPr lang="en-US"/>
          </a:p>
        </p:txBody>
      </p:sp>
      <p:sp>
        <p:nvSpPr>
          <p:cNvPr id="29" name="矩形 28">
            <a:extLst>
              <a:ext uri="{FF2B5EF4-FFF2-40B4-BE49-F238E27FC236}">
                <a16:creationId xmlns:a16="http://schemas.microsoft.com/office/drawing/2014/main" id="{EBDEEB24-BFA5-4ECC-9DDE-9C91A25A1DCF}"/>
              </a:ext>
            </a:extLst>
          </p:cNvPr>
          <p:cNvSpPr>
            <a:spLocks noGrp="1"/>
          </p:cNvSpPr>
          <p:nvPr/>
        </p:nvSpPr>
        <p:spPr>
          <a:xfrm>
            <a:off x="9086850" y="2419350"/>
            <a:ext cx="323850" cy="533400"/>
          </a:xfrm>
          <a:prstGeom prst="rect">
            <a:avLst/>
          </a:prstGeom>
          <a:solidFill>
            <a:srgbClr val="FFFFFF"/>
          </a:solidFill>
          <a:ln w="9525">
            <a:solidFill>
              <a:srgbClr val="D9D9D9"/>
            </a:solidFill>
            <a:prstDash val="solid"/>
          </a:ln>
        </p:spPr>
        <p:txBody>
          <a:bodyPr/>
          <a:lstStyle/>
          <a:p>
            <a:endParaRPr lang="en-US"/>
          </a:p>
        </p:txBody>
      </p:sp>
      <p:sp>
        <p:nvSpPr>
          <p:cNvPr id="30" name="矩形 29">
            <a:extLst>
              <a:ext uri="{FF2B5EF4-FFF2-40B4-BE49-F238E27FC236}">
                <a16:creationId xmlns:a16="http://schemas.microsoft.com/office/drawing/2014/main" id="{4F96E78D-1285-42BF-8511-072F41A4A3D9}"/>
              </a:ext>
            </a:extLst>
          </p:cNvPr>
          <p:cNvSpPr>
            <a:spLocks noGrp="1"/>
          </p:cNvSpPr>
          <p:nvPr/>
        </p:nvSpPr>
        <p:spPr>
          <a:xfrm>
            <a:off x="9410700" y="2419350"/>
            <a:ext cx="495300" cy="533400"/>
          </a:xfrm>
          <a:prstGeom prst="rect">
            <a:avLst/>
          </a:prstGeom>
          <a:solidFill>
            <a:schemeClr val="bg2">
              <a:lumMod val="25000"/>
            </a:schemeClr>
          </a:solidFill>
          <a:ln w="9525">
            <a:solidFill>
              <a:srgbClr val="D9D9D9"/>
            </a:solidFill>
            <a:prstDash val="solid"/>
          </a:ln>
        </p:spPr>
        <p:txBody>
          <a:bodyPr/>
          <a:lstStyle/>
          <a:p>
            <a:endParaRPr lang="en-US"/>
          </a:p>
        </p:txBody>
      </p:sp>
      <p:sp>
        <p:nvSpPr>
          <p:cNvPr id="31" name="矩形 30">
            <a:extLst>
              <a:ext uri="{FF2B5EF4-FFF2-40B4-BE49-F238E27FC236}">
                <a16:creationId xmlns:a16="http://schemas.microsoft.com/office/drawing/2014/main" id="{3C5334A5-FE1A-4232-A91E-2EC1088925E8}"/>
              </a:ext>
            </a:extLst>
          </p:cNvPr>
          <p:cNvSpPr>
            <a:spLocks noGrp="1"/>
          </p:cNvSpPr>
          <p:nvPr/>
        </p:nvSpPr>
        <p:spPr>
          <a:xfrm>
            <a:off x="9906000" y="2419350"/>
            <a:ext cx="361950" cy="533400"/>
          </a:xfrm>
          <a:prstGeom prst="rect">
            <a:avLst/>
          </a:prstGeom>
          <a:solidFill>
            <a:srgbClr val="FFFFFF"/>
          </a:solidFill>
          <a:ln w="9525">
            <a:solidFill>
              <a:srgbClr val="D9D9D9"/>
            </a:solidFill>
            <a:prstDash val="solid"/>
          </a:ln>
        </p:spPr>
        <p:txBody>
          <a:bodyPr/>
          <a:lstStyle/>
          <a:p>
            <a:endParaRPr lang="en-US"/>
          </a:p>
        </p:txBody>
      </p:sp>
      <p:sp>
        <p:nvSpPr>
          <p:cNvPr id="32" name="矩形 31">
            <a:extLst>
              <a:ext uri="{FF2B5EF4-FFF2-40B4-BE49-F238E27FC236}">
                <a16:creationId xmlns:a16="http://schemas.microsoft.com/office/drawing/2014/main" id="{E7B5432A-5D46-47A6-A806-8FED7F59CF59}"/>
              </a:ext>
            </a:extLst>
          </p:cNvPr>
          <p:cNvSpPr>
            <a:spLocks noGrp="1"/>
          </p:cNvSpPr>
          <p:nvPr/>
        </p:nvSpPr>
        <p:spPr>
          <a:xfrm>
            <a:off x="10267950" y="2419350"/>
            <a:ext cx="457200" cy="533400"/>
          </a:xfrm>
          <a:prstGeom prst="rect">
            <a:avLst/>
          </a:prstGeom>
          <a:solidFill>
            <a:schemeClr val="bg2">
              <a:lumMod val="25000"/>
            </a:schemeClr>
          </a:solidFill>
          <a:ln w="9525">
            <a:solidFill>
              <a:srgbClr val="D9D9D9"/>
            </a:solidFill>
            <a:prstDash val="solid"/>
          </a:ln>
        </p:spPr>
        <p:txBody>
          <a:bodyPr/>
          <a:lstStyle/>
          <a:p>
            <a:endParaRPr lang="en-US"/>
          </a:p>
        </p:txBody>
      </p:sp>
      <p:sp>
        <p:nvSpPr>
          <p:cNvPr id="33" name="矩形 32">
            <a:extLst>
              <a:ext uri="{FF2B5EF4-FFF2-40B4-BE49-F238E27FC236}">
                <a16:creationId xmlns:a16="http://schemas.microsoft.com/office/drawing/2014/main" id="{39EAC4B9-73CC-438B-84D7-98DA2AEF1A9E}"/>
              </a:ext>
            </a:extLst>
          </p:cNvPr>
          <p:cNvSpPr>
            <a:spLocks noGrp="1"/>
          </p:cNvSpPr>
          <p:nvPr/>
        </p:nvSpPr>
        <p:spPr>
          <a:xfrm>
            <a:off x="10725150" y="2419350"/>
            <a:ext cx="323850" cy="533400"/>
          </a:xfrm>
          <a:prstGeom prst="rect">
            <a:avLst/>
          </a:prstGeom>
          <a:solidFill>
            <a:srgbClr val="FFFFFF"/>
          </a:solidFill>
          <a:ln w="9525">
            <a:solidFill>
              <a:srgbClr val="D9D9D9"/>
            </a:solidFill>
            <a:prstDash val="solid"/>
          </a:ln>
        </p:spPr>
        <p:txBody>
          <a:bodyPr/>
          <a:lstStyle/>
          <a:p>
            <a:endParaRPr lang="en-US"/>
          </a:p>
        </p:txBody>
      </p:sp>
      <p:sp>
        <p:nvSpPr>
          <p:cNvPr id="34" name="矩形 33">
            <a:extLst>
              <a:ext uri="{FF2B5EF4-FFF2-40B4-BE49-F238E27FC236}">
                <a16:creationId xmlns:a16="http://schemas.microsoft.com/office/drawing/2014/main" id="{B658D366-8FB7-4DD6-B881-40C7656E3512}"/>
              </a:ext>
            </a:extLst>
          </p:cNvPr>
          <p:cNvSpPr>
            <a:spLocks noGrp="1"/>
          </p:cNvSpPr>
          <p:nvPr/>
        </p:nvSpPr>
        <p:spPr>
          <a:xfrm>
            <a:off x="11049000" y="2419350"/>
            <a:ext cx="514350" cy="533400"/>
          </a:xfrm>
          <a:prstGeom prst="rect">
            <a:avLst/>
          </a:prstGeom>
          <a:solidFill>
            <a:schemeClr val="bg2">
              <a:lumMod val="25000"/>
            </a:schemeClr>
          </a:solidFill>
          <a:ln w="9525">
            <a:solidFill>
              <a:srgbClr val="D9D9D9"/>
            </a:solidFill>
            <a:prstDash val="solid"/>
          </a:ln>
        </p:spPr>
        <p:txBody>
          <a:bodyPr/>
          <a:lstStyle/>
          <a:p>
            <a:endParaRPr lang="en-US"/>
          </a:p>
        </p:txBody>
      </p:sp>
      <p:sp>
        <p:nvSpPr>
          <p:cNvPr id="35" name="矩形 34">
            <a:extLst>
              <a:ext uri="{FF2B5EF4-FFF2-40B4-BE49-F238E27FC236}">
                <a16:creationId xmlns:a16="http://schemas.microsoft.com/office/drawing/2014/main" id="{6139FAC1-5823-4CD5-B5FF-1662291FE148}"/>
              </a:ext>
            </a:extLst>
          </p:cNvPr>
          <p:cNvSpPr>
            <a:spLocks noGrp="1"/>
          </p:cNvSpPr>
          <p:nvPr/>
        </p:nvSpPr>
        <p:spPr>
          <a:xfrm>
            <a:off x="8463457" y="3086100"/>
            <a:ext cx="3390900" cy="266700"/>
          </a:xfrm>
          <a:prstGeom prst="rect">
            <a:avLst/>
          </a:prstGeom>
          <a:noFill/>
          <a:ln w="0">
            <a:noFill/>
            <a:prstDash val="solid"/>
          </a:ln>
        </p:spPr>
        <p:txBody>
          <a:bodyPr wrap="square" lIns="0" tIns="0" rIns="0" bIns="0" anchor="t"/>
          <a:lstStyle/>
          <a:p>
            <a:pPr algn="ctr">
              <a:lnSpc>
                <a:spcPct val="100000"/>
              </a:lnSpc>
              <a:buNone/>
              <a:defRPr sz="1500" b="0">
                <a:solidFill>
                  <a:srgbClr val="5F6368"/>
                </a:solidFill>
                <a:latin typeface="Arial"/>
                <a:ea typeface="Arial"/>
                <a:cs typeface="Arial"/>
              </a:defRPr>
            </a:pPr>
            <a:r>
              <a:rPr sz="1600" b="0" dirty="0">
                <a:solidFill>
                  <a:srgbClr val="5F6368"/>
                </a:solidFill>
                <a:latin typeface="Arial"/>
                <a:ea typeface="Arial"/>
                <a:cs typeface="Arial"/>
              </a:rPr>
              <a:t>copy + clear each pre-copy round</a:t>
            </a:r>
          </a:p>
        </p:txBody>
      </p:sp>
      <p:sp>
        <p:nvSpPr>
          <p:cNvPr id="37" name="直线连接符 36">
            <a:extLst>
              <a:ext uri="{FF2B5EF4-FFF2-40B4-BE49-F238E27FC236}">
                <a16:creationId xmlns:a16="http://schemas.microsoft.com/office/drawing/2014/main" id="{BA486F10-F223-4A1A-BAFD-4C0C626CB38B}"/>
              </a:ext>
            </a:extLst>
          </p:cNvPr>
          <p:cNvSpPr>
            <a:spLocks noGrp="1"/>
          </p:cNvSpPr>
          <p:nvPr/>
        </p:nvSpPr>
        <p:spPr>
          <a:xfrm>
            <a:off x="8705850" y="3086100"/>
            <a:ext cx="0" cy="0"/>
          </a:xfrm>
          <a:prstGeom prst="line">
            <a:avLst/>
          </a:prstGeom>
          <a:noFill/>
          <a:ln w="38100">
            <a:solidFill>
              <a:srgbClr val="5F6368"/>
            </a:solidFill>
            <a:prstDash val="solid"/>
          </a:ln>
        </p:spPr>
        <p:txBody>
          <a:bodyPr/>
          <a:lstStyle/>
          <a:p>
            <a:endParaRPr lang="en-US"/>
          </a:p>
        </p:txBody>
      </p:sp>
      <p:sp>
        <p:nvSpPr>
          <p:cNvPr id="42" name="矩形 41">
            <a:extLst>
              <a:ext uri="{FF2B5EF4-FFF2-40B4-BE49-F238E27FC236}">
                <a16:creationId xmlns:a16="http://schemas.microsoft.com/office/drawing/2014/main" id="{CF8582F6-3417-4252-BDDD-1313D9309D93}"/>
              </a:ext>
            </a:extLst>
          </p:cNvPr>
          <p:cNvSpPr>
            <a:spLocks noGrp="1"/>
          </p:cNvSpPr>
          <p:nvPr/>
        </p:nvSpPr>
        <p:spPr>
          <a:xfrm>
            <a:off x="7686675" y="4661010"/>
            <a:ext cx="3714750" cy="285750"/>
          </a:xfrm>
          <a:prstGeom prst="rect">
            <a:avLst/>
          </a:prstGeom>
          <a:noFill/>
          <a:ln w="0">
            <a:noFill/>
            <a:prstDash val="solid"/>
          </a:ln>
        </p:spPr>
        <p:txBody>
          <a:bodyPr wrap="square" lIns="0" tIns="0" rIns="0" bIns="0" anchor="t"/>
          <a:lstStyle/>
          <a:p>
            <a:pPr algn="ctr">
              <a:lnSpc>
                <a:spcPct val="100000"/>
              </a:lnSpc>
              <a:buNone/>
              <a:defRPr sz="1650" b="0">
                <a:solidFill>
                  <a:srgbClr val="111111"/>
                </a:solidFill>
                <a:latin typeface="Arial"/>
                <a:ea typeface="Arial"/>
                <a:cs typeface="Arial"/>
              </a:defRPr>
            </a:pPr>
            <a:r>
              <a:rPr sz="1600" b="0" dirty="0">
                <a:solidFill>
                  <a:srgbClr val="111111"/>
                </a:solidFill>
                <a:latin typeface="Arial"/>
                <a:ea typeface="Arial"/>
                <a:cs typeface="Arial"/>
              </a:rPr>
              <a:t>mark backing GPA</a:t>
            </a:r>
            <a:r>
              <a:rPr sz="1600" b="0" baseline="-25000" dirty="0">
                <a:solidFill>
                  <a:srgbClr val="111111"/>
                </a:solidFill>
                <a:latin typeface="Arial"/>
                <a:ea typeface="Arial"/>
                <a:cs typeface="Arial"/>
              </a:rPr>
              <a:t>L1</a:t>
            </a:r>
            <a:r>
              <a:rPr sz="1600" b="0" dirty="0">
                <a:solidFill>
                  <a:srgbClr val="111111"/>
                </a:solidFill>
                <a:latin typeface="Arial"/>
                <a:ea typeface="Arial"/>
                <a:cs typeface="Arial"/>
              </a:rPr>
              <a:t> page dirty</a:t>
            </a:r>
          </a:p>
        </p:txBody>
      </p:sp>
      <p:sp>
        <p:nvSpPr>
          <p:cNvPr id="45" name="矩形 44">
            <a:extLst>
              <a:ext uri="{FF2B5EF4-FFF2-40B4-BE49-F238E27FC236}">
                <a16:creationId xmlns:a16="http://schemas.microsoft.com/office/drawing/2014/main" id="{5DDC9A40-CBDD-43D0-98E0-29E4F0233712}"/>
              </a:ext>
            </a:extLst>
          </p:cNvPr>
          <p:cNvSpPr>
            <a:spLocks noGrp="1"/>
          </p:cNvSpPr>
          <p:nvPr/>
        </p:nvSpPr>
        <p:spPr>
          <a:xfrm>
            <a:off x="1181100" y="5623035"/>
            <a:ext cx="9944100" cy="400050"/>
          </a:xfrm>
          <a:prstGeom prst="rect">
            <a:avLst/>
          </a:prstGeom>
          <a:noFill/>
          <a:ln w="0">
            <a:noFill/>
            <a:prstDash val="solid"/>
          </a:ln>
        </p:spPr>
        <p:txBody>
          <a:bodyPr wrap="square" lIns="0" tIns="0" rIns="0" bIns="0" anchor="t"/>
          <a:lstStyle/>
          <a:p>
            <a:pPr algn="ctr">
              <a:lnSpc>
                <a:spcPct val="100000"/>
              </a:lnSpc>
              <a:buNone/>
              <a:defRPr sz="2325" b="1">
                <a:solidFill>
                  <a:srgbClr val="A40000"/>
                </a:solidFill>
                <a:latin typeface="Arial"/>
                <a:ea typeface="Arial"/>
                <a:cs typeface="Arial"/>
              </a:defRPr>
            </a:pPr>
            <a:r>
              <a:rPr sz="2325" b="1" dirty="0">
                <a:solidFill>
                  <a:srgbClr val="A40000"/>
                </a:solidFill>
                <a:latin typeface="Arial"/>
                <a:ea typeface="Arial"/>
                <a:cs typeface="Arial"/>
              </a:rPr>
              <a:t>GPA separation makes PML usable across nested worlds</a:t>
            </a:r>
          </a:p>
        </p:txBody>
      </p:sp>
      <p:sp>
        <p:nvSpPr>
          <p:cNvPr id="46" name="矩形 45">
            <a:extLst>
              <a:ext uri="{FF2B5EF4-FFF2-40B4-BE49-F238E27FC236}">
                <a16:creationId xmlns:a16="http://schemas.microsoft.com/office/drawing/2014/main" id="{8BDCC27E-5D4C-4A5E-9EDB-B2E0DF17E1A0}"/>
              </a:ext>
            </a:extLst>
          </p:cNvPr>
          <p:cNvSpPr>
            <a:spLocks noGrp="1"/>
          </p:cNvSpPr>
          <p:nvPr/>
        </p:nvSpPr>
        <p:spPr>
          <a:xfrm>
            <a:off x="11334750" y="6343650"/>
            <a:ext cx="381000" cy="266700"/>
          </a:xfrm>
          <a:prstGeom prst="rect">
            <a:avLst/>
          </a:prstGeom>
          <a:noFill/>
          <a:ln w="0">
            <a:noFill/>
            <a:prstDash val="solid"/>
          </a:ln>
        </p:spPr>
        <p:txBody>
          <a:bodyPr wrap="square" lIns="0" tIns="0" rIns="0" bIns="0" anchor="t"/>
          <a:lstStyle/>
          <a:p>
            <a:pPr algn="r">
              <a:lnSpc>
                <a:spcPct val="100000"/>
              </a:lnSpc>
              <a:buNone/>
              <a:defRPr sz="1350" b="0">
                <a:solidFill>
                  <a:srgbClr val="5F6368"/>
                </a:solidFill>
                <a:latin typeface="Arial"/>
                <a:ea typeface="Arial"/>
                <a:cs typeface="Arial"/>
              </a:defRPr>
            </a:pPr>
            <a:r>
              <a:rPr sz="1350" b="0">
                <a:solidFill>
                  <a:srgbClr val="5F6368"/>
                </a:solidFill>
                <a:latin typeface="Arial"/>
                <a:ea typeface="Arial"/>
                <a:cs typeface="Arial"/>
              </a:rPr>
              <a:t>20</a:t>
            </a:r>
          </a:p>
        </p:txBody>
      </p:sp>
      <p:cxnSp>
        <p:nvCxnSpPr>
          <p:cNvPr id="49" name="直线箭头连接符 48">
            <a:extLst>
              <a:ext uri="{FF2B5EF4-FFF2-40B4-BE49-F238E27FC236}">
                <a16:creationId xmlns:a16="http://schemas.microsoft.com/office/drawing/2014/main" id="{73E937CE-DCD7-F7D8-5675-B3139B13E7CC}"/>
              </a:ext>
            </a:extLst>
          </p:cNvPr>
          <p:cNvCxnSpPr>
            <a:stCxn id="3" idx="2"/>
            <a:endCxn id="7" idx="0"/>
          </p:cNvCxnSpPr>
          <p:nvPr/>
        </p:nvCxnSpPr>
        <p:spPr>
          <a:xfrm>
            <a:off x="1990725" y="2571750"/>
            <a:ext cx="0" cy="51435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a:extLst>
              <a:ext uri="{FF2B5EF4-FFF2-40B4-BE49-F238E27FC236}">
                <a16:creationId xmlns:a16="http://schemas.microsoft.com/office/drawing/2014/main" id="{F71570A5-6EFC-9E65-5CA2-8C9393237BCB}"/>
              </a:ext>
            </a:extLst>
          </p:cNvPr>
          <p:cNvCxnSpPr>
            <a:cxnSpLocks/>
            <a:stCxn id="7" idx="3"/>
          </p:cNvCxnSpPr>
          <p:nvPr/>
        </p:nvCxnSpPr>
        <p:spPr>
          <a:xfrm>
            <a:off x="2971800" y="3981450"/>
            <a:ext cx="1276350" cy="4762"/>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线箭头连接符 52">
            <a:extLst>
              <a:ext uri="{FF2B5EF4-FFF2-40B4-BE49-F238E27FC236}">
                <a16:creationId xmlns:a16="http://schemas.microsoft.com/office/drawing/2014/main" id="{2768741C-7B10-05ED-08D5-D3A15CDDBB62}"/>
              </a:ext>
            </a:extLst>
          </p:cNvPr>
          <p:cNvCxnSpPr>
            <a:cxnSpLocks/>
          </p:cNvCxnSpPr>
          <p:nvPr/>
        </p:nvCxnSpPr>
        <p:spPr>
          <a:xfrm>
            <a:off x="6200775" y="3976688"/>
            <a:ext cx="1076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54">
            <a:extLst>
              <a:ext uri="{FF2B5EF4-FFF2-40B4-BE49-F238E27FC236}">
                <a16:creationId xmlns:a16="http://schemas.microsoft.com/office/drawing/2014/main" id="{80767BF7-7D74-35E7-7742-1F54BEED7E62}"/>
              </a:ext>
            </a:extLst>
          </p:cNvPr>
          <p:cNvCxnSpPr>
            <a:cxnSpLocks/>
            <a:endCxn id="21" idx="2"/>
          </p:cNvCxnSpPr>
          <p:nvPr/>
        </p:nvCxnSpPr>
        <p:spPr>
          <a:xfrm flipV="1">
            <a:off x="7581900" y="3390900"/>
            <a:ext cx="0" cy="45720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肘形连接符 58">
            <a:extLst>
              <a:ext uri="{FF2B5EF4-FFF2-40B4-BE49-F238E27FC236}">
                <a16:creationId xmlns:a16="http://schemas.microsoft.com/office/drawing/2014/main" id="{47E80E55-A1BB-EAAA-62D7-E53DE85BE6A5}"/>
              </a:ext>
            </a:extLst>
          </p:cNvPr>
          <p:cNvCxnSpPr>
            <a:stCxn id="21" idx="0"/>
            <a:endCxn id="26" idx="1"/>
          </p:cNvCxnSpPr>
          <p:nvPr/>
        </p:nvCxnSpPr>
        <p:spPr>
          <a:xfrm rot="5400000" flipH="1" flipV="1">
            <a:off x="7910513" y="1852613"/>
            <a:ext cx="600075" cy="1257300"/>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39AEE3CD-AE2E-0344-7A6F-7F34B4EE8374}"/>
              </a:ext>
            </a:extLst>
          </p:cNvPr>
          <p:cNvSpPr>
            <a:spLocks noGrp="1"/>
          </p:cNvSpPr>
          <p:nvPr/>
        </p:nvSpPr>
        <p:spPr>
          <a:xfrm>
            <a:off x="4288877" y="3705225"/>
            <a:ext cx="1896132" cy="609600"/>
          </a:xfrm>
          <a:prstGeom prst="rect">
            <a:avLst/>
          </a:prstGeom>
          <a:solidFill>
            <a:srgbClr val="2E6CF7"/>
          </a:solidFill>
          <a:ln w="9525">
            <a:solidFill>
              <a:srgbClr val="5F6368"/>
            </a:solidFill>
            <a:prstDash val="solid"/>
          </a:ln>
        </p:spPr>
        <p:txBody>
          <a:bodyPr wrap="square" lIns="76200" tIns="0" rIns="76200" bIns="0" anchor="ctr"/>
          <a:lstStyle/>
          <a:p>
            <a:pPr algn="ctr">
              <a:lnSpc>
                <a:spcPct val="100000"/>
              </a:lnSpc>
              <a:buNone/>
              <a:defRPr sz="1575" b="0">
                <a:solidFill>
                  <a:srgbClr val="111111"/>
                </a:solidFill>
                <a:latin typeface="Arial"/>
                <a:ea typeface="Arial"/>
                <a:cs typeface="Arial"/>
              </a:defRPr>
            </a:pPr>
            <a:r>
              <a:rPr lang="en" sz="1600" dirty="0">
                <a:solidFill>
                  <a:schemeClr val="bg1"/>
                </a:solidFill>
                <a:latin typeface="Arial"/>
                <a:ea typeface="Arial"/>
                <a:cs typeface="Arial"/>
              </a:rPr>
              <a:t>classify by GPA range</a:t>
            </a:r>
            <a:endParaRPr sz="1600" b="0" dirty="0">
              <a:solidFill>
                <a:schemeClr val="bg1"/>
              </a:solidFill>
              <a:latin typeface="Arial"/>
              <a:ea typeface="Arial"/>
              <a:cs typeface="Arial"/>
            </a:endParaRPr>
          </a:p>
        </p:txBody>
      </p:sp>
    </p:spTree>
    <p:extLst>
      <p:ext uri="{BB962C8B-B14F-4D97-AF65-F5344CB8AC3E}">
        <p14:creationId xmlns:p14="http://schemas.microsoft.com/office/powerpoint/2010/main" val="334637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animBg="1"/>
      <p:bldP spid="25" grpId="0" animBg="1"/>
      <p:bldP spid="26" grpId="0"/>
      <p:bldP spid="35" grpId="0"/>
      <p:bldP spid="42" grpId="0"/>
      <p:bldP spid="45" grpId="0"/>
      <p:bldP spid="13" grpId="0" animBg="1"/>
    </p:bldLst>
  </p:timing>
</p:sld>
</file>

<file path=ppt/theme/theme1.xml><?xml version="1.0" encoding="utf-8"?>
<a:theme xmlns:a="http://schemas.openxmlformats.org/drawingml/2006/main" name="Talk">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alk" id="{B2F0CAB6-E806-9B4E-BA88-3628D07BC1B3}" vid="{F2DE9519-86E3-DD4A-9E77-778C271F73AD}"/>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alibri Light">
      <a:majorFont>
        <a:latin typeface="Calibri Light" panose="020F0302020204030204"/>
        <a:ea typeface="Calibri Light"/>
        <a:cs typeface="Calibri Light"/>
      </a:majorFont>
      <a:minorFont>
        <a:latin typeface="Calibri Light" panose="020F0302020204030204"/>
        <a:ea typeface="Calibri Light"/>
        <a:cs typeface="Calibri Light"/>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Light">
      <a:majorFont>
        <a:latin typeface="Calibri Light" panose="020F0302020204030204"/>
        <a:ea typeface="Calibri Light"/>
        <a:cs typeface="Calibri Light"/>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Light" panose="020F0302020204030204"/>
        <a:ea typeface="Calibri Light"/>
        <a:cs typeface="Calibri Light"/>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13815</TotalTime>
  <Words>5536</Words>
  <Application>Microsoft Macintosh PowerPoint</Application>
  <DocSecurity>0</DocSecurity>
  <PresentationFormat>宽屏</PresentationFormat>
  <Paragraphs>753</Paragraphs>
  <Slides>29</Slides>
  <Notes>28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29</vt:i4>
      </vt:variant>
    </vt:vector>
  </HeadingPairs>
  <TitlesOfParts>
    <vt:vector size="35" baseType="lpstr">
      <vt:lpstr>Noto Sans Symbols</vt:lpstr>
      <vt:lpstr>System Font Regular</vt:lpstr>
      <vt:lpstr>Arial</vt:lpstr>
      <vt:lpstr>Calibri</vt:lpstr>
      <vt:lpstr>Calibri Light</vt:lpstr>
      <vt:lpstr>Talk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CPU virtualization – a switcher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huanghang</cp:lastModifiedBy>
  <cp:revision>710</cp:revision>
  <dcterms:created xsi:type="dcterms:W3CDTF">2026-06-15T01:39:44Z</dcterms:created>
  <dcterms:modified xsi:type="dcterms:W3CDTF">2026-07-11T02:12:45Z</dcterms:modified>
</cp:coreProperties>
</file>